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920" r:id="rId4"/>
  </p:sldMasterIdLst>
  <p:notesMasterIdLst>
    <p:notesMasterId r:id="rId18"/>
  </p:notesMasterIdLst>
  <p:handoutMasterIdLst>
    <p:handoutMasterId r:id="rId19"/>
  </p:handoutMasterIdLst>
  <p:sldIdLst>
    <p:sldId id="256" r:id="rId5"/>
    <p:sldId id="429" r:id="rId6"/>
    <p:sldId id="430" r:id="rId7"/>
    <p:sldId id="431" r:id="rId8"/>
    <p:sldId id="432" r:id="rId9"/>
    <p:sldId id="434" r:id="rId10"/>
    <p:sldId id="435" r:id="rId11"/>
    <p:sldId id="433" r:id="rId12"/>
    <p:sldId id="436" r:id="rId13"/>
    <p:sldId id="367" r:id="rId14"/>
    <p:sldId id="415" r:id="rId15"/>
    <p:sldId id="441" r:id="rId16"/>
    <p:sldId id="399"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92">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h3YP3xexYcFoahXa2ehi0H5V4Za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05383F3-1795-6C0B-5859-22F85252F5B1}" name="LAMBRECHT Regine (ESTAT-EXT)" initials="RL" userId="S::Regine.LAMBRECHT@ext.ec.europa.eu::1a5166bf-0d9b-4429-b96c-64f3c887b7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D0D0D"/>
    <a:srgbClr val="003399"/>
    <a:srgbClr val="FFD34E"/>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4019" autoAdjust="0"/>
  </p:normalViewPr>
  <p:slideViewPr>
    <p:cSldViewPr snapToGrid="0">
      <p:cViewPr varScale="1">
        <p:scale>
          <a:sx n="74" d="100"/>
          <a:sy n="74" d="100"/>
        </p:scale>
        <p:origin x="376" y="56"/>
      </p:cViewPr>
      <p:guideLst>
        <p:guide orient="horz" pos="2092"/>
        <p:guide pos="3840"/>
      </p:guideLst>
    </p:cSldViewPr>
  </p:slideViewPr>
  <p:outlineViewPr>
    <p:cViewPr>
      <p:scale>
        <a:sx n="33" d="100"/>
        <a:sy n="33" d="100"/>
      </p:scale>
      <p:origin x="0" y="-10743"/>
    </p:cViewPr>
  </p:outlineViewPr>
  <p:notesTextViewPr>
    <p:cViewPr>
      <p:scale>
        <a:sx n="1" d="1"/>
        <a:sy n="1" d="1"/>
      </p:scale>
      <p:origin x="0" y="0"/>
    </p:cViewPr>
  </p:notesTextViewPr>
  <p:notesViewPr>
    <p:cSldViewPr snapToGrid="0">
      <p:cViewPr varScale="1">
        <p:scale>
          <a:sx n="87" d="100"/>
          <a:sy n="87" d="100"/>
        </p:scale>
        <p:origin x="309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59"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3" Type="http://customschemas.google.com/relationships/presentationmetadata" Target="metadata"/><Relationship Id="rId58"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56"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MAGLIA Luca (ESTAT)" userId="69b40873-c202-4246-928a-047cdf25146b" providerId="ADAL" clId="{89BCA941-55FC-4A23-BC27-90CBA875ECBD}"/>
    <pc:docChg chg="modSld">
      <pc:chgData name="GRAMAGLIA Luca (ESTAT)" userId="69b40873-c202-4246-928a-047cdf25146b" providerId="ADAL" clId="{89BCA941-55FC-4A23-BC27-90CBA875ECBD}" dt="2026-09-17T08:17:40.315" v="60" actId="20577"/>
      <pc:docMkLst>
        <pc:docMk/>
      </pc:docMkLst>
      <pc:sldChg chg="modSp mod">
        <pc:chgData name="GRAMAGLIA Luca (ESTAT)" userId="69b40873-c202-4246-928a-047cdf25146b" providerId="ADAL" clId="{89BCA941-55FC-4A23-BC27-90CBA875ECBD}" dt="2026-09-17T08:17:40.315" v="60" actId="20577"/>
        <pc:sldMkLst>
          <pc:docMk/>
          <pc:sldMk cId="1498001271" sldId="436"/>
        </pc:sldMkLst>
        <pc:spChg chg="mod">
          <ac:chgData name="GRAMAGLIA Luca (ESTAT)" userId="69b40873-c202-4246-928a-047cdf25146b" providerId="ADAL" clId="{89BCA941-55FC-4A23-BC27-90CBA875ECBD}" dt="2026-09-17T08:17:40.315" v="60" actId="20577"/>
          <ac:spMkLst>
            <pc:docMk/>
            <pc:sldMk cId="1498001271" sldId="436"/>
            <ac:spMk id="3" creationId="{7125DD8D-33FD-E60E-2553-DF7F4FF5B8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4D34D8-E3B4-F069-6ADD-F8D442E609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9E2191E5-897D-1F21-6B64-C79FF3AD2E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7E606C-77CD-45C1-9571-DE74CA837D88}" type="datetimeFigureOut">
              <a:rPr lang="en-IE" smtClean="0"/>
              <a:t>17/09/2026</a:t>
            </a:fld>
            <a:endParaRPr lang="en-IE"/>
          </a:p>
        </p:txBody>
      </p:sp>
      <p:sp>
        <p:nvSpPr>
          <p:cNvPr id="4" name="Footer Placeholder 3">
            <a:extLst>
              <a:ext uri="{FF2B5EF4-FFF2-40B4-BE49-F238E27FC236}">
                <a16:creationId xmlns:a16="http://schemas.microsoft.com/office/drawing/2014/main" id="{63903FA3-5DC7-AAE3-B405-7184FD6B12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36454CF8-DBD9-2EAE-C757-6C20B65855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A08B9C-ED77-41BB-BC53-D69EC8827C71}" type="slidenum">
              <a:rPr lang="en-IE" smtClean="0"/>
              <a:t>‹#›</a:t>
            </a:fld>
            <a:endParaRPr lang="en-IE"/>
          </a:p>
        </p:txBody>
      </p:sp>
    </p:spTree>
    <p:extLst>
      <p:ext uri="{BB962C8B-B14F-4D97-AF65-F5344CB8AC3E}">
        <p14:creationId xmlns:p14="http://schemas.microsoft.com/office/powerpoint/2010/main" val="3215320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page option 1">
    <p:bg>
      <p:bgPr>
        <a:solidFill>
          <a:srgbClr val="003399"/>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4675400-3E4A-4805-76D4-89E3DBA2294C}"/>
              </a:ext>
            </a:extLst>
          </p:cNvPr>
          <p:cNvSpPr>
            <a:spLocks noGrp="1"/>
          </p:cNvSpPr>
          <p:nvPr>
            <p:ph type="sldNum" sz="quarter" idx="4"/>
          </p:nvPr>
        </p:nvSpPr>
        <p:spPr>
          <a:xfrm>
            <a:off x="838200" y="6317486"/>
            <a:ext cx="2743200" cy="172523"/>
          </a:xfrm>
          <a:prstGeom prst="rect">
            <a:avLst/>
          </a:prstGeom>
          <a:noFill/>
        </p:spPr>
        <p:txBody>
          <a:bodyPr vert="horz" lIns="91440" tIns="45720" rIns="91440" bIns="45720" rtlCol="0" anchor="ctr"/>
          <a:lstStyle>
            <a:lvl1pPr algn="r">
              <a:defRPr sz="1200">
                <a:solidFill>
                  <a:schemeClr val="bg1"/>
                </a:solidFill>
                <a:latin typeface="+mn-lt"/>
              </a:defRPr>
            </a:lvl1pPr>
          </a:lstStyle>
          <a:p>
            <a:pPr algn="l"/>
            <a:r>
              <a:rPr lang="fr-BE" dirty="0"/>
              <a:t>DD/MM/YYYY</a:t>
            </a:r>
            <a:endParaRPr lang="en-IE" dirty="0"/>
          </a:p>
        </p:txBody>
      </p:sp>
      <p:sp>
        <p:nvSpPr>
          <p:cNvPr id="4" name="Title 1">
            <a:extLst>
              <a:ext uri="{FF2B5EF4-FFF2-40B4-BE49-F238E27FC236}">
                <a16:creationId xmlns:a16="http://schemas.microsoft.com/office/drawing/2014/main" id="{DB290A50-B43D-A2B6-515F-75425256ACB5}"/>
              </a:ext>
            </a:extLst>
          </p:cNvPr>
          <p:cNvSpPr>
            <a:spLocks noGrp="1"/>
          </p:cNvSpPr>
          <p:nvPr>
            <p:ph type="title" hasCustomPrompt="1"/>
          </p:nvPr>
        </p:nvSpPr>
        <p:spPr>
          <a:xfrm>
            <a:off x="838200" y="3040714"/>
            <a:ext cx="10515600" cy="1020337"/>
          </a:xfrm>
          <a:noFill/>
        </p:spPr>
        <p:txBody>
          <a:bodyPr>
            <a:noAutofit/>
          </a:bodyPr>
          <a:lstStyle>
            <a:lvl1pPr>
              <a:defRPr sz="8800">
                <a:solidFill>
                  <a:schemeClr val="bg1"/>
                </a:solidFill>
              </a:defRPr>
            </a:lvl1pPr>
          </a:lstStyle>
          <a:p>
            <a:r>
              <a:rPr lang="en-US" dirty="0"/>
              <a:t>Click to add a title</a:t>
            </a:r>
            <a:endParaRPr lang="en-IE" dirty="0"/>
          </a:p>
        </p:txBody>
      </p:sp>
      <p:sp>
        <p:nvSpPr>
          <p:cNvPr id="15" name="Content Placeholder 14">
            <a:extLst>
              <a:ext uri="{FF2B5EF4-FFF2-40B4-BE49-F238E27FC236}">
                <a16:creationId xmlns:a16="http://schemas.microsoft.com/office/drawing/2014/main" id="{69D02D42-BA7D-84CC-873F-80F08362B35A}"/>
              </a:ext>
            </a:extLst>
          </p:cNvPr>
          <p:cNvSpPr>
            <a:spLocks noGrp="1"/>
          </p:cNvSpPr>
          <p:nvPr>
            <p:ph sz="quarter" idx="11"/>
          </p:nvPr>
        </p:nvSpPr>
        <p:spPr>
          <a:xfrm>
            <a:off x="838200" y="4219575"/>
            <a:ext cx="4929188" cy="611188"/>
          </a:xfrm>
        </p:spPr>
        <p:txBody>
          <a:bodyPr/>
          <a:lstStyle>
            <a:lvl1pPr marL="0" indent="0">
              <a:buNone/>
              <a:defRPr>
                <a:solidFill>
                  <a:schemeClr val="bg1"/>
                </a:solidFill>
              </a:defRPr>
            </a:lvl1pPr>
          </a:lstStyle>
          <a:p>
            <a:pPr lvl="0"/>
            <a:r>
              <a:rPr lang="en-US"/>
              <a:t>Click to edit Master text styles</a:t>
            </a:r>
          </a:p>
        </p:txBody>
      </p:sp>
      <p:sp>
        <p:nvSpPr>
          <p:cNvPr id="11" name="Content Placeholder 2">
            <a:extLst>
              <a:ext uri="{FF2B5EF4-FFF2-40B4-BE49-F238E27FC236}">
                <a16:creationId xmlns:a16="http://schemas.microsoft.com/office/drawing/2014/main" id="{C600E4EF-7051-9AAC-2C78-0958FBC514BC}"/>
              </a:ext>
            </a:extLst>
          </p:cNvPr>
          <p:cNvSpPr>
            <a:spLocks noGrp="1"/>
          </p:cNvSpPr>
          <p:nvPr>
            <p:ph sz="half" idx="10"/>
          </p:nvPr>
        </p:nvSpPr>
        <p:spPr>
          <a:xfrm>
            <a:off x="838199" y="5243158"/>
            <a:ext cx="3176847" cy="304616"/>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anchor="ctr">
            <a:noAutofit/>
          </a:bodyPr>
          <a:lstStyle>
            <a:lvl1pPr marL="0" indent="0">
              <a:buNone/>
              <a:defRPr sz="1600" b="0" i="1">
                <a:solidFill>
                  <a:schemeClr val="tx2"/>
                </a:solidFill>
              </a:defRPr>
            </a:lvl1pPr>
          </a:lstStyle>
          <a:p>
            <a:pPr lvl="0"/>
            <a:r>
              <a:rPr lang="en-US"/>
              <a:t>Click to edit Master text styles</a:t>
            </a:r>
          </a:p>
        </p:txBody>
      </p:sp>
      <p:pic>
        <p:nvPicPr>
          <p:cNvPr id="3" name="Picture 2" descr="European Commission">
            <a:extLst>
              <a:ext uri="{FF2B5EF4-FFF2-40B4-BE49-F238E27FC236}">
                <a16:creationId xmlns:a16="http://schemas.microsoft.com/office/drawing/2014/main" id="{85D80D5D-B11B-B8B1-1D33-81E7377D5953}"/>
              </a:ext>
              <a:ext uri="{C183D7F6-B498-43B3-948B-1728B52AA6E4}">
                <adec:decorative xmlns:adec="http://schemas.microsoft.com/office/drawing/2017/decorative" val="0"/>
              </a:ext>
            </a:extLst>
          </p:cNvPr>
          <p:cNvPicPr/>
          <p:nvPr userDrawn="1"/>
        </p:nvPicPr>
        <p:blipFill>
          <a:blip r:embed="rId2" cstate="print">
            <a:extLst>
              <a:ext uri="{28A0092B-C50C-407E-A947-70E740481C1C}">
                <a14:useLocalDpi xmlns:a14="http://schemas.microsoft.com/office/drawing/2010/main"/>
              </a:ext>
            </a:extLst>
          </a:blip>
          <a:stretch>
            <a:fillRect/>
          </a:stretch>
        </p:blipFill>
        <p:spPr>
          <a:xfrm>
            <a:off x="9463383" y="5738784"/>
            <a:ext cx="2544024" cy="941017"/>
          </a:xfrm>
          <a:prstGeom prst="rect">
            <a:avLst/>
          </a:prstGeom>
          <a:noFill/>
        </p:spPr>
      </p:pic>
    </p:spTree>
    <p:extLst>
      <p:ext uri="{BB962C8B-B14F-4D97-AF65-F5344CB8AC3E}">
        <p14:creationId xmlns:p14="http://schemas.microsoft.com/office/powerpoint/2010/main" val="1875015529"/>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age option 2">
    <p:spTree>
      <p:nvGrpSpPr>
        <p:cNvPr id="1" name=""/>
        <p:cNvGrpSpPr/>
        <p:nvPr/>
      </p:nvGrpSpPr>
      <p:grpSpPr>
        <a:xfrm>
          <a:off x="0" y="0"/>
          <a:ext cx="0" cy="0"/>
          <a:chOff x="0" y="0"/>
          <a:chExt cx="0" cy="0"/>
        </a:xfrm>
      </p:grpSpPr>
      <p:sp>
        <p:nvSpPr>
          <p:cNvPr id="4" name="Google Shape;75;p31">
            <a:extLst>
              <a:ext uri="{FF2B5EF4-FFF2-40B4-BE49-F238E27FC236}">
                <a16:creationId xmlns:a16="http://schemas.microsoft.com/office/drawing/2014/main" id="{D3CADB7B-43FA-62FF-A4B3-5E073752114C}"/>
              </a:ext>
            </a:extLst>
          </p:cNvPr>
          <p:cNvSpPr>
            <a:spLocks noGrp="1"/>
          </p:cNvSpPr>
          <p:nvPr>
            <p:ph type="pic" idx="2"/>
          </p:nvPr>
        </p:nvSpPr>
        <p:spPr>
          <a:xfrm>
            <a:off x="0" y="1981200"/>
            <a:ext cx="12192000" cy="4876799"/>
          </a:xfrm>
          <a:prstGeom prst="rect">
            <a:avLst/>
          </a:prstGeom>
          <a:solidFill>
            <a:schemeClr val="lt2"/>
          </a:solidFill>
          <a:ln>
            <a:noFill/>
          </a:ln>
        </p:spPr>
        <p:txBody>
          <a:bodyPr/>
          <a:lstStyle>
            <a:lvl1pPr marL="0" indent="0">
              <a:buNone/>
              <a:defRPr>
                <a:solidFill>
                  <a:schemeClr val="tx2"/>
                </a:solidFill>
              </a:defRPr>
            </a:lvl1pPr>
          </a:lstStyle>
          <a:p>
            <a:r>
              <a:rPr lang="en-US"/>
              <a:t>Click icon to add picture</a:t>
            </a:r>
            <a:endParaRPr lang="en-IE" dirty="0"/>
          </a:p>
        </p:txBody>
      </p:sp>
      <p:sp>
        <p:nvSpPr>
          <p:cNvPr id="2" name="Title 1">
            <a:extLst>
              <a:ext uri="{FF2B5EF4-FFF2-40B4-BE49-F238E27FC236}">
                <a16:creationId xmlns:a16="http://schemas.microsoft.com/office/drawing/2014/main" id="{2910E61F-C8F9-4190-1EE4-9217CF0F1D1D}"/>
              </a:ext>
            </a:extLst>
          </p:cNvPr>
          <p:cNvSpPr>
            <a:spLocks noGrp="1"/>
          </p:cNvSpPr>
          <p:nvPr>
            <p:ph type="title" hasCustomPrompt="1"/>
          </p:nvPr>
        </p:nvSpPr>
        <p:spPr>
          <a:xfrm>
            <a:off x="838200" y="1594518"/>
            <a:ext cx="10515600" cy="1068400"/>
          </a:xfrm>
          <a:solidFill>
            <a:schemeClr val="bg1"/>
          </a:solidFill>
        </p:spPr>
        <p:txBody>
          <a:bodyPr lIns="144000" tIns="144000" rIns="144000" bIns="144000" anchor="b">
            <a:noAutofit/>
          </a:bodyPr>
          <a:lstStyle>
            <a:lvl1pPr>
              <a:defRPr sz="8800"/>
            </a:lvl1pPr>
          </a:lstStyle>
          <a:p>
            <a:r>
              <a:rPr lang="en-US" dirty="0"/>
              <a:t>Click to add a title</a:t>
            </a:r>
            <a:endParaRPr lang="en-IE" dirty="0"/>
          </a:p>
        </p:txBody>
      </p:sp>
      <p:sp>
        <p:nvSpPr>
          <p:cNvPr id="6" name="Content Placeholder 14">
            <a:extLst>
              <a:ext uri="{FF2B5EF4-FFF2-40B4-BE49-F238E27FC236}">
                <a16:creationId xmlns:a16="http://schemas.microsoft.com/office/drawing/2014/main" id="{F041A8C2-E23F-3F85-E8AE-2AEEB496419A}"/>
              </a:ext>
            </a:extLst>
          </p:cNvPr>
          <p:cNvSpPr>
            <a:spLocks noGrp="1"/>
          </p:cNvSpPr>
          <p:nvPr>
            <p:ph sz="quarter" idx="11"/>
          </p:nvPr>
        </p:nvSpPr>
        <p:spPr>
          <a:xfrm>
            <a:off x="838200" y="2942564"/>
            <a:ext cx="4929188" cy="611188"/>
          </a:xfrm>
        </p:spPr>
        <p:txBody>
          <a:bodyPr/>
          <a:lstStyle>
            <a:lvl1pPr marL="0" indent="0">
              <a:buNone/>
              <a:defRPr>
                <a:solidFill>
                  <a:schemeClr val="tx2"/>
                </a:solidFill>
              </a:defRPr>
            </a:lvl1pPr>
          </a:lstStyle>
          <a:p>
            <a:pPr lvl="0"/>
            <a:r>
              <a:rPr lang="en-US"/>
              <a:t>Click to edit Master text styles</a:t>
            </a:r>
          </a:p>
        </p:txBody>
      </p:sp>
      <p:pic>
        <p:nvPicPr>
          <p:cNvPr id="8" name="Picture 7" descr="A red dotted line with a couple of people&#10;&#10;Description automatically generated with medium confidence" hidden="1">
            <a:extLst>
              <a:ext uri="{FF2B5EF4-FFF2-40B4-BE49-F238E27FC236}">
                <a16:creationId xmlns:a16="http://schemas.microsoft.com/office/drawing/2014/main" id="{95398073-E69B-2867-360F-504F7007FD00}"/>
              </a:ext>
            </a:extLst>
          </p:cNvPr>
          <p:cNvPicPr>
            <a:picLocks noGrp="1" noRot="1" noChangeAspect="1" noMove="1" noResize="1" noEditPoints="1" noAdjustHandles="1" noChangeArrowheads="1" noChangeShapeType="1" noCrop="1"/>
          </p:cNvPicPr>
          <p:nvPr/>
        </p:nvPicPr>
        <p:blipFill>
          <a:blip r:embed="rId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descr="A red dotted line with a couple of people&#10;&#10;Description automatically generated with medium confidence" hidden="1">
            <a:extLst>
              <a:ext uri="{FF2B5EF4-FFF2-40B4-BE49-F238E27FC236}">
                <a16:creationId xmlns:a16="http://schemas.microsoft.com/office/drawing/2014/main" id="{6437CF6F-3079-899D-F025-61C0BCD596A4}"/>
              </a:ext>
            </a:extLst>
          </p:cNvPr>
          <p:cNvPicPr/>
          <p:nvPr userDrawn="1"/>
        </p:nvPicPr>
        <p:blipFill>
          <a:blip r:embed="rId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European Commission">
            <a:extLst>
              <a:ext uri="{FF2B5EF4-FFF2-40B4-BE49-F238E27FC236}">
                <a16:creationId xmlns:a16="http://schemas.microsoft.com/office/drawing/2014/main" id="{97034CB8-2B4A-3519-77AF-1512D68F2797}"/>
              </a:ext>
            </a:extLst>
          </p:cNvPr>
          <p:cNvPicPr/>
          <p:nvPr userDrawn="1"/>
        </p:nvPicPr>
        <p:blipFill>
          <a:blip r:embed="rId3" cstate="print">
            <a:extLst>
              <a:ext uri="{28A0092B-C50C-407E-A947-70E740481C1C}">
                <a14:useLocalDpi xmlns:a14="http://schemas.microsoft.com/office/drawing/2010/main"/>
              </a:ext>
            </a:extLst>
          </a:blip>
          <a:srcRect/>
          <a:stretch/>
        </p:blipFill>
        <p:spPr>
          <a:xfrm>
            <a:off x="170664" y="174518"/>
            <a:ext cx="2544024" cy="915848"/>
          </a:xfrm>
          <a:prstGeom prst="rect">
            <a:avLst/>
          </a:prstGeom>
          <a:noFill/>
        </p:spPr>
      </p:pic>
    </p:spTree>
    <p:extLst>
      <p:ext uri="{BB962C8B-B14F-4D97-AF65-F5344CB8AC3E}">
        <p14:creationId xmlns:p14="http://schemas.microsoft.com/office/powerpoint/2010/main" val="3639597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page option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78779EA-6394-AAE5-959A-6BB82A7D90AE}"/>
              </a:ext>
            </a:extLst>
          </p:cNvPr>
          <p:cNvSpPr/>
          <p:nvPr/>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6" name="Google Shape;75;p31">
            <a:extLst>
              <a:ext uri="{FF2B5EF4-FFF2-40B4-BE49-F238E27FC236}">
                <a16:creationId xmlns:a16="http://schemas.microsoft.com/office/drawing/2014/main" id="{66DB0E40-389A-4ADF-E594-6BBAB29E7192}"/>
              </a:ext>
            </a:extLst>
          </p:cNvPr>
          <p:cNvSpPr>
            <a:spLocks noGrp="1"/>
          </p:cNvSpPr>
          <p:nvPr>
            <p:ph type="pic" idx="2"/>
          </p:nvPr>
        </p:nvSpPr>
        <p:spPr>
          <a:xfrm>
            <a:off x="0" y="0"/>
            <a:ext cx="12192000" cy="3810000"/>
          </a:xfrm>
          <a:prstGeom prst="rect">
            <a:avLst/>
          </a:prstGeom>
          <a:solidFill>
            <a:schemeClr val="lt2"/>
          </a:solidFill>
          <a:ln>
            <a:noFill/>
          </a:ln>
        </p:spPr>
        <p:txBody>
          <a:bodyPr/>
          <a:lstStyle>
            <a:lvl1pPr marL="0" indent="0">
              <a:buNone/>
              <a:defRPr>
                <a:solidFill>
                  <a:schemeClr val="tx2"/>
                </a:solidFill>
              </a:defRPr>
            </a:lvl1pPr>
          </a:lstStyle>
          <a:p>
            <a:r>
              <a:rPr lang="en-US"/>
              <a:t>Click icon to add picture</a:t>
            </a:r>
            <a:endParaRPr lang="en-IE" dirty="0"/>
          </a:p>
        </p:txBody>
      </p:sp>
      <p:sp>
        <p:nvSpPr>
          <p:cNvPr id="10" name="Title 1">
            <a:extLst>
              <a:ext uri="{FF2B5EF4-FFF2-40B4-BE49-F238E27FC236}">
                <a16:creationId xmlns:a16="http://schemas.microsoft.com/office/drawing/2014/main" id="{BD6BCEAD-64F8-A9C2-D826-FF1F037B20C7}"/>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dirty="0"/>
          </a:p>
        </p:txBody>
      </p:sp>
      <p:sp>
        <p:nvSpPr>
          <p:cNvPr id="8" name="Content Placeholder 6">
            <a:extLst>
              <a:ext uri="{FF2B5EF4-FFF2-40B4-BE49-F238E27FC236}">
                <a16:creationId xmlns:a16="http://schemas.microsoft.com/office/drawing/2014/main" id="{A59C8E60-AD13-6DDB-15AD-A3F8E3F22A78}"/>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2" name="Slide Number Placeholder 5">
            <a:extLst>
              <a:ext uri="{FF2B5EF4-FFF2-40B4-BE49-F238E27FC236}">
                <a16:creationId xmlns:a16="http://schemas.microsoft.com/office/drawing/2014/main" id="{C239B419-47F7-2FF3-C377-FBB7B2DBA65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4" name="Footer Placeholder 8">
            <a:extLst>
              <a:ext uri="{FF2B5EF4-FFF2-40B4-BE49-F238E27FC236}">
                <a16:creationId xmlns:a16="http://schemas.microsoft.com/office/drawing/2014/main" id="{D8C14CF6-6F1D-C458-1F86-A760F31FEEA9}"/>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5452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page op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5B256C-F848-9C9F-2A9C-E218DE9A1995}"/>
              </a:ext>
            </a:extLst>
          </p:cNvPr>
          <p:cNvSpPr/>
          <p:nvPr userDrawn="1"/>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solidFill>
                <a:schemeClr val="bg1"/>
              </a:solidFill>
            </a:endParaRPr>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p>
            <a:pPr algn="l"/>
            <a:fld id="{768364BB-9B21-4D29-A19C-C6410F652861}" type="slidenum">
              <a:rPr lang="en-IE" smtClean="0"/>
              <a:pPr algn="l"/>
              <a:t>‹#›</a:t>
            </a:fld>
            <a:endParaRPr lang="en-IE" dirty="0"/>
          </a:p>
        </p:txBody>
      </p:sp>
      <p:sp>
        <p:nvSpPr>
          <p:cNvPr id="4" name="Rectangle 3">
            <a:extLst>
              <a:ext uri="{FF2B5EF4-FFF2-40B4-BE49-F238E27FC236}">
                <a16:creationId xmlns:a16="http://schemas.microsoft.com/office/drawing/2014/main" id="{EE1DFA4B-D09C-D3C7-CF14-10151C0BAF5D}"/>
              </a:ext>
            </a:extLst>
          </p:cNvPr>
          <p:cNvSpPr/>
          <p:nvPr/>
        </p:nvSpPr>
        <p:spPr>
          <a:xfrm>
            <a:off x="0" y="0"/>
            <a:ext cx="12192000" cy="3810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solidFill>
                <a:schemeClr val="bg1"/>
              </a:solidFill>
            </a:endParaRPr>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dirty="0"/>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8" name="Footer Placeholder 8">
            <a:extLst>
              <a:ext uri="{FF2B5EF4-FFF2-40B4-BE49-F238E27FC236}">
                <a16:creationId xmlns:a16="http://schemas.microsoft.com/office/drawing/2014/main" id="{A1F22256-0B85-5AAD-C0B2-E8F5E3C500B3}"/>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220350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page option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8D58619-8012-9B7D-9C59-16671B374575}"/>
              </a:ext>
            </a:extLst>
          </p:cNvPr>
          <p:cNvSpPr/>
          <p:nvPr userDrawn="1"/>
        </p:nvSpPr>
        <p:spPr>
          <a:xfrm>
            <a:off x="0" y="0"/>
            <a:ext cx="12192000" cy="381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p>
            <a:pPr algn="l"/>
            <a:fld id="{768364BB-9B21-4D29-A19C-C6410F652861}" type="slidenum">
              <a:rPr lang="en-IE" smtClean="0"/>
              <a:pPr algn="l"/>
              <a:t>‹#›</a:t>
            </a:fld>
            <a:endParaRPr lang="en-IE" dirty="0"/>
          </a:p>
        </p:txBody>
      </p:sp>
      <p:sp>
        <p:nvSpPr>
          <p:cNvPr id="4" name="Rectangle 3">
            <a:extLst>
              <a:ext uri="{FF2B5EF4-FFF2-40B4-BE49-F238E27FC236}">
                <a16:creationId xmlns:a16="http://schemas.microsoft.com/office/drawing/2014/main" id="{EE1DFA4B-D09C-D3C7-CF14-10151C0BAF5D}"/>
              </a:ext>
            </a:extLst>
          </p:cNvPr>
          <p:cNvSpPr/>
          <p:nvPr/>
        </p:nvSpPr>
        <p:spPr>
          <a:xfrm>
            <a:off x="0" y="0"/>
            <a:ext cx="12192000" cy="381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3434898"/>
            <a:ext cx="10515600" cy="816904"/>
          </a:xfrm>
          <a:solidFill>
            <a:schemeClr val="bg1"/>
          </a:solidFill>
        </p:spPr>
        <p:txBody>
          <a:bodyPr lIns="180000"/>
          <a:lstStyle/>
          <a:p>
            <a:r>
              <a:rPr lang="en-US"/>
              <a:t>Click to edit Master title style</a:t>
            </a:r>
            <a:endParaRPr lang="en-IE" dirty="0"/>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4441825"/>
            <a:ext cx="10515600" cy="587375"/>
          </a:xfrm>
        </p:spPr>
        <p:txBody>
          <a:bodyPr>
            <a:noAutofit/>
          </a:bodyPr>
          <a:lstStyle>
            <a:lvl1pPr marL="0" indent="0">
              <a:buNone/>
              <a:defRPr sz="2000"/>
            </a:lvl1pPr>
          </a:lstStyle>
          <a:p>
            <a:pPr lvl="0"/>
            <a:r>
              <a:rPr lang="en-US"/>
              <a:t>Click to edit Master text styles</a:t>
            </a:r>
          </a:p>
        </p:txBody>
      </p:sp>
      <p:sp>
        <p:nvSpPr>
          <p:cNvPr id="8" name="Footer Placeholder 8">
            <a:extLst>
              <a:ext uri="{FF2B5EF4-FFF2-40B4-BE49-F238E27FC236}">
                <a16:creationId xmlns:a16="http://schemas.microsoft.com/office/drawing/2014/main" id="{A0835BD4-2C09-6FBA-FC30-3BD6A28667F2}"/>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2813748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 page option 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45A3C0-5810-CECB-04D1-E370BADB2EE8}"/>
              </a:ext>
            </a:extLst>
          </p:cNvPr>
          <p:cNvSpPr/>
          <p:nvPr userDrawn="1"/>
        </p:nvSpPr>
        <p:spPr>
          <a:xfrm flipV="1">
            <a:off x="0" y="1861457"/>
            <a:ext cx="12192000" cy="4996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flipV="1">
            <a:off x="0" y="1861457"/>
            <a:ext cx="12192000" cy="4996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lvl1pPr>
              <a:defRPr>
                <a:solidFill>
                  <a:schemeClr val="bg1"/>
                </a:solidFill>
              </a:defRPr>
            </a:lvl1pPr>
          </a:lstStyle>
          <a:p>
            <a:pPr algn="l"/>
            <a:fld id="{768364BB-9B21-4D29-A19C-C6410F652861}" type="slidenum">
              <a:rPr lang="en-IE" smtClean="0"/>
              <a:pPr algn="l"/>
              <a:t>‹#›</a:t>
            </a:fld>
            <a:endParaRPr lang="en-IE" dirty="0"/>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1410155"/>
            <a:ext cx="10515600" cy="816904"/>
          </a:xfrm>
          <a:solidFill>
            <a:schemeClr val="bg1"/>
          </a:solidFill>
        </p:spPr>
        <p:txBody>
          <a:bodyPr lIns="180000" tIns="144000" rIns="144000" bIns="144000" anchor="ctr"/>
          <a:lstStyle/>
          <a:p>
            <a:r>
              <a:rPr lang="en-US"/>
              <a:t>Click to edit Master title style</a:t>
            </a:r>
            <a:endParaRPr lang="en-IE" dirty="0"/>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2482397"/>
            <a:ext cx="10515600" cy="587375"/>
          </a:xfrm>
        </p:spPr>
        <p:txBody>
          <a:bodyPr>
            <a:noAutofit/>
          </a:bodyPr>
          <a:lstStyle>
            <a:lvl1pPr marL="0" indent="0">
              <a:buNone/>
              <a:defRPr sz="2000">
                <a:solidFill>
                  <a:schemeClr val="bg1"/>
                </a:solidFill>
              </a:defRPr>
            </a:lvl1pPr>
          </a:lstStyle>
          <a:p>
            <a:pPr lvl="0"/>
            <a:r>
              <a:rPr lang="en-US"/>
              <a:t>Click to edit Master text styles</a:t>
            </a:r>
          </a:p>
        </p:txBody>
      </p:sp>
      <p:pic>
        <p:nvPicPr>
          <p:cNvPr id="9" name="Picture 8" descr="A blue flag with yellow stars and stripes&#10;&#10;Description automatically generated">
            <a:extLst>
              <a:ext uri="{FF2B5EF4-FFF2-40B4-BE49-F238E27FC236}">
                <a16:creationId xmlns:a16="http://schemas.microsoft.com/office/drawing/2014/main" id="{9BD178DF-B2B3-E383-43AA-D54BBF22737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6" name="Picture 5" descr="A blue flag with yellow stars and stripes&#10;&#10;Description automatically generated">
            <a:extLst>
              <a:ext uri="{FF2B5EF4-FFF2-40B4-BE49-F238E27FC236}">
                <a16:creationId xmlns:a16="http://schemas.microsoft.com/office/drawing/2014/main" id="{9C194F48-423C-93CB-1A61-CE12CAB5B44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10" name="Footer Placeholder 8">
            <a:extLst>
              <a:ext uri="{FF2B5EF4-FFF2-40B4-BE49-F238E27FC236}">
                <a16:creationId xmlns:a16="http://schemas.microsoft.com/office/drawing/2014/main" id="{5037411D-B917-4DD6-582A-69CDCB27DAAB}"/>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540935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 page option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9526B31-D383-5ABA-08B1-8097743DECE0}"/>
              </a:ext>
            </a:extLst>
          </p:cNvPr>
          <p:cNvSpPr/>
          <p:nvPr userDrawn="1"/>
        </p:nvSpPr>
        <p:spPr>
          <a:xfrm flipV="1">
            <a:off x="0" y="1861457"/>
            <a:ext cx="12192000" cy="499654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 name="Rectangle 3">
            <a:extLst>
              <a:ext uri="{FF2B5EF4-FFF2-40B4-BE49-F238E27FC236}">
                <a16:creationId xmlns:a16="http://schemas.microsoft.com/office/drawing/2014/main" id="{EE1DFA4B-D09C-D3C7-CF14-10151C0BAF5D}"/>
              </a:ext>
            </a:extLst>
          </p:cNvPr>
          <p:cNvSpPr/>
          <p:nvPr/>
        </p:nvSpPr>
        <p:spPr>
          <a:xfrm flipV="1">
            <a:off x="0" y="1861457"/>
            <a:ext cx="12192000" cy="499654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3" name="Slide Number Placeholder 2">
            <a:extLst>
              <a:ext uri="{FF2B5EF4-FFF2-40B4-BE49-F238E27FC236}">
                <a16:creationId xmlns:a16="http://schemas.microsoft.com/office/drawing/2014/main" id="{E92597A6-449C-FD56-6361-6B67C1420435}"/>
              </a:ext>
            </a:extLst>
          </p:cNvPr>
          <p:cNvSpPr>
            <a:spLocks noGrp="1"/>
          </p:cNvSpPr>
          <p:nvPr>
            <p:ph type="sldNum" sz="quarter" idx="10"/>
          </p:nvPr>
        </p:nvSpPr>
        <p:spPr/>
        <p:txBody>
          <a:bodyPr/>
          <a:lstStyle>
            <a:lvl1pPr>
              <a:defRPr>
                <a:solidFill>
                  <a:schemeClr val="tx1"/>
                </a:solidFill>
              </a:defRPr>
            </a:lvl1pPr>
          </a:lstStyle>
          <a:p>
            <a:pPr algn="l"/>
            <a:fld id="{768364BB-9B21-4D29-A19C-C6410F652861}" type="slidenum">
              <a:rPr lang="en-IE" smtClean="0"/>
              <a:pPr algn="l"/>
              <a:t>‹#›</a:t>
            </a:fld>
            <a:endParaRPr lang="en-IE" dirty="0"/>
          </a:p>
        </p:txBody>
      </p:sp>
      <p:sp>
        <p:nvSpPr>
          <p:cNvPr id="2" name="Title 1">
            <a:extLst>
              <a:ext uri="{FF2B5EF4-FFF2-40B4-BE49-F238E27FC236}">
                <a16:creationId xmlns:a16="http://schemas.microsoft.com/office/drawing/2014/main" id="{D922CA66-7408-CA5B-7EAD-6C36A01B53B5}"/>
              </a:ext>
            </a:extLst>
          </p:cNvPr>
          <p:cNvSpPr>
            <a:spLocks noGrp="1"/>
          </p:cNvSpPr>
          <p:nvPr>
            <p:ph type="title"/>
          </p:nvPr>
        </p:nvSpPr>
        <p:spPr>
          <a:xfrm>
            <a:off x="838200" y="1410155"/>
            <a:ext cx="10515600" cy="816904"/>
          </a:xfrm>
          <a:solidFill>
            <a:schemeClr val="bg1"/>
          </a:solidFill>
        </p:spPr>
        <p:txBody>
          <a:bodyPr lIns="180000"/>
          <a:lstStyle/>
          <a:p>
            <a:r>
              <a:rPr lang="en-US"/>
              <a:t>Click to edit Master title style</a:t>
            </a:r>
            <a:endParaRPr lang="en-IE" dirty="0"/>
          </a:p>
        </p:txBody>
      </p:sp>
      <p:sp>
        <p:nvSpPr>
          <p:cNvPr id="7" name="Content Placeholder 6">
            <a:extLst>
              <a:ext uri="{FF2B5EF4-FFF2-40B4-BE49-F238E27FC236}">
                <a16:creationId xmlns:a16="http://schemas.microsoft.com/office/drawing/2014/main" id="{CA90F452-4E6C-2A2B-2B9D-88A3D16A05C1}"/>
              </a:ext>
            </a:extLst>
          </p:cNvPr>
          <p:cNvSpPr>
            <a:spLocks noGrp="1"/>
          </p:cNvSpPr>
          <p:nvPr>
            <p:ph sz="quarter" idx="11"/>
          </p:nvPr>
        </p:nvSpPr>
        <p:spPr>
          <a:xfrm>
            <a:off x="838200" y="2482397"/>
            <a:ext cx="10515600" cy="587375"/>
          </a:xfrm>
        </p:spPr>
        <p:txBody>
          <a:bodyPr>
            <a:noAutofit/>
          </a:bodyPr>
          <a:lstStyle>
            <a:lvl1pPr marL="0" indent="0">
              <a:buNone/>
              <a:defRPr sz="2000">
                <a:solidFill>
                  <a:schemeClr val="tx2"/>
                </a:solidFill>
              </a:defRPr>
            </a:lvl1pPr>
          </a:lstStyle>
          <a:p>
            <a:pPr lvl="0"/>
            <a:r>
              <a:rPr lang="en-US"/>
              <a:t>Click to edit Master text styles</a:t>
            </a:r>
          </a:p>
        </p:txBody>
      </p:sp>
      <p:pic>
        <p:nvPicPr>
          <p:cNvPr id="5" name="Picture 4" descr="A blue flag with yellow stars&#10;&#10;Description automatically generated">
            <a:extLst>
              <a:ext uri="{FF2B5EF4-FFF2-40B4-BE49-F238E27FC236}">
                <a16:creationId xmlns:a16="http://schemas.microsoft.com/office/drawing/2014/main" id="{D7151F52-9DDF-CEC4-58EC-587B7A1D779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8" name="Picture 7" descr="A blue flag with yellow stars&#10;&#10;Description automatically generated">
            <a:extLst>
              <a:ext uri="{FF2B5EF4-FFF2-40B4-BE49-F238E27FC236}">
                <a16:creationId xmlns:a16="http://schemas.microsoft.com/office/drawing/2014/main" id="{8B94F84F-1590-9DE6-C3AC-9FBA58E40EF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10" name="Footer Placeholder 8">
            <a:extLst>
              <a:ext uri="{FF2B5EF4-FFF2-40B4-BE49-F238E27FC236}">
                <a16:creationId xmlns:a16="http://schemas.microsoft.com/office/drawing/2014/main" id="{6D8387C3-85B8-44CF-42FB-C414F5876B21}"/>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349851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body text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solidFill>
            <a:schemeClr val="bg1"/>
          </a:solidFill>
        </p:spPr>
        <p:txBody>
          <a:bodyPr/>
          <a:lstStyle/>
          <a:p>
            <a:r>
              <a:rPr lang="en-US"/>
              <a:t>Click to edit Master title style</a:t>
            </a:r>
            <a:endParaRPr lang="en-IE" dirty="0"/>
          </a:p>
        </p:txBody>
      </p:sp>
      <p:sp>
        <p:nvSpPr>
          <p:cNvPr id="7" name="Text Placeholder 2">
            <a:extLst>
              <a:ext uri="{FF2B5EF4-FFF2-40B4-BE49-F238E27FC236}">
                <a16:creationId xmlns:a16="http://schemas.microsoft.com/office/drawing/2014/main" id="{ABBD8A8F-01F7-069C-2D69-AFCA2F78DFC9}"/>
              </a:ext>
            </a:extLst>
          </p:cNvPr>
          <p:cNvSpPr>
            <a:spLocks noGrp="1"/>
          </p:cNvSpPr>
          <p:nvPr>
            <p:ph idx="1"/>
          </p:nvPr>
        </p:nvSpPr>
        <p:spPr>
          <a:xfrm>
            <a:off x="838200" y="1825625"/>
            <a:ext cx="10515600" cy="3638473"/>
          </a:xfrm>
          <a:prstGeom prst="rect">
            <a:avLst/>
          </a:prstGeom>
        </p:spPr>
        <p:txBody>
          <a:bodyPr vert="horz" lIns="144000" tIns="144000" rIns="144000" bIns="144000" rtlCol="0">
            <a:noAutofit/>
          </a:bodyPr>
          <a:lstStyle>
            <a:lvl1pPr marL="0" indent="0">
              <a:buNone/>
              <a:defRPr sz="2000"/>
            </a:lvl1pPr>
          </a:lstStyle>
          <a:p>
            <a:pPr lvl="0"/>
            <a:r>
              <a:rPr lang="en-US"/>
              <a:t>Click to edit Master text styles</a:t>
            </a:r>
          </a:p>
        </p:txBody>
      </p:sp>
      <p:sp>
        <p:nvSpPr>
          <p:cNvPr id="3" name="Slide Number Placeholder 5">
            <a:extLst>
              <a:ext uri="{FF2B5EF4-FFF2-40B4-BE49-F238E27FC236}">
                <a16:creationId xmlns:a16="http://schemas.microsoft.com/office/drawing/2014/main" id="{487499CD-21D1-84C4-7FD1-F33A396395B0}"/>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3A7104ED-A036-D2F4-B40F-5A65C505AC4E}"/>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399228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body text and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lstStyle/>
          <a:p>
            <a:r>
              <a:rPr lang="en-US"/>
              <a:t>Click to edit Master title style</a:t>
            </a:r>
            <a:endParaRPr lang="en-IE" dirty="0"/>
          </a:p>
        </p:txBody>
      </p:sp>
      <p:sp>
        <p:nvSpPr>
          <p:cNvPr id="6" name="Text Placeholder 2">
            <a:extLst>
              <a:ext uri="{FF2B5EF4-FFF2-40B4-BE49-F238E27FC236}">
                <a16:creationId xmlns:a16="http://schemas.microsoft.com/office/drawing/2014/main" id="{509BE7C2-2602-0313-8D83-EAB1C755A713}"/>
              </a:ext>
            </a:extLst>
          </p:cNvPr>
          <p:cNvSpPr>
            <a:spLocks noGrp="1"/>
          </p:cNvSpPr>
          <p:nvPr>
            <p:ph idx="1"/>
          </p:nvPr>
        </p:nvSpPr>
        <p:spPr>
          <a:xfrm>
            <a:off x="838200" y="1825625"/>
            <a:ext cx="10515600" cy="3638473"/>
          </a:xfrm>
          <a:prstGeom prst="rect">
            <a:avLst/>
          </a:prstGeom>
        </p:spPr>
        <p:txBody>
          <a:bodyPr vert="horz" lIns="144000" tIns="144000" rIns="144000" bIns="144000" rtlCol="0">
            <a:noAutofit/>
          </a:bodyPr>
          <a:lstStyle>
            <a:lvl1pPr marL="342900" indent="-342900">
              <a:buClr>
                <a:schemeClr val="tx2"/>
              </a:buClr>
              <a:buSzPct val="150000"/>
              <a:buFont typeface="Arial" panose="020B0604020202020204" pitchFamily="34" charset="0"/>
              <a:buChar char="•"/>
              <a:defRPr sz="2000"/>
            </a:lvl1pPr>
            <a:lvl2pPr>
              <a:buClr>
                <a:schemeClr val="tx2"/>
              </a:buClr>
              <a:buSzPct val="100000"/>
              <a:defRPr sz="1800"/>
            </a:lvl2pPr>
            <a:lvl3pPr>
              <a:buClr>
                <a:schemeClr val="tx2"/>
              </a:buClr>
              <a:defRPr sz="1600"/>
            </a:lvl3pPr>
            <a:lvl4pPr>
              <a:buClr>
                <a:schemeClr val="tx2"/>
              </a:buClr>
              <a:defRPr sz="1400"/>
            </a:lvl4pPr>
          </a:lstStyle>
          <a:p>
            <a:pPr lvl="0"/>
            <a:r>
              <a:rPr lang="en-US"/>
              <a:t>Click to edit Master text styles</a:t>
            </a:r>
          </a:p>
          <a:p>
            <a:pPr lvl="1"/>
            <a:r>
              <a:rPr lang="en-US"/>
              <a:t>Second level</a:t>
            </a:r>
          </a:p>
          <a:p>
            <a:pPr lvl="2"/>
            <a:r>
              <a:rPr lang="en-US"/>
              <a:t>Third level</a:t>
            </a:r>
          </a:p>
        </p:txBody>
      </p:sp>
      <p:sp>
        <p:nvSpPr>
          <p:cNvPr id="3" name="Slide Number Placeholder 5">
            <a:extLst>
              <a:ext uri="{FF2B5EF4-FFF2-40B4-BE49-F238E27FC236}">
                <a16:creationId xmlns:a16="http://schemas.microsoft.com/office/drawing/2014/main" id="{5D43C2E6-DFE0-78B7-AEF2-E94F28383CAA}"/>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2BE520F0-58F1-06F4-10C5-832EFDCE68D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2749006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body text two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1855706"/>
            <a:ext cx="5019675" cy="3271102"/>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5F39DED1-43B7-A54B-D3D7-54792E535D26}"/>
              </a:ext>
            </a:extLst>
          </p:cNvPr>
          <p:cNvSpPr>
            <a:spLocks noGrp="1"/>
          </p:cNvSpPr>
          <p:nvPr>
            <p:ph sz="half" idx="10"/>
          </p:nvPr>
        </p:nvSpPr>
        <p:spPr>
          <a:xfrm>
            <a:off x="6334125" y="1855706"/>
            <a:ext cx="5019675" cy="3271102"/>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B9416748-3994-A02A-B7BD-AC8272883D95}"/>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7" name="Footer Placeholder 8">
            <a:extLst>
              <a:ext uri="{FF2B5EF4-FFF2-40B4-BE49-F238E27FC236}">
                <a16:creationId xmlns:a16="http://schemas.microsoft.com/office/drawing/2014/main" id="{6A56761B-AC86-49AF-4B3B-2CCCDB7A47B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3885691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body text two column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1855706"/>
            <a:ext cx="5019675" cy="3271102"/>
          </a:xfrm>
          <a:solidFill>
            <a:schemeClr val="tx2"/>
          </a:solid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5" name="Content Placeholder 2">
            <a:extLst>
              <a:ext uri="{FF2B5EF4-FFF2-40B4-BE49-F238E27FC236}">
                <a16:creationId xmlns:a16="http://schemas.microsoft.com/office/drawing/2014/main" id="{DC0E4D59-AF6A-8993-094A-5A4FED57EA37}"/>
              </a:ext>
            </a:extLst>
          </p:cNvPr>
          <p:cNvSpPr>
            <a:spLocks noGrp="1"/>
          </p:cNvSpPr>
          <p:nvPr>
            <p:ph sz="half" idx="10"/>
          </p:nvPr>
        </p:nvSpPr>
        <p:spPr>
          <a:xfrm>
            <a:off x="6334125" y="1855706"/>
            <a:ext cx="5019675" cy="3271102"/>
          </a:xfrm>
          <a:solidFill>
            <a:schemeClr val="tx2"/>
          </a:solid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8C3588F2-1E00-50BC-0820-CB663EE9719E}"/>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7" name="Footer Placeholder 8">
            <a:extLst>
              <a:ext uri="{FF2B5EF4-FFF2-40B4-BE49-F238E27FC236}">
                <a16:creationId xmlns:a16="http://schemas.microsoft.com/office/drawing/2014/main" id="{7575C568-2951-1529-11F7-C12F1B06778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59454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ody text two columns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4" name="Content Placeholder 2">
            <a:extLst>
              <a:ext uri="{FF2B5EF4-FFF2-40B4-BE49-F238E27FC236}">
                <a16:creationId xmlns:a16="http://schemas.microsoft.com/office/drawing/2014/main" id="{E0920A60-FD35-93DC-D952-15BAEF0C0BB5}"/>
              </a:ext>
            </a:extLst>
          </p:cNvPr>
          <p:cNvSpPr>
            <a:spLocks noGrp="1"/>
          </p:cNvSpPr>
          <p:nvPr>
            <p:ph sz="half" idx="15" hasCustomPrompt="1"/>
          </p:nvPr>
        </p:nvSpPr>
        <p:spPr>
          <a:xfrm>
            <a:off x="838200" y="2029022"/>
            <a:ext cx="501967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dirty="0"/>
              <a:t>Click to add subtitle</a:t>
            </a:r>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2724150"/>
            <a:ext cx="5019675" cy="2536008"/>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26B8E071-31DF-2C06-04A9-3BC538CDA6CD}"/>
              </a:ext>
            </a:extLst>
          </p:cNvPr>
          <p:cNvSpPr>
            <a:spLocks noGrp="1"/>
          </p:cNvSpPr>
          <p:nvPr>
            <p:ph sz="half" idx="17" hasCustomPrompt="1"/>
          </p:nvPr>
        </p:nvSpPr>
        <p:spPr>
          <a:xfrm>
            <a:off x="6334126" y="2029022"/>
            <a:ext cx="501967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dirty="0"/>
              <a:t>Click to add subtitle</a:t>
            </a:r>
          </a:p>
        </p:txBody>
      </p:sp>
      <p:sp>
        <p:nvSpPr>
          <p:cNvPr id="5" name="Content Placeholder 2">
            <a:extLst>
              <a:ext uri="{FF2B5EF4-FFF2-40B4-BE49-F238E27FC236}">
                <a16:creationId xmlns:a16="http://schemas.microsoft.com/office/drawing/2014/main" id="{118A63BF-772E-9151-C37F-6751BC1781DA}"/>
              </a:ext>
            </a:extLst>
          </p:cNvPr>
          <p:cNvSpPr>
            <a:spLocks noGrp="1"/>
          </p:cNvSpPr>
          <p:nvPr>
            <p:ph sz="half" idx="16"/>
          </p:nvPr>
        </p:nvSpPr>
        <p:spPr>
          <a:xfrm>
            <a:off x="6334125" y="2724150"/>
            <a:ext cx="5019675" cy="2536008"/>
          </a:xfrm>
          <a:noFill/>
        </p:spPr>
        <p:txBody>
          <a:bodyPr lIns="144000" tIns="144000" rIns="144000" bIns="144000">
            <a:noAutofit/>
          </a:bodyPr>
          <a:lstStyle>
            <a:lvl1pPr marL="0" indent="0">
              <a:buNone/>
              <a:defRPr sz="2000">
                <a:solidFill>
                  <a:schemeClr val="tx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A10AA9BB-29EC-79EA-02CA-8452ADF649A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9" name="Footer Placeholder 8">
            <a:extLst>
              <a:ext uri="{FF2B5EF4-FFF2-40B4-BE49-F238E27FC236}">
                <a16:creationId xmlns:a16="http://schemas.microsoft.com/office/drawing/2014/main" id="{C1BA1A05-4F7E-D9F9-D094-9C9394F846EC}"/>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387298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body text two columns with subtitles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8270BF-EE76-A46D-95E0-FB617042099B}"/>
              </a:ext>
            </a:extLst>
          </p:cNvPr>
          <p:cNvSpPr>
            <a:spLocks/>
          </p:cNvSpPr>
          <p:nvPr/>
        </p:nvSpPr>
        <p:spPr>
          <a:xfrm>
            <a:off x="0" y="1487978"/>
            <a:ext cx="12192000" cy="53700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solidFill>
                <a:schemeClr val="tx2"/>
              </a:solidFill>
            </a:endParaRPr>
          </a:p>
        </p:txBody>
      </p:sp>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4" name="Content Placeholder 2">
            <a:extLst>
              <a:ext uri="{FF2B5EF4-FFF2-40B4-BE49-F238E27FC236}">
                <a16:creationId xmlns:a16="http://schemas.microsoft.com/office/drawing/2014/main" id="{E0920A60-FD35-93DC-D952-15BAEF0C0BB5}"/>
              </a:ext>
            </a:extLst>
          </p:cNvPr>
          <p:cNvSpPr>
            <a:spLocks noGrp="1"/>
          </p:cNvSpPr>
          <p:nvPr>
            <p:ph sz="half" idx="15" hasCustomPrompt="1"/>
          </p:nvPr>
        </p:nvSpPr>
        <p:spPr>
          <a:xfrm>
            <a:off x="838200" y="2029022"/>
            <a:ext cx="5019674" cy="460375"/>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tx2"/>
                </a:solidFill>
              </a:defRPr>
            </a:lvl1pPr>
          </a:lstStyle>
          <a:p>
            <a:pPr lvl="0"/>
            <a:r>
              <a:rPr lang="en-US" dirty="0"/>
              <a:t>Click to add subtitle</a:t>
            </a:r>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199" y="2724150"/>
            <a:ext cx="5019675" cy="2536008"/>
          </a:xfrm>
          <a:no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26B8E071-31DF-2C06-04A9-3BC538CDA6CD}"/>
              </a:ext>
            </a:extLst>
          </p:cNvPr>
          <p:cNvSpPr>
            <a:spLocks noGrp="1"/>
          </p:cNvSpPr>
          <p:nvPr>
            <p:ph sz="half" idx="17" hasCustomPrompt="1"/>
          </p:nvPr>
        </p:nvSpPr>
        <p:spPr>
          <a:xfrm>
            <a:off x="6334126" y="2029022"/>
            <a:ext cx="5019674" cy="460375"/>
          </a:xfrm>
          <a:solidFill>
            <a:schemeClr val="accent5"/>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tx2"/>
                </a:solidFill>
              </a:defRPr>
            </a:lvl1pPr>
          </a:lstStyle>
          <a:p>
            <a:pPr lvl="0"/>
            <a:r>
              <a:rPr lang="en-US" dirty="0"/>
              <a:t>Click to add subtitle</a:t>
            </a:r>
          </a:p>
        </p:txBody>
      </p:sp>
      <p:sp>
        <p:nvSpPr>
          <p:cNvPr id="5" name="Content Placeholder 2">
            <a:extLst>
              <a:ext uri="{FF2B5EF4-FFF2-40B4-BE49-F238E27FC236}">
                <a16:creationId xmlns:a16="http://schemas.microsoft.com/office/drawing/2014/main" id="{118A63BF-772E-9151-C37F-6751BC1781DA}"/>
              </a:ext>
            </a:extLst>
          </p:cNvPr>
          <p:cNvSpPr>
            <a:spLocks noGrp="1"/>
          </p:cNvSpPr>
          <p:nvPr>
            <p:ph sz="half" idx="16"/>
          </p:nvPr>
        </p:nvSpPr>
        <p:spPr>
          <a:xfrm>
            <a:off x="6334125" y="2724150"/>
            <a:ext cx="5019675" cy="2536008"/>
          </a:xfrm>
          <a:noFill/>
        </p:spPr>
        <p:txBody>
          <a:bodyPr lIns="144000" tIns="144000" rIns="144000" bIns="144000">
            <a:noAutofit/>
          </a:bodyPr>
          <a:lstStyle>
            <a:lvl1pPr marL="0" indent="0">
              <a:buNone/>
              <a:defRPr sz="2000">
                <a:solidFill>
                  <a:schemeClr val="bg1"/>
                </a:solidFill>
              </a:defRPr>
            </a:lvl1pPr>
          </a:lstStyle>
          <a:p>
            <a:pPr lvl="0"/>
            <a:r>
              <a:rPr lang="en-US"/>
              <a:t>Click to edit Master text styles</a:t>
            </a:r>
          </a:p>
        </p:txBody>
      </p:sp>
      <p:pic>
        <p:nvPicPr>
          <p:cNvPr id="10" name="Picture 9" descr="A blue flag with yellow stars and stripes&#10;&#10;Description automatically generated">
            <a:extLst>
              <a:ext uri="{FF2B5EF4-FFF2-40B4-BE49-F238E27FC236}">
                <a16:creationId xmlns:a16="http://schemas.microsoft.com/office/drawing/2014/main" id="{7262511B-BA2E-7984-66D6-B5152DA09D7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11" name="Picture 10" descr="A blue flag with yellow stars and stripes&#10;&#10;Description automatically generated">
            <a:extLst>
              <a:ext uri="{FF2B5EF4-FFF2-40B4-BE49-F238E27FC236}">
                <a16:creationId xmlns:a16="http://schemas.microsoft.com/office/drawing/2014/main" id="{DB557BE9-B8DC-E601-A0F8-16CD84F9181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9" name="Slide Number Placeholder 5">
            <a:extLst>
              <a:ext uri="{FF2B5EF4-FFF2-40B4-BE49-F238E27FC236}">
                <a16:creationId xmlns:a16="http://schemas.microsoft.com/office/drawing/2014/main" id="{BEFAC7B2-2467-A72A-9F8B-CBD0FB0D8C4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12" name="Footer Placeholder 8">
            <a:extLst>
              <a:ext uri="{FF2B5EF4-FFF2-40B4-BE49-F238E27FC236}">
                <a16:creationId xmlns:a16="http://schemas.microsoft.com/office/drawing/2014/main" id="{D838E642-5C12-54DE-94A0-3EDA044A547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4223666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body text two columns colured backgroun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CCFB38-4E5F-126B-A212-3CBD911F9836}"/>
              </a:ext>
            </a:extLst>
          </p:cNvPr>
          <p:cNvSpPr>
            <a:spLocks noGrp="1" noRot="1" noMove="1" noResize="1" noEditPoints="1" noAdjustHandles="1" noChangeArrowheads="1" noChangeShapeType="1"/>
          </p:cNvSpPr>
          <p:nvPr/>
        </p:nvSpPr>
        <p:spPr>
          <a:xfrm>
            <a:off x="0" y="1487978"/>
            <a:ext cx="12192000" cy="537002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2587083"/>
            <a:ext cx="4670502" cy="2899317"/>
          </a:xfrm>
          <a:noFill/>
        </p:spPr>
        <p:txBody>
          <a:bodyPr>
            <a:noAutofit/>
          </a:bodyPr>
          <a:lstStyle>
            <a:lvl1pPr marL="0" indent="0">
              <a:buNone/>
              <a:defRPr sz="2000">
                <a:solidFill>
                  <a:schemeClr val="bg1"/>
                </a:solidFill>
              </a:defRPr>
            </a:lvl1pPr>
          </a:lstStyle>
          <a:p>
            <a:pPr lvl="0"/>
            <a:r>
              <a:rPr lang="en-US"/>
              <a:t>Click to edit Master text styles</a:t>
            </a:r>
          </a:p>
        </p:txBody>
      </p:sp>
      <p:sp>
        <p:nvSpPr>
          <p:cNvPr id="4" name="Content Placeholder 3">
            <a:extLst>
              <a:ext uri="{FF2B5EF4-FFF2-40B4-BE49-F238E27FC236}">
                <a16:creationId xmlns:a16="http://schemas.microsoft.com/office/drawing/2014/main" id="{AE36259F-C7F8-D963-3DFD-92239B4D3FA2}"/>
              </a:ext>
            </a:extLst>
          </p:cNvPr>
          <p:cNvSpPr>
            <a:spLocks noGrp="1"/>
          </p:cNvSpPr>
          <p:nvPr>
            <p:ph sz="half" idx="2"/>
          </p:nvPr>
        </p:nvSpPr>
        <p:spPr>
          <a:xfrm>
            <a:off x="6172200" y="2587083"/>
            <a:ext cx="5181600" cy="2899317"/>
          </a:xfrm>
          <a:noFill/>
        </p:spPr>
        <p:txBody>
          <a:bodyPr>
            <a:noAutofit/>
          </a:bodyPr>
          <a:lstStyle>
            <a:lvl1pPr marL="0" indent="0">
              <a:buNone/>
              <a:defRPr sz="2000">
                <a:solidFill>
                  <a:schemeClr val="bg1"/>
                </a:solidFill>
              </a:defRPr>
            </a:lvl1pPr>
          </a:lstStyle>
          <a:p>
            <a:pPr lvl="0"/>
            <a:r>
              <a:rPr lang="en-US"/>
              <a:t>Click to edit Master text styles</a:t>
            </a:r>
          </a:p>
        </p:txBody>
      </p:sp>
      <p:pic>
        <p:nvPicPr>
          <p:cNvPr id="8" name="Picture 7" descr="A blue flag with yellow stars and stripes&#10;&#10;Description automatically generated">
            <a:extLst>
              <a:ext uri="{FF2B5EF4-FFF2-40B4-BE49-F238E27FC236}">
                <a16:creationId xmlns:a16="http://schemas.microsoft.com/office/drawing/2014/main" id="{02BBC44B-821F-21ED-8464-03E52169817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9" name="Picture 8" descr="A blue flag with yellow stars and stripes&#10;&#10;Description automatically generated">
            <a:extLst>
              <a:ext uri="{FF2B5EF4-FFF2-40B4-BE49-F238E27FC236}">
                <a16:creationId xmlns:a16="http://schemas.microsoft.com/office/drawing/2014/main" id="{22B46DA4-CDDE-5119-2E5E-AD549E681C9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5" name="Slide Number Placeholder 5">
            <a:extLst>
              <a:ext uri="{FF2B5EF4-FFF2-40B4-BE49-F238E27FC236}">
                <a16:creationId xmlns:a16="http://schemas.microsoft.com/office/drawing/2014/main" id="{4A321162-C08B-5D98-4E1F-FE50C321D819}"/>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10" name="Footer Placeholder 8">
            <a:extLst>
              <a:ext uri="{FF2B5EF4-FFF2-40B4-BE49-F238E27FC236}">
                <a16:creationId xmlns:a16="http://schemas.microsoft.com/office/drawing/2014/main" id="{75400899-1203-EA20-07C6-EFFB182F41F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816760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body text three columns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1989056"/>
            <a:ext cx="305507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11A8786C-FCBD-3783-706E-0CBF5B0343E3}"/>
              </a:ext>
            </a:extLst>
          </p:cNvPr>
          <p:cNvSpPr>
            <a:spLocks noGrp="1"/>
          </p:cNvSpPr>
          <p:nvPr>
            <p:ph sz="half" idx="10"/>
          </p:nvPr>
        </p:nvSpPr>
        <p:spPr>
          <a:xfrm>
            <a:off x="4629467" y="1989056"/>
            <a:ext cx="305640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F4DC31AC-D39C-A8A3-ED76-D3399E224DE3}"/>
              </a:ext>
            </a:extLst>
          </p:cNvPr>
          <p:cNvSpPr>
            <a:spLocks noGrp="1"/>
          </p:cNvSpPr>
          <p:nvPr>
            <p:ph sz="half" idx="11"/>
          </p:nvPr>
        </p:nvSpPr>
        <p:spPr>
          <a:xfrm>
            <a:off x="8297400" y="1989056"/>
            <a:ext cx="3056400" cy="3299381"/>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5" name="Slide Number Placeholder 5">
            <a:extLst>
              <a:ext uri="{FF2B5EF4-FFF2-40B4-BE49-F238E27FC236}">
                <a16:creationId xmlns:a16="http://schemas.microsoft.com/office/drawing/2014/main" id="{6D635DEE-A882-2487-2337-D6BB66A7AF8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6" name="Footer Placeholder 8">
            <a:extLst>
              <a:ext uri="{FF2B5EF4-FFF2-40B4-BE49-F238E27FC236}">
                <a16:creationId xmlns:a16="http://schemas.microsoft.com/office/drawing/2014/main" id="{440D1373-D055-D2EC-8197-171DDBDADDD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2101730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body text three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838200" y="1989056"/>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AFF39438-760E-ED2B-8243-319A5EF04778}"/>
              </a:ext>
            </a:extLst>
          </p:cNvPr>
          <p:cNvSpPr>
            <a:spLocks noGrp="1"/>
          </p:cNvSpPr>
          <p:nvPr>
            <p:ph sz="half" idx="10"/>
          </p:nvPr>
        </p:nvSpPr>
        <p:spPr>
          <a:xfrm>
            <a:off x="4568465" y="1989055"/>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B6FA7DAD-79FF-9241-7523-B9F28613FBC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Content Placeholder 2">
            <a:extLst>
              <a:ext uri="{FF2B5EF4-FFF2-40B4-BE49-F238E27FC236}">
                <a16:creationId xmlns:a16="http://schemas.microsoft.com/office/drawing/2014/main" id="{C2284C9D-0459-8584-A6B3-FFE83837141D}"/>
              </a:ext>
            </a:extLst>
          </p:cNvPr>
          <p:cNvSpPr>
            <a:spLocks noGrp="1"/>
          </p:cNvSpPr>
          <p:nvPr>
            <p:ph sz="half" idx="11"/>
          </p:nvPr>
        </p:nvSpPr>
        <p:spPr>
          <a:xfrm>
            <a:off x="8298730" y="1989055"/>
            <a:ext cx="3055070" cy="3299381"/>
          </a:xfrm>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
        <p:nvSpPr>
          <p:cNvPr id="8" name="Footer Placeholder 8">
            <a:extLst>
              <a:ext uri="{FF2B5EF4-FFF2-40B4-BE49-F238E27FC236}">
                <a16:creationId xmlns:a16="http://schemas.microsoft.com/office/drawing/2014/main" id="{9454014D-FC40-DABB-5F97-62E05A376F6A}"/>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872440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body text three columns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dirty="0"/>
          </a:p>
        </p:txBody>
      </p:sp>
      <p:sp>
        <p:nvSpPr>
          <p:cNvPr id="3" name="Content Placeholder 2">
            <a:extLst>
              <a:ext uri="{FF2B5EF4-FFF2-40B4-BE49-F238E27FC236}">
                <a16:creationId xmlns:a16="http://schemas.microsoft.com/office/drawing/2014/main" id="{389E2655-E9DF-246B-F4FD-D62B2B37A4B3}"/>
              </a:ext>
            </a:extLst>
          </p:cNvPr>
          <p:cNvSpPr>
            <a:spLocks noGrp="1"/>
          </p:cNvSpPr>
          <p:nvPr>
            <p:ph sz="half" idx="15" hasCustomPrompt="1"/>
          </p:nvPr>
        </p:nvSpPr>
        <p:spPr>
          <a:xfrm>
            <a:off x="838200" y="2029022"/>
            <a:ext cx="304564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dirty="0"/>
              <a:t>Click to add subtitle</a:t>
            </a:r>
          </a:p>
        </p:txBody>
      </p:sp>
      <p:sp>
        <p:nvSpPr>
          <p:cNvPr id="14" name="Content Placeholder 2">
            <a:extLst>
              <a:ext uri="{FF2B5EF4-FFF2-40B4-BE49-F238E27FC236}">
                <a16:creationId xmlns:a16="http://schemas.microsoft.com/office/drawing/2014/main" id="{A1C7A71E-B4AA-350C-C619-6CD926C5FB05}"/>
              </a:ext>
            </a:extLst>
          </p:cNvPr>
          <p:cNvSpPr>
            <a:spLocks noGrp="1"/>
          </p:cNvSpPr>
          <p:nvPr>
            <p:ph sz="half" idx="1"/>
          </p:nvPr>
        </p:nvSpPr>
        <p:spPr>
          <a:xfrm>
            <a:off x="838200" y="2690199"/>
            <a:ext cx="3045644" cy="2598238"/>
          </a:xfrm>
        </p:spPr>
        <p:txBody>
          <a:bodyPr>
            <a:noAutofit/>
          </a:bodyPr>
          <a:lstStyle>
            <a:lvl1pPr marL="0" inden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0B64B145-4048-55E1-B2E9-6B27CC0E5870}"/>
              </a:ext>
            </a:extLst>
          </p:cNvPr>
          <p:cNvSpPr>
            <a:spLocks noGrp="1"/>
          </p:cNvSpPr>
          <p:nvPr>
            <p:ph sz="half" idx="16" hasCustomPrompt="1"/>
          </p:nvPr>
        </p:nvSpPr>
        <p:spPr>
          <a:xfrm>
            <a:off x="4586925" y="2010169"/>
            <a:ext cx="3132055"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dirty="0"/>
              <a:t>Click to add subtitle</a:t>
            </a:r>
          </a:p>
        </p:txBody>
      </p:sp>
      <p:sp>
        <p:nvSpPr>
          <p:cNvPr id="16" name="Content Placeholder 2">
            <a:extLst>
              <a:ext uri="{FF2B5EF4-FFF2-40B4-BE49-F238E27FC236}">
                <a16:creationId xmlns:a16="http://schemas.microsoft.com/office/drawing/2014/main" id="{56044468-6F92-BCD9-357B-E33281665606}"/>
              </a:ext>
            </a:extLst>
          </p:cNvPr>
          <p:cNvSpPr>
            <a:spLocks noGrp="1"/>
          </p:cNvSpPr>
          <p:nvPr>
            <p:ph sz="half" idx="10"/>
          </p:nvPr>
        </p:nvSpPr>
        <p:spPr>
          <a:xfrm>
            <a:off x="4586926" y="2690199"/>
            <a:ext cx="3132055" cy="2598238"/>
          </a:xfrm>
        </p:spPr>
        <p:txBody>
          <a:bodyPr>
            <a:noAutofit/>
          </a:bodyPr>
          <a:lstStyle>
            <a:lvl1pPr marL="0" indent="0">
              <a:buNone/>
              <a:defRPr sz="2000">
                <a:solidFill>
                  <a:schemeClr val="tx1"/>
                </a:solidFill>
              </a:defRPr>
            </a:lvl1pPr>
          </a:lstStyle>
          <a:p>
            <a:pPr lvl="0"/>
            <a:r>
              <a:rPr lang="en-US"/>
              <a:t>Click to edit Master text styles</a:t>
            </a:r>
          </a:p>
        </p:txBody>
      </p:sp>
      <p:sp>
        <p:nvSpPr>
          <p:cNvPr id="5" name="Content Placeholder 2">
            <a:extLst>
              <a:ext uri="{FF2B5EF4-FFF2-40B4-BE49-F238E27FC236}">
                <a16:creationId xmlns:a16="http://schemas.microsoft.com/office/drawing/2014/main" id="{AE2839C1-28EB-C84A-8FE0-1EB86DE1BDEE}"/>
              </a:ext>
            </a:extLst>
          </p:cNvPr>
          <p:cNvSpPr>
            <a:spLocks noGrp="1"/>
          </p:cNvSpPr>
          <p:nvPr>
            <p:ph sz="half" idx="17" hasCustomPrompt="1"/>
          </p:nvPr>
        </p:nvSpPr>
        <p:spPr>
          <a:xfrm>
            <a:off x="8422064" y="2029022"/>
            <a:ext cx="3045644" cy="460375"/>
          </a:xfrm>
          <a:solidFill>
            <a:schemeClr val="tx2"/>
          </a:solidFill>
          <a:ln w="12700" cap="rnd">
            <a:noFill/>
            <a:round/>
          </a:ln>
        </p:spPr>
        <p:style>
          <a:lnRef idx="2">
            <a:schemeClr val="accent1"/>
          </a:lnRef>
          <a:fillRef idx="1">
            <a:schemeClr val="lt1"/>
          </a:fillRef>
          <a:effectRef idx="0">
            <a:schemeClr val="accent1"/>
          </a:effectRef>
          <a:fontRef idx="minor">
            <a:schemeClr val="dk1"/>
          </a:fontRef>
        </p:style>
        <p:txBody>
          <a:bodyPr lIns="72000" tIns="72000" rIns="72000" bIns="72000">
            <a:noAutofit/>
          </a:bodyPr>
          <a:lstStyle>
            <a:lvl1pPr marL="0" indent="0">
              <a:buNone/>
              <a:defRPr sz="2400" b="1">
                <a:solidFill>
                  <a:schemeClr val="bg1"/>
                </a:solidFill>
              </a:defRPr>
            </a:lvl1pPr>
          </a:lstStyle>
          <a:p>
            <a:pPr lvl="0"/>
            <a:r>
              <a:rPr lang="en-US" dirty="0"/>
              <a:t>Click to add subtitle</a:t>
            </a:r>
          </a:p>
        </p:txBody>
      </p:sp>
      <p:sp>
        <p:nvSpPr>
          <p:cNvPr id="18" name="Content Placeholder 2">
            <a:extLst>
              <a:ext uri="{FF2B5EF4-FFF2-40B4-BE49-F238E27FC236}">
                <a16:creationId xmlns:a16="http://schemas.microsoft.com/office/drawing/2014/main" id="{A1E8E11D-2B2A-C5C5-EFFC-16D798510576}"/>
              </a:ext>
            </a:extLst>
          </p:cNvPr>
          <p:cNvSpPr>
            <a:spLocks noGrp="1"/>
          </p:cNvSpPr>
          <p:nvPr>
            <p:ph sz="half" idx="11"/>
          </p:nvPr>
        </p:nvSpPr>
        <p:spPr>
          <a:xfrm>
            <a:off x="8422064" y="2690199"/>
            <a:ext cx="3045644" cy="2598238"/>
          </a:xfrm>
        </p:spPr>
        <p:txBody>
          <a:bodyPr>
            <a:noAutofit/>
          </a:bodyPr>
          <a:lstStyle>
            <a:lvl1pPr>
              <a:defRPr sz="20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t>Click to edit Master text styles</a:t>
            </a:r>
          </a:p>
        </p:txBody>
      </p:sp>
      <p:sp>
        <p:nvSpPr>
          <p:cNvPr id="7" name="Slide Number Placeholder 5">
            <a:extLst>
              <a:ext uri="{FF2B5EF4-FFF2-40B4-BE49-F238E27FC236}">
                <a16:creationId xmlns:a16="http://schemas.microsoft.com/office/drawing/2014/main" id="{62761D88-1D18-A805-8D96-5BEBFEFE219D}"/>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8" name="Footer Placeholder 8">
            <a:extLst>
              <a:ext uri="{FF2B5EF4-FFF2-40B4-BE49-F238E27FC236}">
                <a16:creationId xmlns:a16="http://schemas.microsoft.com/office/drawing/2014/main" id="{C4BB2291-2147-D1C0-AB46-6D3DE9C2DA5F}"/>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720171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ody text and image coloure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noAutofit/>
          </a:bodyPr>
          <a:lstStyle>
            <a:lvl1pPr>
              <a:defRPr>
                <a:solidFill>
                  <a:schemeClr val="tx1"/>
                </a:solidFill>
              </a:defRPr>
            </a:lvl1pPr>
          </a:lstStyle>
          <a:p>
            <a:r>
              <a:rPr lang="en-US"/>
              <a:t>Click to edit Master title style</a:t>
            </a:r>
            <a:endParaRPr lang="en-IE" dirty="0"/>
          </a:p>
        </p:txBody>
      </p:sp>
      <p:sp>
        <p:nvSpPr>
          <p:cNvPr id="7" name="Content Placeholder 2">
            <a:extLst>
              <a:ext uri="{FF2B5EF4-FFF2-40B4-BE49-F238E27FC236}">
                <a16:creationId xmlns:a16="http://schemas.microsoft.com/office/drawing/2014/main" id="{4F9DE773-46A1-EE6A-D3DF-FC96DCA4C7CB}"/>
              </a:ext>
            </a:extLst>
          </p:cNvPr>
          <p:cNvSpPr>
            <a:spLocks noGrp="1"/>
          </p:cNvSpPr>
          <p:nvPr>
            <p:ph sz="half" idx="1"/>
          </p:nvPr>
        </p:nvSpPr>
        <p:spPr>
          <a:xfrm>
            <a:off x="838200" y="1847851"/>
            <a:ext cx="4670502" cy="3638549"/>
          </a:xfrm>
          <a:noFill/>
        </p:spPr>
        <p:txBody>
          <a:bodyPr>
            <a:noAutofit/>
          </a:bodyPr>
          <a:lstStyle>
            <a:lvl1pPr marL="0" indent="0">
              <a:buNone/>
              <a:defRPr sz="200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36CC71E5-FBEB-2751-9FF1-D81B32C5D665}"/>
              </a:ext>
            </a:extLst>
          </p:cNvPr>
          <p:cNvSpPr>
            <a:spLocks noGrp="1"/>
          </p:cNvSpPr>
          <p:nvPr>
            <p:ph type="pic" sz="quarter" idx="10"/>
          </p:nvPr>
        </p:nvSpPr>
        <p:spPr>
          <a:xfrm>
            <a:off x="6350002" y="1825625"/>
            <a:ext cx="5003800" cy="3638550"/>
          </a:xfrm>
          <a:solidFill>
            <a:schemeClr val="tx2"/>
          </a:solidFill>
          <a:ln w="76200">
            <a:noFill/>
          </a:ln>
          <a:effectLst/>
        </p:spPr>
        <p:txBody>
          <a:bodyPr/>
          <a:lstStyle>
            <a:lvl1pPr marL="0" indent="0">
              <a:buNone/>
              <a:defRPr>
                <a:solidFill>
                  <a:schemeClr val="bg2"/>
                </a:solidFill>
              </a:defRPr>
            </a:lvl1pPr>
          </a:lstStyle>
          <a:p>
            <a:r>
              <a:rPr lang="en-US"/>
              <a:t>Click icon to add picture</a:t>
            </a:r>
            <a:endParaRPr lang="en-IE" dirty="0"/>
          </a:p>
        </p:txBody>
      </p:sp>
      <p:pic>
        <p:nvPicPr>
          <p:cNvPr id="6" name="Picture 5" descr="A blue flag with yellow stars and stripes&#10;&#10;Description automatically generated">
            <a:extLst>
              <a:ext uri="{FF2B5EF4-FFF2-40B4-BE49-F238E27FC236}">
                <a16:creationId xmlns:a16="http://schemas.microsoft.com/office/drawing/2014/main" id="{93834467-B58A-08E2-AA0A-DB1D50F360B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5" name="Picture 4" descr="A blue flag with yellow stars and stripes&#10;&#10;Description automatically generated">
            <a:extLst>
              <a:ext uri="{FF2B5EF4-FFF2-40B4-BE49-F238E27FC236}">
                <a16:creationId xmlns:a16="http://schemas.microsoft.com/office/drawing/2014/main" id="{570F0233-3DB4-DD9F-5F0F-396910702D8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8" name="Slide Number Placeholder 5">
            <a:extLst>
              <a:ext uri="{FF2B5EF4-FFF2-40B4-BE49-F238E27FC236}">
                <a16:creationId xmlns:a16="http://schemas.microsoft.com/office/drawing/2014/main" id="{4A4DF5A1-9706-DCB7-1601-51D0F26AEF16}"/>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9" name="Footer Placeholder 8">
            <a:extLst>
              <a:ext uri="{FF2B5EF4-FFF2-40B4-BE49-F238E27FC236}">
                <a16:creationId xmlns:a16="http://schemas.microsoft.com/office/drawing/2014/main" id="{EFB7DFF0-1C84-8F6C-0408-2B151512616E}"/>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1325619573"/>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dy text and image ">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noAutofit/>
          </a:bodyPr>
          <a:lstStyle>
            <a:lvl1pPr>
              <a:defRPr>
                <a:solidFill>
                  <a:schemeClr val="bg2"/>
                </a:solidFill>
              </a:defRPr>
            </a:lvl1pPr>
          </a:lstStyle>
          <a:p>
            <a:r>
              <a:rPr lang="en-US"/>
              <a:t>Click to edit Master title style</a:t>
            </a:r>
            <a:endParaRPr lang="en-IE" dirty="0"/>
          </a:p>
        </p:txBody>
      </p:sp>
      <p:sp>
        <p:nvSpPr>
          <p:cNvPr id="5" name="Content Placeholder 2">
            <a:extLst>
              <a:ext uri="{FF2B5EF4-FFF2-40B4-BE49-F238E27FC236}">
                <a16:creationId xmlns:a16="http://schemas.microsoft.com/office/drawing/2014/main" id="{CA9BD169-F6A4-2E23-F2D4-B7DED1FC9941}"/>
              </a:ext>
            </a:extLst>
          </p:cNvPr>
          <p:cNvSpPr>
            <a:spLocks noGrp="1"/>
          </p:cNvSpPr>
          <p:nvPr>
            <p:ph sz="half" idx="1"/>
          </p:nvPr>
        </p:nvSpPr>
        <p:spPr>
          <a:xfrm>
            <a:off x="838200" y="1847851"/>
            <a:ext cx="4670502" cy="3638549"/>
          </a:xfrm>
          <a:noFill/>
        </p:spPr>
        <p:txBody>
          <a:bodyPr>
            <a:noAutofit/>
          </a:bodyPr>
          <a:lstStyle>
            <a:lvl1pPr marL="0" indent="0">
              <a:buNone/>
              <a:defRPr sz="2000">
                <a:solidFill>
                  <a:schemeClr val="bg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36CC71E5-FBEB-2751-9FF1-D81B32C5D665}"/>
              </a:ext>
            </a:extLst>
          </p:cNvPr>
          <p:cNvSpPr>
            <a:spLocks noGrp="1"/>
          </p:cNvSpPr>
          <p:nvPr>
            <p:ph type="pic" sz="quarter" idx="10"/>
          </p:nvPr>
        </p:nvSpPr>
        <p:spPr>
          <a:xfrm>
            <a:off x="6350002" y="1825625"/>
            <a:ext cx="5003800" cy="3638550"/>
          </a:xfrm>
          <a:solidFill>
            <a:schemeClr val="tx2"/>
          </a:solidFill>
          <a:ln w="76200">
            <a:noFill/>
          </a:ln>
          <a:effectLst/>
        </p:spPr>
        <p:txBody>
          <a:bodyPr/>
          <a:lstStyle>
            <a:lvl1pPr marL="0" indent="0">
              <a:buNone/>
              <a:defRPr>
                <a:solidFill>
                  <a:schemeClr val="bg2"/>
                </a:solidFill>
              </a:defRPr>
            </a:lvl1pPr>
          </a:lstStyle>
          <a:p>
            <a:r>
              <a:rPr lang="en-US"/>
              <a:t>Click icon to add picture</a:t>
            </a:r>
            <a:endParaRPr lang="en-IE" dirty="0"/>
          </a:p>
        </p:txBody>
      </p:sp>
      <p:sp>
        <p:nvSpPr>
          <p:cNvPr id="6" name="Slide Number Placeholder 5">
            <a:extLst>
              <a:ext uri="{FF2B5EF4-FFF2-40B4-BE49-F238E27FC236}">
                <a16:creationId xmlns:a16="http://schemas.microsoft.com/office/drawing/2014/main" id="{880C2FD4-3B80-FE70-83EA-C9956AF116F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7" name="Footer Placeholder 8">
            <a:extLst>
              <a:ext uri="{FF2B5EF4-FFF2-40B4-BE49-F238E27FC236}">
                <a16:creationId xmlns:a16="http://schemas.microsoft.com/office/drawing/2014/main" id="{B7624A9B-CC72-EEB9-2AE2-FDB9629A099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bg1"/>
                </a:solidFill>
                <a:latin typeface="+mn-lt"/>
              </a:defRPr>
            </a:lvl1pPr>
          </a:lstStyle>
          <a:p>
            <a:endParaRPr lang="en-IE" dirty="0"/>
          </a:p>
        </p:txBody>
      </p:sp>
    </p:spTree>
    <p:extLst>
      <p:ext uri="{BB962C8B-B14F-4D97-AF65-F5344CB8AC3E}">
        <p14:creationId xmlns:p14="http://schemas.microsoft.com/office/powerpoint/2010/main" val="208592379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ody text and 4 images ">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838200" y="365126"/>
            <a:ext cx="10515602" cy="816904"/>
          </a:xfrm>
        </p:spPr>
        <p:txBody>
          <a:bodyPr/>
          <a:lstStyle>
            <a:lvl1pPr>
              <a:defRPr>
                <a:solidFill>
                  <a:schemeClr val="bg2"/>
                </a:solidFill>
              </a:defRPr>
            </a:lvl1pPr>
          </a:lstStyle>
          <a:p>
            <a:r>
              <a:rPr lang="en-US"/>
              <a:t>Click to edit Master title style</a:t>
            </a:r>
            <a:endParaRPr lang="en-IE" dirty="0"/>
          </a:p>
        </p:txBody>
      </p:sp>
      <p:sp>
        <p:nvSpPr>
          <p:cNvPr id="3" name="Google Shape;91;p33">
            <a:extLst>
              <a:ext uri="{FF2B5EF4-FFF2-40B4-BE49-F238E27FC236}">
                <a16:creationId xmlns:a16="http://schemas.microsoft.com/office/drawing/2014/main" id="{A9F38C94-2545-ED67-4909-C5A475FCF803}"/>
              </a:ext>
            </a:extLst>
          </p:cNvPr>
          <p:cNvSpPr>
            <a:spLocks noGrp="1"/>
          </p:cNvSpPr>
          <p:nvPr>
            <p:ph type="pic" idx="2"/>
          </p:nvPr>
        </p:nvSpPr>
        <p:spPr>
          <a:xfrm>
            <a:off x="3538332" y="2197664"/>
            <a:ext cx="2461591" cy="1638158"/>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dirty="0"/>
          </a:p>
        </p:txBody>
      </p:sp>
      <p:sp>
        <p:nvSpPr>
          <p:cNvPr id="10" name="Google Shape;95;p33">
            <a:extLst>
              <a:ext uri="{FF2B5EF4-FFF2-40B4-BE49-F238E27FC236}">
                <a16:creationId xmlns:a16="http://schemas.microsoft.com/office/drawing/2014/main" id="{45EC68E1-18F5-04CB-00B3-F8948F3B4F18}"/>
              </a:ext>
            </a:extLst>
          </p:cNvPr>
          <p:cNvSpPr>
            <a:spLocks noGrp="1"/>
          </p:cNvSpPr>
          <p:nvPr>
            <p:ph type="pic" idx="5"/>
          </p:nvPr>
        </p:nvSpPr>
        <p:spPr>
          <a:xfrm>
            <a:off x="6161035" y="2197663"/>
            <a:ext cx="2461593" cy="1638159"/>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dirty="0"/>
          </a:p>
        </p:txBody>
      </p:sp>
      <p:sp>
        <p:nvSpPr>
          <p:cNvPr id="13" name="Text Placeholder 12">
            <a:extLst>
              <a:ext uri="{FF2B5EF4-FFF2-40B4-BE49-F238E27FC236}">
                <a16:creationId xmlns:a16="http://schemas.microsoft.com/office/drawing/2014/main" id="{00A4763F-1C9A-B628-1609-DA5C75C90FC9}"/>
              </a:ext>
            </a:extLst>
          </p:cNvPr>
          <p:cNvSpPr>
            <a:spLocks noGrp="1"/>
          </p:cNvSpPr>
          <p:nvPr>
            <p:ph type="body" sz="quarter" idx="10"/>
          </p:nvPr>
        </p:nvSpPr>
        <p:spPr>
          <a:xfrm>
            <a:off x="8802758" y="2197100"/>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15" name="Google Shape;91;p33">
            <a:extLst>
              <a:ext uri="{FF2B5EF4-FFF2-40B4-BE49-F238E27FC236}">
                <a16:creationId xmlns:a16="http://schemas.microsoft.com/office/drawing/2014/main" id="{0AB5F208-A96D-CEBC-874F-7B719FD86FEB}"/>
              </a:ext>
            </a:extLst>
          </p:cNvPr>
          <p:cNvSpPr>
            <a:spLocks noGrp="1"/>
          </p:cNvSpPr>
          <p:nvPr>
            <p:ph type="pic" idx="11"/>
          </p:nvPr>
        </p:nvSpPr>
        <p:spPr>
          <a:xfrm>
            <a:off x="3538332" y="4031391"/>
            <a:ext cx="2461591" cy="1638158"/>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dirty="0"/>
          </a:p>
        </p:txBody>
      </p:sp>
      <p:sp>
        <p:nvSpPr>
          <p:cNvPr id="17" name="Google Shape;95;p33">
            <a:extLst>
              <a:ext uri="{FF2B5EF4-FFF2-40B4-BE49-F238E27FC236}">
                <a16:creationId xmlns:a16="http://schemas.microsoft.com/office/drawing/2014/main" id="{0AC28D44-5B34-89F9-D8AB-62E99E380E36}"/>
              </a:ext>
            </a:extLst>
          </p:cNvPr>
          <p:cNvSpPr>
            <a:spLocks noGrp="1"/>
          </p:cNvSpPr>
          <p:nvPr>
            <p:ph type="pic" idx="13"/>
          </p:nvPr>
        </p:nvSpPr>
        <p:spPr>
          <a:xfrm>
            <a:off x="6161035" y="4031390"/>
            <a:ext cx="2461593" cy="1638159"/>
          </a:xfrm>
          <a:prstGeom prst="rect">
            <a:avLst/>
          </a:prstGeom>
          <a:solidFill>
            <a:schemeClr val="lt2"/>
          </a:solidFill>
          <a:ln>
            <a:noFill/>
          </a:ln>
        </p:spPr>
        <p:txBody>
          <a:bodyPr/>
          <a:lstStyle>
            <a:lvl1pPr marL="0" indent="0">
              <a:buNone/>
              <a:defRPr>
                <a:solidFill>
                  <a:schemeClr val="bg2"/>
                </a:solidFill>
              </a:defRPr>
            </a:lvl1pPr>
          </a:lstStyle>
          <a:p>
            <a:r>
              <a:rPr lang="en-US"/>
              <a:t>Click icon to add picture</a:t>
            </a:r>
            <a:endParaRPr lang="en-IE" dirty="0"/>
          </a:p>
        </p:txBody>
      </p:sp>
      <p:sp>
        <p:nvSpPr>
          <p:cNvPr id="18" name="Text Placeholder 12">
            <a:extLst>
              <a:ext uri="{FF2B5EF4-FFF2-40B4-BE49-F238E27FC236}">
                <a16:creationId xmlns:a16="http://schemas.microsoft.com/office/drawing/2014/main" id="{14095A4F-385F-CF4A-5E10-E3628D85F6C8}"/>
              </a:ext>
            </a:extLst>
          </p:cNvPr>
          <p:cNvSpPr>
            <a:spLocks noGrp="1"/>
          </p:cNvSpPr>
          <p:nvPr>
            <p:ph type="body" sz="quarter" idx="14"/>
          </p:nvPr>
        </p:nvSpPr>
        <p:spPr>
          <a:xfrm>
            <a:off x="8802758" y="4030827"/>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4" name="Text Placeholder 12">
            <a:extLst>
              <a:ext uri="{FF2B5EF4-FFF2-40B4-BE49-F238E27FC236}">
                <a16:creationId xmlns:a16="http://schemas.microsoft.com/office/drawing/2014/main" id="{092A6C90-A6CE-C107-4350-7906F5FDD7FC}"/>
              </a:ext>
            </a:extLst>
          </p:cNvPr>
          <p:cNvSpPr>
            <a:spLocks noGrp="1"/>
          </p:cNvSpPr>
          <p:nvPr>
            <p:ph type="body" sz="quarter" idx="15"/>
          </p:nvPr>
        </p:nvSpPr>
        <p:spPr>
          <a:xfrm>
            <a:off x="838839" y="2197100"/>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6" name="Text Placeholder 12">
            <a:extLst>
              <a:ext uri="{FF2B5EF4-FFF2-40B4-BE49-F238E27FC236}">
                <a16:creationId xmlns:a16="http://schemas.microsoft.com/office/drawing/2014/main" id="{FA45C4F8-1803-A72B-10DF-5927ABF6E406}"/>
              </a:ext>
            </a:extLst>
          </p:cNvPr>
          <p:cNvSpPr>
            <a:spLocks noGrp="1"/>
          </p:cNvSpPr>
          <p:nvPr>
            <p:ph type="body" sz="quarter" idx="16"/>
          </p:nvPr>
        </p:nvSpPr>
        <p:spPr>
          <a:xfrm>
            <a:off x="838839" y="4030827"/>
            <a:ext cx="2519363" cy="1638300"/>
          </a:xfrm>
        </p:spPr>
        <p:txBody>
          <a:bodyPr/>
          <a:lstStyle>
            <a:lvl1pPr marL="0" indent="0">
              <a:buNone/>
              <a:defRPr>
                <a:solidFill>
                  <a:schemeClr val="bg1"/>
                </a:solidFill>
              </a:defRPr>
            </a:lvl1pPr>
            <a:lvl2pPr marL="457200" indent="0">
              <a:buNone/>
              <a:defRPr/>
            </a:lvl2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8F9C7B51-3F16-5ABF-3BE2-AA17BD10DB6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7" name="Footer Placeholder 8">
            <a:extLst>
              <a:ext uri="{FF2B5EF4-FFF2-40B4-BE49-F238E27FC236}">
                <a16:creationId xmlns:a16="http://schemas.microsoft.com/office/drawing/2014/main" id="{F256C38A-CD2B-89BF-A117-9ED92151C6AD}"/>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bg1"/>
                </a:solidFill>
                <a:latin typeface="+mn-lt"/>
              </a:defRPr>
            </a:lvl1pPr>
          </a:lstStyle>
          <a:p>
            <a:endParaRPr lang="en-IE" dirty="0"/>
          </a:p>
        </p:txBody>
      </p:sp>
    </p:spTree>
    <p:extLst>
      <p:ext uri="{BB962C8B-B14F-4D97-AF65-F5344CB8AC3E}">
        <p14:creationId xmlns:p14="http://schemas.microsoft.com/office/powerpoint/2010/main" val="350472760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and big photo">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3766457" y="589047"/>
            <a:ext cx="7587343" cy="717240"/>
          </a:xfrm>
          <a:solidFill>
            <a:schemeClr val="bg1"/>
          </a:solidFill>
        </p:spPr>
        <p:txBody>
          <a:bodyPr>
            <a:noAutofit/>
          </a:bodyPr>
          <a:lstStyle>
            <a:lvl1pPr>
              <a:defRPr sz="4400"/>
            </a:lvl1pPr>
          </a:lstStyle>
          <a:p>
            <a:r>
              <a:rPr lang="en-US"/>
              <a:t>Click to edit Master title style</a:t>
            </a:r>
            <a:endParaRPr lang="en-IE" dirty="0"/>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3766457" y="1895333"/>
            <a:ext cx="7587342" cy="3845577"/>
          </a:xfrm>
          <a:solidFill>
            <a:schemeClr val="bg1"/>
          </a:solidFill>
        </p:spPr>
        <p:txBody>
          <a:bodyPr>
            <a:noAutofit/>
          </a:bodyPr>
          <a:lstStyle>
            <a:lvl1pPr>
              <a:defRPr sz="2000"/>
            </a:lvl1pPr>
          </a:lstStyle>
          <a:p>
            <a:pPr lvl="0"/>
            <a:r>
              <a:rPr lang="en-US"/>
              <a:t>Click to edit Master text styles</a:t>
            </a:r>
          </a:p>
        </p:txBody>
      </p:sp>
      <p:sp>
        <p:nvSpPr>
          <p:cNvPr id="6" name="Footer Placeholder 8">
            <a:extLst>
              <a:ext uri="{FF2B5EF4-FFF2-40B4-BE49-F238E27FC236}">
                <a16:creationId xmlns:a16="http://schemas.microsoft.com/office/drawing/2014/main" id="{E7AFEC3F-1C21-3132-B967-9F0F25A5601F}"/>
              </a:ext>
            </a:extLst>
          </p:cNvPr>
          <p:cNvSpPr>
            <a:spLocks noGrp="1"/>
          </p:cNvSpPr>
          <p:nvPr>
            <p:ph type="ftr" sz="quarter" idx="3"/>
          </p:nvPr>
        </p:nvSpPr>
        <p:spPr>
          <a:xfrm>
            <a:off x="5502728" y="6268953"/>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415917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and big photo coloured title 1">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6" name="Content Placeholder 2">
            <a:extLst>
              <a:ext uri="{FF2B5EF4-FFF2-40B4-BE49-F238E27FC236}">
                <a16:creationId xmlns:a16="http://schemas.microsoft.com/office/drawing/2014/main" id="{E2F83483-47D9-4712-A8D7-6CBF61775821}"/>
              </a:ext>
            </a:extLst>
          </p:cNvPr>
          <p:cNvSpPr>
            <a:spLocks noGrp="1"/>
          </p:cNvSpPr>
          <p:nvPr>
            <p:ph sz="half" idx="16" hasCustomPrompt="1"/>
          </p:nvPr>
        </p:nvSpPr>
        <p:spPr>
          <a:xfrm>
            <a:off x="125185" y="6162533"/>
            <a:ext cx="6090558" cy="390667"/>
          </a:xfrm>
          <a:solidFill>
            <a:schemeClr val="bg1"/>
          </a:solidFill>
        </p:spPr>
        <p:txBody>
          <a:bodyPr anchor="ctr">
            <a:noAutofit/>
          </a:bodyPr>
          <a:lstStyle>
            <a:lvl1pPr marL="0" indent="0">
              <a:buNone/>
              <a:defRPr sz="1800" i="1"/>
            </a:lvl1pPr>
          </a:lstStyle>
          <a:p>
            <a:pPr lvl="0"/>
            <a:r>
              <a:rPr lang="en-US" dirty="0"/>
              <a:t>Click to edit Master text styles (caption)</a:t>
            </a:r>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6215743" y="589047"/>
            <a:ext cx="5138057" cy="717240"/>
          </a:xfrm>
          <a:solidFill>
            <a:schemeClr val="bg1"/>
          </a:solidFill>
        </p:spPr>
        <p:txBody>
          <a:bodyPr lIns="72000" tIns="72000" rIns="72000" bIns="72000">
            <a:noAutofit/>
          </a:bodyPr>
          <a:lstStyle>
            <a:lvl1pPr>
              <a:defRPr sz="4400">
                <a:solidFill>
                  <a:schemeClr val="bg1"/>
                </a:solidFill>
                <a:highlight>
                  <a:srgbClr val="003399"/>
                </a:highlight>
              </a:defRPr>
            </a:lvl1pPr>
          </a:lstStyle>
          <a:p>
            <a:r>
              <a:rPr lang="en-US"/>
              <a:t>Click to edit Master title style</a:t>
            </a:r>
            <a:endParaRPr lang="en-IE" dirty="0"/>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6215743" y="1895333"/>
            <a:ext cx="5138056" cy="3845577"/>
          </a:xfrm>
          <a:solidFill>
            <a:schemeClr val="bg1"/>
          </a:solidFill>
        </p:spPr>
        <p:txBody>
          <a:bodyPr>
            <a:noAutofit/>
          </a:bodyPr>
          <a:lstStyle>
            <a:lvl1pPr marL="0" indent="0">
              <a:buClr>
                <a:schemeClr val="tx2"/>
              </a:buClr>
              <a:buSzPct val="150000"/>
              <a:buFont typeface="Arial" panose="020B0604020202020204" pitchFamily="34" charset="0"/>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3772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and big photo coloured titl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F035CA-6728-7746-C9FC-81382094BF06}"/>
              </a:ext>
            </a:extLst>
          </p:cNvPr>
          <p:cNvSpPr/>
          <p:nvPr/>
        </p:nvSpPr>
        <p:spPr>
          <a:xfrm>
            <a:off x="5388429" y="0"/>
            <a:ext cx="6803571"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0" y="1"/>
            <a:ext cx="5388429"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8" name="Content Placeholder 2">
            <a:extLst>
              <a:ext uri="{FF2B5EF4-FFF2-40B4-BE49-F238E27FC236}">
                <a16:creationId xmlns:a16="http://schemas.microsoft.com/office/drawing/2014/main" id="{4DE701F0-97E6-7792-DA18-AD6E08BC874A}"/>
              </a:ext>
            </a:extLst>
          </p:cNvPr>
          <p:cNvSpPr>
            <a:spLocks noGrp="1"/>
          </p:cNvSpPr>
          <p:nvPr>
            <p:ph sz="half" idx="16" hasCustomPrompt="1"/>
          </p:nvPr>
        </p:nvSpPr>
        <p:spPr>
          <a:xfrm>
            <a:off x="125185" y="6162533"/>
            <a:ext cx="6090558" cy="390667"/>
          </a:xfrm>
          <a:solidFill>
            <a:schemeClr val="bg1"/>
          </a:solidFill>
        </p:spPr>
        <p:txBody>
          <a:bodyPr anchor="ctr">
            <a:noAutofit/>
          </a:bodyPr>
          <a:lstStyle>
            <a:lvl1pPr marL="0" indent="0">
              <a:buNone/>
              <a:defRPr sz="1800" i="1"/>
            </a:lvl1pPr>
          </a:lstStyle>
          <a:p>
            <a:pPr lvl="0"/>
            <a:r>
              <a:rPr lang="en-US" dirty="0"/>
              <a:t>Click to edit Master text styles (caption)</a:t>
            </a:r>
          </a:p>
        </p:txBody>
      </p:sp>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a:xfrm>
            <a:off x="6215743" y="589046"/>
            <a:ext cx="5138057" cy="1000267"/>
          </a:xfrm>
          <a:noFill/>
        </p:spPr>
        <p:txBody>
          <a:bodyPr lIns="72000" tIns="72000" rIns="72000" bIns="72000">
            <a:noAutofit/>
          </a:bodyPr>
          <a:lstStyle>
            <a:lvl1pPr>
              <a:defRPr sz="4400">
                <a:solidFill>
                  <a:schemeClr val="tx2"/>
                </a:solidFill>
                <a:highlight>
                  <a:srgbClr val="FFD34E"/>
                </a:highlight>
              </a:defRPr>
            </a:lvl1pPr>
          </a:lstStyle>
          <a:p>
            <a:r>
              <a:rPr lang="en-US"/>
              <a:t>Click to edit Master title style</a:t>
            </a:r>
            <a:endParaRPr lang="en-IE" dirty="0"/>
          </a:p>
        </p:txBody>
      </p:sp>
      <p:sp>
        <p:nvSpPr>
          <p:cNvPr id="5" name="Content Placeholder 2">
            <a:extLst>
              <a:ext uri="{FF2B5EF4-FFF2-40B4-BE49-F238E27FC236}">
                <a16:creationId xmlns:a16="http://schemas.microsoft.com/office/drawing/2014/main" id="{303EC882-6BB1-D514-72D9-A7D3FAE8C698}"/>
              </a:ext>
            </a:extLst>
          </p:cNvPr>
          <p:cNvSpPr>
            <a:spLocks noGrp="1"/>
          </p:cNvSpPr>
          <p:nvPr>
            <p:ph sz="half" idx="15"/>
          </p:nvPr>
        </p:nvSpPr>
        <p:spPr>
          <a:xfrm>
            <a:off x="6215743" y="1895333"/>
            <a:ext cx="5138056" cy="3845577"/>
          </a:xfrm>
          <a:noFill/>
        </p:spPr>
        <p:txBody>
          <a:bodyPr>
            <a:noAutofit/>
          </a:bodyPr>
          <a:lstStyle>
            <a:lvl1pPr marL="0" indent="0">
              <a:buClr>
                <a:schemeClr val="bg1"/>
              </a:buClr>
              <a:buSzPct val="150000"/>
              <a:buFont typeface="Arial" panose="020B0604020202020204" pitchFamily="34" charset="0"/>
              <a:buNone/>
              <a:defRPr sz="2000">
                <a:solidFill>
                  <a:schemeClr val="bg1"/>
                </a:solidFill>
              </a:defRPr>
            </a:lvl1pPr>
          </a:lstStyle>
          <a:p>
            <a:pPr lvl="0"/>
            <a:r>
              <a:rPr lang="en-US"/>
              <a:t>Click to edit Master text styles</a:t>
            </a:r>
          </a:p>
        </p:txBody>
      </p:sp>
      <p:pic>
        <p:nvPicPr>
          <p:cNvPr id="6" name="Picture 5" descr="A blue flag with yellow stars and stripes&#10;&#10;Description automatically generated">
            <a:extLst>
              <a:ext uri="{FF2B5EF4-FFF2-40B4-BE49-F238E27FC236}">
                <a16:creationId xmlns:a16="http://schemas.microsoft.com/office/drawing/2014/main" id="{F07C9B7E-A9F7-E74E-8B7F-3BB737CA398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9" name="Picture 8" descr="A blue flag with yellow stars and stripes&#10;&#10;Description automatically generated">
            <a:extLst>
              <a:ext uri="{FF2B5EF4-FFF2-40B4-BE49-F238E27FC236}">
                <a16:creationId xmlns:a16="http://schemas.microsoft.com/office/drawing/2014/main" id="{B7786630-3DC2-B1C3-65DD-397E4461975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Tree>
    <p:extLst>
      <p:ext uri="{BB962C8B-B14F-4D97-AF65-F5344CB8AC3E}">
        <p14:creationId xmlns:p14="http://schemas.microsoft.com/office/powerpoint/2010/main" val="25452073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in 2 columns and big photo">
    <p:spTree>
      <p:nvGrpSpPr>
        <p:cNvPr id="1" name=""/>
        <p:cNvGrpSpPr/>
        <p:nvPr/>
      </p:nvGrpSpPr>
      <p:grpSpPr>
        <a:xfrm>
          <a:off x="0" y="0"/>
          <a:ext cx="0" cy="0"/>
          <a:chOff x="0" y="0"/>
          <a:chExt cx="0" cy="0"/>
        </a:xfrm>
      </p:grpSpPr>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7773642" y="0"/>
            <a:ext cx="4418358" cy="685799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9" name="Title 1">
            <a:extLst>
              <a:ext uri="{FF2B5EF4-FFF2-40B4-BE49-F238E27FC236}">
                <a16:creationId xmlns:a16="http://schemas.microsoft.com/office/drawing/2014/main" id="{278936A4-CDCB-C345-F71F-92F2A35F2AF4}"/>
              </a:ext>
            </a:extLst>
          </p:cNvPr>
          <p:cNvSpPr>
            <a:spLocks noGrp="1"/>
          </p:cNvSpPr>
          <p:nvPr>
            <p:ph type="title"/>
          </p:nvPr>
        </p:nvSpPr>
        <p:spPr>
          <a:xfrm>
            <a:off x="838200" y="461067"/>
            <a:ext cx="7915275" cy="717240"/>
          </a:xfrm>
          <a:solidFill>
            <a:schemeClr val="bg1"/>
          </a:solidFill>
        </p:spPr>
        <p:txBody>
          <a:bodyPr>
            <a:noAutofit/>
          </a:bodyPr>
          <a:lstStyle>
            <a:lvl1pPr>
              <a:defRPr sz="4400"/>
            </a:lvl1pPr>
          </a:lstStyle>
          <a:p>
            <a:r>
              <a:rPr lang="en-US"/>
              <a:t>Click to edit Master title style</a:t>
            </a:r>
            <a:endParaRPr lang="en-IE" dirty="0"/>
          </a:p>
        </p:txBody>
      </p:sp>
      <p:sp>
        <p:nvSpPr>
          <p:cNvPr id="6" name="Content Placeholder 2">
            <a:extLst>
              <a:ext uri="{FF2B5EF4-FFF2-40B4-BE49-F238E27FC236}">
                <a16:creationId xmlns:a16="http://schemas.microsoft.com/office/drawing/2014/main" id="{BFE590DB-1C31-60F0-D6F8-A1706796115D}"/>
              </a:ext>
            </a:extLst>
          </p:cNvPr>
          <p:cNvSpPr>
            <a:spLocks noGrp="1"/>
          </p:cNvSpPr>
          <p:nvPr>
            <p:ph sz="half" idx="13"/>
          </p:nvPr>
        </p:nvSpPr>
        <p:spPr>
          <a:xfrm>
            <a:off x="838200" y="1833753"/>
            <a:ext cx="2974761" cy="3638550"/>
          </a:xfrm>
          <a:noFill/>
        </p:spPr>
        <p:txBody>
          <a:bodyPr>
            <a:noAutofit/>
          </a:bodyPr>
          <a:lstStyle>
            <a:lvl1pPr marL="0" indent="0">
              <a:buNone/>
              <a:defRPr sz="2000">
                <a:solidFill>
                  <a:schemeClr val="tx1"/>
                </a:solidFill>
              </a:defRPr>
            </a:lvl1pPr>
          </a:lstStyle>
          <a:p>
            <a:pPr lvl="0"/>
            <a:r>
              <a:rPr lang="en-US"/>
              <a:t>Click to edit Master text styles</a:t>
            </a:r>
          </a:p>
        </p:txBody>
      </p:sp>
      <p:sp>
        <p:nvSpPr>
          <p:cNvPr id="4" name="Content Placeholder 2">
            <a:extLst>
              <a:ext uri="{FF2B5EF4-FFF2-40B4-BE49-F238E27FC236}">
                <a16:creationId xmlns:a16="http://schemas.microsoft.com/office/drawing/2014/main" id="{094C5D68-6EAE-4A7A-7185-241C6CF3B9BB}"/>
              </a:ext>
            </a:extLst>
          </p:cNvPr>
          <p:cNvSpPr>
            <a:spLocks noGrp="1"/>
          </p:cNvSpPr>
          <p:nvPr>
            <p:ph sz="half" idx="12"/>
          </p:nvPr>
        </p:nvSpPr>
        <p:spPr>
          <a:xfrm>
            <a:off x="4305921" y="1833753"/>
            <a:ext cx="2974761" cy="3638550"/>
          </a:xfrm>
          <a:noFill/>
        </p:spPr>
        <p:txBody>
          <a:bodyPr>
            <a:noAutofit/>
          </a:bodyPr>
          <a:lstStyle>
            <a:lvl1pPr marL="0" indent="0">
              <a:buNone/>
              <a:defRPr sz="2000">
                <a:solidFill>
                  <a:schemeClr val="tx1"/>
                </a:solidFill>
              </a:defRPr>
            </a:lvl1pPr>
          </a:lstStyle>
          <a:p>
            <a:pPr lvl="0"/>
            <a:r>
              <a:rPr lang="en-US"/>
              <a:t>Click to edit Master text styles</a:t>
            </a:r>
          </a:p>
        </p:txBody>
      </p:sp>
      <p:pic>
        <p:nvPicPr>
          <p:cNvPr id="2" name="Picture 1" descr="A blue flag with yellow stars&#10;&#10;Description automatically generated">
            <a:extLst>
              <a:ext uri="{FF2B5EF4-FFF2-40B4-BE49-F238E27FC236}">
                <a16:creationId xmlns:a16="http://schemas.microsoft.com/office/drawing/2014/main" id="{901A7271-B7CF-4C49-1423-D7CA7ECEF27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Picture 4" descr="A blue flag with yellow stars&#10;&#10;Description automatically generated">
            <a:extLst>
              <a:ext uri="{FF2B5EF4-FFF2-40B4-BE49-F238E27FC236}">
                <a16:creationId xmlns:a16="http://schemas.microsoft.com/office/drawing/2014/main" id="{C0DCEE1B-27AC-37B6-7683-71F823E43E9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7" name="Slide Number Placeholder 5">
            <a:extLst>
              <a:ext uri="{FF2B5EF4-FFF2-40B4-BE49-F238E27FC236}">
                <a16:creationId xmlns:a16="http://schemas.microsoft.com/office/drawing/2014/main" id="{6397D846-EECB-7092-C88A-21E2250BDEB7}"/>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8" name="Footer Placeholder 8">
            <a:extLst>
              <a:ext uri="{FF2B5EF4-FFF2-40B4-BE49-F238E27FC236}">
                <a16:creationId xmlns:a16="http://schemas.microsoft.com/office/drawing/2014/main" id="{296A4E82-A1A1-EFC7-7768-E6DDC71C4345}"/>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dirty="0"/>
          </a:p>
        </p:txBody>
      </p:sp>
    </p:spTree>
    <p:extLst>
      <p:ext uri="{BB962C8B-B14F-4D97-AF65-F5344CB8AC3E}">
        <p14:creationId xmlns:p14="http://schemas.microsoft.com/office/powerpoint/2010/main" val="42559539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photos and three text boxe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1187F8-6993-4E2B-6622-C25429339D60}"/>
              </a:ext>
            </a:extLst>
          </p:cNvPr>
          <p:cNvSpPr>
            <a:spLocks noGrp="1"/>
          </p:cNvSpPr>
          <p:nvPr>
            <p:ph type="title"/>
          </p:nvPr>
        </p:nvSpPr>
        <p:spPr>
          <a:xfrm>
            <a:off x="838200" y="365126"/>
            <a:ext cx="10515602" cy="816904"/>
          </a:xfrm>
        </p:spPr>
        <p:txBody>
          <a:bodyPr>
            <a:noAutofit/>
          </a:bodyPr>
          <a:lstStyle>
            <a:lvl1pPr algn="l" defTabSz="914400" rtl="0" eaLnBrk="1" latinLnBrk="0" hangingPunct="1">
              <a:lnSpc>
                <a:spcPct val="90000"/>
              </a:lnSpc>
              <a:spcBef>
                <a:spcPct val="0"/>
              </a:spcBef>
              <a:buNone/>
              <a:defRPr lang="en-IE" sz="4400" kern="1200" dirty="0">
                <a:solidFill>
                  <a:schemeClr val="tx2"/>
                </a:solidFill>
                <a:latin typeface="+mj-lt"/>
                <a:ea typeface="+mj-ea"/>
                <a:cs typeface="+mj-cs"/>
              </a:defRPr>
            </a:lvl1pPr>
          </a:lstStyle>
          <a:p>
            <a:r>
              <a:rPr lang="en-US"/>
              <a:t>Click to edit Master title style</a:t>
            </a:r>
            <a:endParaRPr lang="en-IE" dirty="0"/>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72591"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5" name="Text Placeholder 4">
            <a:extLst>
              <a:ext uri="{FF2B5EF4-FFF2-40B4-BE49-F238E27FC236}">
                <a16:creationId xmlns:a16="http://schemas.microsoft.com/office/drawing/2014/main" id="{953FA7EE-FB05-1C4E-138A-F50BCF45EECE}"/>
              </a:ext>
            </a:extLst>
          </p:cNvPr>
          <p:cNvSpPr>
            <a:spLocks noGrp="1"/>
          </p:cNvSpPr>
          <p:nvPr>
            <p:ph type="body" sz="quarter" idx="29"/>
          </p:nvPr>
        </p:nvSpPr>
        <p:spPr>
          <a:xfrm>
            <a:off x="873125" y="4591050"/>
            <a:ext cx="3008313" cy="1103313"/>
          </a:xfrm>
        </p:spPr>
        <p:txBody>
          <a:bodyPr>
            <a:noAutofit/>
          </a:bodyPr>
          <a:lstStyle>
            <a:lvl1pPr marL="0" indent="0">
              <a:buNone/>
              <a:defRPr/>
            </a:lvl1pPr>
          </a:lstStyle>
          <a:p>
            <a:pPr lvl="0"/>
            <a:r>
              <a:rPr lang="en-US"/>
              <a:t>Click to edit Master text styles</a:t>
            </a:r>
          </a:p>
        </p:txBody>
      </p:sp>
      <p:sp>
        <p:nvSpPr>
          <p:cNvPr id="7" name="Google Shape;72;p30">
            <a:extLst>
              <a:ext uri="{FF2B5EF4-FFF2-40B4-BE49-F238E27FC236}">
                <a16:creationId xmlns:a16="http://schemas.microsoft.com/office/drawing/2014/main" id="{463AB235-233D-D0DB-E16C-CB9366541FFD}"/>
              </a:ext>
            </a:extLst>
          </p:cNvPr>
          <p:cNvSpPr>
            <a:spLocks noGrp="1"/>
          </p:cNvSpPr>
          <p:nvPr>
            <p:ph type="pic" idx="27"/>
          </p:nvPr>
        </p:nvSpPr>
        <p:spPr>
          <a:xfrm>
            <a:off x="4608944"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9" name="Text Placeholder 4">
            <a:extLst>
              <a:ext uri="{FF2B5EF4-FFF2-40B4-BE49-F238E27FC236}">
                <a16:creationId xmlns:a16="http://schemas.microsoft.com/office/drawing/2014/main" id="{321AD6DD-14BD-E044-8AD7-2881DB891822}"/>
              </a:ext>
            </a:extLst>
          </p:cNvPr>
          <p:cNvSpPr>
            <a:spLocks noGrp="1"/>
          </p:cNvSpPr>
          <p:nvPr>
            <p:ph type="body" sz="quarter" idx="30"/>
          </p:nvPr>
        </p:nvSpPr>
        <p:spPr>
          <a:xfrm>
            <a:off x="4609133" y="4611671"/>
            <a:ext cx="3008313" cy="1103313"/>
          </a:xfrm>
        </p:spPr>
        <p:txBody>
          <a:bodyPr>
            <a:noAutofit/>
          </a:bodyPr>
          <a:lstStyle>
            <a:lvl1pPr marL="0" indent="0">
              <a:buNone/>
              <a:defRPr/>
            </a:lvl1pPr>
          </a:lstStyle>
          <a:p>
            <a:pPr lvl="0"/>
            <a:r>
              <a:rPr lang="en-US"/>
              <a:t>Click to edit Master text styles</a:t>
            </a:r>
          </a:p>
        </p:txBody>
      </p:sp>
      <p:sp>
        <p:nvSpPr>
          <p:cNvPr id="8" name="Google Shape;72;p30">
            <a:extLst>
              <a:ext uri="{FF2B5EF4-FFF2-40B4-BE49-F238E27FC236}">
                <a16:creationId xmlns:a16="http://schemas.microsoft.com/office/drawing/2014/main" id="{18BFCAC6-D624-8622-7879-6E32A21B7DBA}"/>
              </a:ext>
            </a:extLst>
          </p:cNvPr>
          <p:cNvSpPr>
            <a:spLocks noGrp="1"/>
          </p:cNvSpPr>
          <p:nvPr>
            <p:ph type="pic" idx="28"/>
          </p:nvPr>
        </p:nvSpPr>
        <p:spPr>
          <a:xfrm>
            <a:off x="8345298"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10" name="Text Placeholder 4">
            <a:extLst>
              <a:ext uri="{FF2B5EF4-FFF2-40B4-BE49-F238E27FC236}">
                <a16:creationId xmlns:a16="http://schemas.microsoft.com/office/drawing/2014/main" id="{12415A3E-5C31-4007-8208-34FF613FDA4D}"/>
              </a:ext>
            </a:extLst>
          </p:cNvPr>
          <p:cNvSpPr>
            <a:spLocks noGrp="1"/>
          </p:cNvSpPr>
          <p:nvPr>
            <p:ph type="body" sz="quarter" idx="31"/>
          </p:nvPr>
        </p:nvSpPr>
        <p:spPr>
          <a:xfrm>
            <a:off x="8345487" y="4611671"/>
            <a:ext cx="3008313" cy="1103313"/>
          </a:xfrm>
        </p:spPr>
        <p:txBody>
          <a:bodyPr>
            <a:noAutofit/>
          </a:bodyPr>
          <a:lstStyle>
            <a:lvl1pPr marL="0" indent="0">
              <a:buNone/>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3314E959-31F1-870D-FAE7-99D8E633302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6" name="Footer Placeholder 8">
            <a:extLst>
              <a:ext uri="{FF2B5EF4-FFF2-40B4-BE49-F238E27FC236}">
                <a16:creationId xmlns:a16="http://schemas.microsoft.com/office/drawing/2014/main" id="{F6ADE38F-D638-BFB1-E702-D0F6D0CB016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528489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hotos and three coloured text boxe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41187F8-6993-4E2B-6622-C25429339D60}"/>
              </a:ext>
            </a:extLst>
          </p:cNvPr>
          <p:cNvSpPr>
            <a:spLocks noGrp="1"/>
          </p:cNvSpPr>
          <p:nvPr>
            <p:ph type="title"/>
          </p:nvPr>
        </p:nvSpPr>
        <p:spPr>
          <a:xfrm>
            <a:off x="838200" y="365126"/>
            <a:ext cx="10515602" cy="816904"/>
          </a:xfrm>
        </p:spPr>
        <p:txBody>
          <a:bodyPr>
            <a:noAutofit/>
          </a:bodyPr>
          <a:lstStyle>
            <a:lvl1pPr algn="l" defTabSz="914400" rtl="0" eaLnBrk="1" latinLnBrk="0" hangingPunct="1">
              <a:lnSpc>
                <a:spcPct val="90000"/>
              </a:lnSpc>
              <a:spcBef>
                <a:spcPct val="0"/>
              </a:spcBef>
              <a:buNone/>
              <a:defRPr lang="en-IE" sz="4400" kern="1200" dirty="0">
                <a:solidFill>
                  <a:schemeClr val="tx2"/>
                </a:solidFill>
                <a:latin typeface="+mj-lt"/>
                <a:ea typeface="+mj-ea"/>
                <a:cs typeface="+mj-cs"/>
              </a:defRPr>
            </a:lvl1pPr>
          </a:lstStyle>
          <a:p>
            <a:r>
              <a:rPr lang="en-US"/>
              <a:t>Click to edit Master title style</a:t>
            </a:r>
            <a:endParaRPr lang="en-IE" dirty="0"/>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72591"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5" name="Text Placeholder 4">
            <a:extLst>
              <a:ext uri="{FF2B5EF4-FFF2-40B4-BE49-F238E27FC236}">
                <a16:creationId xmlns:a16="http://schemas.microsoft.com/office/drawing/2014/main" id="{953FA7EE-FB05-1C4E-138A-F50BCF45EECE}"/>
              </a:ext>
            </a:extLst>
          </p:cNvPr>
          <p:cNvSpPr>
            <a:spLocks noGrp="1"/>
          </p:cNvSpPr>
          <p:nvPr>
            <p:ph type="body" sz="quarter" idx="29"/>
          </p:nvPr>
        </p:nvSpPr>
        <p:spPr>
          <a:xfrm>
            <a:off x="873125" y="4591050"/>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7" name="Google Shape;72;p30">
            <a:extLst>
              <a:ext uri="{FF2B5EF4-FFF2-40B4-BE49-F238E27FC236}">
                <a16:creationId xmlns:a16="http://schemas.microsoft.com/office/drawing/2014/main" id="{463AB235-233D-D0DB-E16C-CB9366541FFD}"/>
              </a:ext>
            </a:extLst>
          </p:cNvPr>
          <p:cNvSpPr>
            <a:spLocks noGrp="1"/>
          </p:cNvSpPr>
          <p:nvPr>
            <p:ph type="pic" idx="27"/>
          </p:nvPr>
        </p:nvSpPr>
        <p:spPr>
          <a:xfrm>
            <a:off x="4608944"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9" name="Text Placeholder 4">
            <a:extLst>
              <a:ext uri="{FF2B5EF4-FFF2-40B4-BE49-F238E27FC236}">
                <a16:creationId xmlns:a16="http://schemas.microsoft.com/office/drawing/2014/main" id="{321AD6DD-14BD-E044-8AD7-2881DB891822}"/>
              </a:ext>
            </a:extLst>
          </p:cNvPr>
          <p:cNvSpPr>
            <a:spLocks noGrp="1"/>
          </p:cNvSpPr>
          <p:nvPr>
            <p:ph type="body" sz="quarter" idx="30"/>
          </p:nvPr>
        </p:nvSpPr>
        <p:spPr>
          <a:xfrm>
            <a:off x="4609133" y="4611671"/>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8" name="Google Shape;72;p30">
            <a:extLst>
              <a:ext uri="{FF2B5EF4-FFF2-40B4-BE49-F238E27FC236}">
                <a16:creationId xmlns:a16="http://schemas.microsoft.com/office/drawing/2014/main" id="{18BFCAC6-D624-8622-7879-6E32A21B7DBA}"/>
              </a:ext>
            </a:extLst>
          </p:cNvPr>
          <p:cNvSpPr>
            <a:spLocks noGrp="1"/>
          </p:cNvSpPr>
          <p:nvPr>
            <p:ph type="pic" idx="28"/>
          </p:nvPr>
        </p:nvSpPr>
        <p:spPr>
          <a:xfrm>
            <a:off x="8345298" y="1571394"/>
            <a:ext cx="3008502" cy="2763002"/>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10" name="Text Placeholder 4">
            <a:extLst>
              <a:ext uri="{FF2B5EF4-FFF2-40B4-BE49-F238E27FC236}">
                <a16:creationId xmlns:a16="http://schemas.microsoft.com/office/drawing/2014/main" id="{12415A3E-5C31-4007-8208-34FF613FDA4D}"/>
              </a:ext>
            </a:extLst>
          </p:cNvPr>
          <p:cNvSpPr>
            <a:spLocks noGrp="1"/>
          </p:cNvSpPr>
          <p:nvPr>
            <p:ph type="body" sz="quarter" idx="31"/>
          </p:nvPr>
        </p:nvSpPr>
        <p:spPr>
          <a:xfrm>
            <a:off x="8345487" y="4611671"/>
            <a:ext cx="3008313" cy="1103313"/>
          </a:xfrm>
          <a:solidFill>
            <a:schemeClr val="tx2"/>
          </a:solidFill>
        </p:spPr>
        <p:txBody>
          <a:bodyPr>
            <a:noAutofit/>
          </a:bodyPr>
          <a:lstStyle>
            <a:lvl1pPr marL="0" indent="0">
              <a:buNone/>
              <a:defRPr>
                <a:solidFill>
                  <a:schemeClr val="bg1"/>
                </a:solidFill>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0E52517C-B46F-A98F-0643-A97107DEC79E}"/>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2" name="Footer Placeholder 8">
            <a:extLst>
              <a:ext uri="{FF2B5EF4-FFF2-40B4-BE49-F238E27FC236}">
                <a16:creationId xmlns:a16="http://schemas.microsoft.com/office/drawing/2014/main" id="{2D6F6E54-ED8F-C9DE-9355-5B2E347C244D}"/>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021836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a coloured text box">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0C1291-4A16-4E7F-D6F2-0662C6CCE1C1}"/>
              </a:ext>
            </a:extLst>
          </p:cNvPr>
          <p:cNvSpPr>
            <a:spLocks noGrp="1"/>
          </p:cNvSpPr>
          <p:nvPr>
            <p:ph type="title"/>
          </p:nvPr>
        </p:nvSpPr>
        <p:spPr>
          <a:xfrm>
            <a:off x="838200" y="365126"/>
            <a:ext cx="10515600" cy="816904"/>
          </a:xfrm>
        </p:spPr>
        <p:txBody>
          <a:bodyPr>
            <a:noAutofit/>
          </a:bodyPr>
          <a:lstStyle>
            <a:lvl1pPr>
              <a:defRPr/>
            </a:lvl1pPr>
          </a:lstStyle>
          <a:p>
            <a:r>
              <a:rPr lang="en-US"/>
              <a:t>Click to edit Master title style</a:t>
            </a:r>
            <a:endParaRPr lang="en-IE" dirty="0"/>
          </a:p>
        </p:txBody>
      </p:sp>
      <p:sp>
        <p:nvSpPr>
          <p:cNvPr id="3" name="Google Shape;72;p30">
            <a:extLst>
              <a:ext uri="{FF2B5EF4-FFF2-40B4-BE49-F238E27FC236}">
                <a16:creationId xmlns:a16="http://schemas.microsoft.com/office/drawing/2014/main" id="{252B282C-4F3C-02C6-86A1-F51B8A650847}"/>
              </a:ext>
            </a:extLst>
          </p:cNvPr>
          <p:cNvSpPr>
            <a:spLocks noGrp="1"/>
          </p:cNvSpPr>
          <p:nvPr>
            <p:ph type="pic" idx="2"/>
          </p:nvPr>
        </p:nvSpPr>
        <p:spPr>
          <a:xfrm>
            <a:off x="838200" y="1706136"/>
            <a:ext cx="4840275" cy="3463179"/>
          </a:xfrm>
          <a:prstGeom prst="rect">
            <a:avLst/>
          </a:prstGeom>
          <a:solidFill>
            <a:schemeClr val="lt2"/>
          </a:solidFill>
          <a:ln w="28575" cap="flat" cmpd="sng">
            <a:noFill/>
            <a:prstDash val="solid"/>
            <a:round/>
            <a:headEnd type="none" w="sm" len="sm"/>
            <a:tailEnd type="none" w="sm" len="sm"/>
          </a:ln>
        </p:spPr>
        <p:txBody>
          <a:bodyPr/>
          <a:lstStyle>
            <a:lvl1pPr marL="0" indent="0">
              <a:buNone/>
              <a:defRPr>
                <a:solidFill>
                  <a:schemeClr val="tx2"/>
                </a:solidFill>
              </a:defRPr>
            </a:lvl1pPr>
          </a:lstStyle>
          <a:p>
            <a:r>
              <a:rPr lang="en-US"/>
              <a:t>Click icon to add picture</a:t>
            </a:r>
            <a:endParaRPr lang="en-IE" dirty="0"/>
          </a:p>
        </p:txBody>
      </p:sp>
      <p:sp>
        <p:nvSpPr>
          <p:cNvPr id="8" name="Content Placeholder 2">
            <a:extLst>
              <a:ext uri="{FF2B5EF4-FFF2-40B4-BE49-F238E27FC236}">
                <a16:creationId xmlns:a16="http://schemas.microsoft.com/office/drawing/2014/main" id="{621CCFCC-12CB-E276-21C2-DAA2C8D36EC9}"/>
              </a:ext>
            </a:extLst>
          </p:cNvPr>
          <p:cNvSpPr>
            <a:spLocks noGrp="1"/>
          </p:cNvSpPr>
          <p:nvPr>
            <p:ph sz="half" idx="19"/>
          </p:nvPr>
        </p:nvSpPr>
        <p:spPr>
          <a:xfrm>
            <a:off x="6393779" y="1706137"/>
            <a:ext cx="4960021" cy="3463178"/>
          </a:xfrm>
          <a:solidFill>
            <a:schemeClr val="tx2"/>
          </a:solidFill>
        </p:spPr>
        <p:txBody>
          <a:bodyPr>
            <a:noAutofit/>
          </a:bodyPr>
          <a:lstStyle>
            <a:lvl1pPr marL="0" indent="0">
              <a:buNone/>
              <a:defRPr sz="2000">
                <a:solidFill>
                  <a:schemeClr val="bg1"/>
                </a:solidFill>
              </a:defRPr>
            </a:lvl1pPr>
          </a:lstStyle>
          <a:p>
            <a:pPr lvl="0"/>
            <a:r>
              <a:rPr lang="en-US"/>
              <a:t>Click to edit Master text styles</a:t>
            </a:r>
          </a:p>
        </p:txBody>
      </p:sp>
      <p:sp>
        <p:nvSpPr>
          <p:cNvPr id="2" name="Slide Number Placeholder 5">
            <a:extLst>
              <a:ext uri="{FF2B5EF4-FFF2-40B4-BE49-F238E27FC236}">
                <a16:creationId xmlns:a16="http://schemas.microsoft.com/office/drawing/2014/main" id="{9240A71C-FBDC-ABE7-AF08-221E5E62954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C1FACF7A-9967-0A10-F75B-7E70FCAB2B7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Tree>
    <p:extLst>
      <p:ext uri="{BB962C8B-B14F-4D97-AF65-F5344CB8AC3E}">
        <p14:creationId xmlns:p14="http://schemas.microsoft.com/office/powerpoint/2010/main" val="16305228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Quote positive logo">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559404-34AB-2AB1-76B4-CB85000D699F}"/>
              </a:ext>
            </a:extLst>
          </p:cNvPr>
          <p:cNvSpPr>
            <a:spLocks noGrp="1"/>
          </p:cNvSpPr>
          <p:nvPr>
            <p:ph type="title"/>
          </p:nvPr>
        </p:nvSpPr>
        <p:spPr>
          <a:xfrm>
            <a:off x="0" y="-816904"/>
            <a:ext cx="10515600" cy="816904"/>
          </a:xfrm>
        </p:spPr>
        <p:txBody>
          <a:bodyPr/>
          <a:lstStyle>
            <a:lvl1pPr>
              <a:defRPr>
                <a:solidFill>
                  <a:schemeClr val="tx1">
                    <a:lumMod val="65000"/>
                    <a:lumOff val="35000"/>
                  </a:schemeClr>
                </a:solidFill>
              </a:defRPr>
            </a:lvl1pPr>
          </a:lstStyle>
          <a:p>
            <a:r>
              <a:rPr lang="en-US"/>
              <a:t>Click to edit Master title style</a:t>
            </a:r>
            <a:endParaRPr lang="en-IE" dirty="0"/>
          </a:p>
        </p:txBody>
      </p:sp>
      <p:sp>
        <p:nvSpPr>
          <p:cNvPr id="6" name="Picture Placeholder 5">
            <a:extLst>
              <a:ext uri="{FF2B5EF4-FFF2-40B4-BE49-F238E27FC236}">
                <a16:creationId xmlns:a16="http://schemas.microsoft.com/office/drawing/2014/main" id="{A012AF7B-3A7E-8763-817E-DD321C64A6B1}"/>
              </a:ext>
            </a:extLst>
          </p:cNvPr>
          <p:cNvSpPr>
            <a:spLocks noGrp="1"/>
          </p:cNvSpPr>
          <p:nvPr>
            <p:ph type="pic" sz="quarter" idx="11"/>
          </p:nvPr>
        </p:nvSpPr>
        <p:spPr>
          <a:xfrm>
            <a:off x="0" y="0"/>
            <a:ext cx="12238038" cy="6858000"/>
          </a:xfrm>
          <a:solidFill>
            <a:schemeClr val="bg2"/>
          </a:solidFill>
        </p:spPr>
        <p:txBody>
          <a:bodyPr/>
          <a:lstStyle>
            <a:lvl1pPr marL="0" indent="0">
              <a:buNone/>
              <a:defRPr>
                <a:solidFill>
                  <a:schemeClr val="tx2"/>
                </a:solidFill>
              </a:defRPr>
            </a:lvl1pPr>
          </a:lstStyle>
          <a:p>
            <a:r>
              <a:rPr lang="en-US"/>
              <a:t>Click icon to add picture</a:t>
            </a:r>
            <a:endParaRPr lang="en-IE" dirty="0"/>
          </a:p>
        </p:txBody>
      </p:sp>
      <p:sp>
        <p:nvSpPr>
          <p:cNvPr id="8" name="Content Placeholder 7">
            <a:extLst>
              <a:ext uri="{FF2B5EF4-FFF2-40B4-BE49-F238E27FC236}">
                <a16:creationId xmlns:a16="http://schemas.microsoft.com/office/drawing/2014/main" id="{68A2B82B-3461-6DA2-3E41-F3AC81391822}"/>
              </a:ext>
            </a:extLst>
          </p:cNvPr>
          <p:cNvSpPr>
            <a:spLocks noGrp="1"/>
          </p:cNvSpPr>
          <p:nvPr>
            <p:ph sz="quarter" idx="12"/>
          </p:nvPr>
        </p:nvSpPr>
        <p:spPr>
          <a:xfrm>
            <a:off x="0" y="994438"/>
            <a:ext cx="6096000" cy="4521200"/>
          </a:xfrm>
          <a:solidFill>
            <a:schemeClr val="tx2"/>
          </a:solidFill>
        </p:spPr>
        <p:txBody>
          <a:bodyPr lIns="504000" anchor="ctr">
            <a:noAutofit/>
          </a:bodyPr>
          <a:lstStyle>
            <a:lvl1pPr marL="0" indent="0">
              <a:buNone/>
              <a:defRPr/>
            </a:lvl1pPr>
            <a:lvl2pPr marL="457200" indent="0">
              <a:buNone/>
              <a:defRPr lang="en-US" sz="2400" b="1" i="1" kern="1200" dirty="0">
                <a:solidFill>
                  <a:schemeClr val="bg1"/>
                </a:solidFill>
                <a:latin typeface="+mn-lt"/>
                <a:ea typeface="+mn-ea"/>
                <a:cs typeface="+mn-cs"/>
              </a:defRPr>
            </a:lvl2pPr>
          </a:lstStyle>
          <a:p>
            <a:pPr lvl="0"/>
            <a:r>
              <a:rPr lang="en-US"/>
              <a:t>Click to edit Master text styles</a:t>
            </a:r>
          </a:p>
        </p:txBody>
      </p:sp>
      <p:pic>
        <p:nvPicPr>
          <p:cNvPr id="13" name="Google Shape;66;p29" descr="Quote">
            <a:extLst>
              <a:ext uri="{FF2B5EF4-FFF2-40B4-BE49-F238E27FC236}">
                <a16:creationId xmlns:a16="http://schemas.microsoft.com/office/drawing/2014/main" id="{2BA61D73-E039-6C69-A4A9-27D86CB30D1D}"/>
              </a:ext>
            </a:extLst>
          </p:cNvPr>
          <p:cNvPicPr preferRelativeResize="0"/>
          <p:nvPr/>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3" name="Picture 2" descr="A blue flag with yellow stars&#10;&#10;Description automatically generated">
            <a:extLst>
              <a:ext uri="{FF2B5EF4-FFF2-40B4-BE49-F238E27FC236}">
                <a16:creationId xmlns:a16="http://schemas.microsoft.com/office/drawing/2014/main" id="{BE2FFB7F-6A6F-E203-E2CE-AAC503E40FF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Google Shape;66;p29" descr="Quote">
            <a:extLst>
              <a:ext uri="{FF2B5EF4-FFF2-40B4-BE49-F238E27FC236}">
                <a16:creationId xmlns:a16="http://schemas.microsoft.com/office/drawing/2014/main" id="{D61A7912-F509-F977-C8A3-05B55096DDA4}"/>
              </a:ext>
            </a:extLst>
          </p:cNvPr>
          <p:cNvPicPr preferRelativeResize="0"/>
          <p:nvPr userDrawn="1"/>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7" name="Picture 6" descr="A blue flag with yellow stars&#10;&#10;Description automatically generated">
            <a:extLst>
              <a:ext uri="{FF2B5EF4-FFF2-40B4-BE49-F238E27FC236}">
                <a16:creationId xmlns:a16="http://schemas.microsoft.com/office/drawing/2014/main" id="{519F3A2E-810F-F3DF-534B-DFE8563EDCF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
        <p:nvSpPr>
          <p:cNvPr id="9" name="Slide Number Placeholder 5">
            <a:extLst>
              <a:ext uri="{FF2B5EF4-FFF2-40B4-BE49-F238E27FC236}">
                <a16:creationId xmlns:a16="http://schemas.microsoft.com/office/drawing/2014/main" id="{AC0BD146-26A9-B2E3-790A-137432E6994D}"/>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2" name="Footer Placeholder 8">
            <a:extLst>
              <a:ext uri="{FF2B5EF4-FFF2-40B4-BE49-F238E27FC236}">
                <a16:creationId xmlns:a16="http://schemas.microsoft.com/office/drawing/2014/main" id="{3E557AF9-465E-61C3-8C33-29231AE45BB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dirty="0"/>
          </a:p>
        </p:txBody>
      </p:sp>
    </p:spTree>
    <p:extLst>
      <p:ext uri="{BB962C8B-B14F-4D97-AF65-F5344CB8AC3E}">
        <p14:creationId xmlns:p14="http://schemas.microsoft.com/office/powerpoint/2010/main" val="21513491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egative logo">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16039EEF-B8E6-4383-4827-068F0611752D}"/>
              </a:ext>
            </a:extLst>
          </p:cNvPr>
          <p:cNvSpPr>
            <a:spLocks noGrp="1"/>
          </p:cNvSpPr>
          <p:nvPr>
            <p:ph type="pic" sz="quarter" idx="11"/>
          </p:nvPr>
        </p:nvSpPr>
        <p:spPr>
          <a:xfrm>
            <a:off x="0" y="0"/>
            <a:ext cx="12238038" cy="6858000"/>
          </a:xfrm>
          <a:solidFill>
            <a:schemeClr val="tx2"/>
          </a:solidFill>
        </p:spPr>
        <p:txBody>
          <a:bodyPr/>
          <a:lstStyle>
            <a:lvl1pPr marL="0" indent="0">
              <a:buNone/>
              <a:defRPr>
                <a:solidFill>
                  <a:schemeClr val="bg1"/>
                </a:solidFill>
              </a:defRPr>
            </a:lvl1pPr>
          </a:lstStyle>
          <a:p>
            <a:r>
              <a:rPr lang="en-US"/>
              <a:t>Click icon to add picture</a:t>
            </a:r>
            <a:endParaRPr lang="en-IE" dirty="0"/>
          </a:p>
        </p:txBody>
      </p:sp>
      <p:sp>
        <p:nvSpPr>
          <p:cNvPr id="7" name="Content Placeholder 7">
            <a:extLst>
              <a:ext uri="{FF2B5EF4-FFF2-40B4-BE49-F238E27FC236}">
                <a16:creationId xmlns:a16="http://schemas.microsoft.com/office/drawing/2014/main" id="{1BE876A1-64BE-0A6D-B28E-A01C8883D1FD}"/>
              </a:ext>
            </a:extLst>
          </p:cNvPr>
          <p:cNvSpPr>
            <a:spLocks noGrp="1"/>
          </p:cNvSpPr>
          <p:nvPr>
            <p:ph sz="quarter" idx="12"/>
          </p:nvPr>
        </p:nvSpPr>
        <p:spPr>
          <a:xfrm>
            <a:off x="0" y="994438"/>
            <a:ext cx="6096000" cy="4521200"/>
          </a:xfrm>
          <a:solidFill>
            <a:schemeClr val="bg2"/>
          </a:solidFill>
        </p:spPr>
        <p:txBody>
          <a:bodyPr lIns="504000" anchor="ctr">
            <a:noAutofit/>
          </a:bodyPr>
          <a:lstStyle>
            <a:lvl1pPr marL="0" indent="0">
              <a:buNone/>
              <a:defRPr/>
            </a:lvl1pPr>
            <a:lvl2pPr marL="457200" indent="0">
              <a:buNone/>
              <a:defRPr lang="en-US" sz="2400" b="1" i="1" kern="1200" dirty="0">
                <a:solidFill>
                  <a:schemeClr val="tx2"/>
                </a:solidFill>
                <a:latin typeface="+mn-lt"/>
                <a:ea typeface="+mn-ea"/>
                <a:cs typeface="+mn-cs"/>
              </a:defRPr>
            </a:lvl2pPr>
          </a:lstStyle>
          <a:p>
            <a:pPr lvl="0"/>
            <a:r>
              <a:rPr lang="en-US"/>
              <a:t>Click to edit Master text styles</a:t>
            </a:r>
          </a:p>
        </p:txBody>
      </p:sp>
      <p:pic>
        <p:nvPicPr>
          <p:cNvPr id="8" name="Google Shape;66;p29" descr="Quote">
            <a:extLst>
              <a:ext uri="{FF2B5EF4-FFF2-40B4-BE49-F238E27FC236}">
                <a16:creationId xmlns:a16="http://schemas.microsoft.com/office/drawing/2014/main" id="{E1B4A183-929D-5431-B365-FECE6A72A484}"/>
              </a:ext>
            </a:extLst>
          </p:cNvPr>
          <p:cNvPicPr preferRelativeResize="0"/>
          <p:nvPr/>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9" name="Picture 8" descr="A blue flag with yellow stars and stripes&#10;&#10;Description automatically generated">
            <a:extLst>
              <a:ext uri="{FF2B5EF4-FFF2-40B4-BE49-F238E27FC236}">
                <a16:creationId xmlns:a16="http://schemas.microsoft.com/office/drawing/2014/main" id="{E6CD1AA0-BE2D-038C-5423-E271CF1636D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2" name="Title 1">
            <a:extLst>
              <a:ext uri="{FF2B5EF4-FFF2-40B4-BE49-F238E27FC236}">
                <a16:creationId xmlns:a16="http://schemas.microsoft.com/office/drawing/2014/main" id="{51148383-BBA9-7909-CFDF-60BEA0FE957B}"/>
              </a:ext>
            </a:extLst>
          </p:cNvPr>
          <p:cNvSpPr>
            <a:spLocks noGrp="1"/>
          </p:cNvSpPr>
          <p:nvPr>
            <p:ph type="title"/>
          </p:nvPr>
        </p:nvSpPr>
        <p:spPr>
          <a:xfrm>
            <a:off x="0" y="-803511"/>
            <a:ext cx="10515600" cy="816904"/>
          </a:xfrm>
        </p:spPr>
        <p:txBody>
          <a:bodyPr/>
          <a:lstStyle>
            <a:lvl1pPr>
              <a:defRPr>
                <a:solidFill>
                  <a:schemeClr val="bg1">
                    <a:lumMod val="65000"/>
                  </a:schemeClr>
                </a:solidFill>
              </a:defRPr>
            </a:lvl1pPr>
          </a:lstStyle>
          <a:p>
            <a:r>
              <a:rPr lang="en-US"/>
              <a:t>Click to edit Master title style</a:t>
            </a:r>
            <a:endParaRPr lang="en-IE" dirty="0"/>
          </a:p>
        </p:txBody>
      </p:sp>
      <p:pic>
        <p:nvPicPr>
          <p:cNvPr id="6" name="Google Shape;66;p29" descr="Quote">
            <a:extLst>
              <a:ext uri="{FF2B5EF4-FFF2-40B4-BE49-F238E27FC236}">
                <a16:creationId xmlns:a16="http://schemas.microsoft.com/office/drawing/2014/main" id="{DE2EBF53-76CE-6C8F-0861-C3A5D384E180}"/>
              </a:ext>
            </a:extLst>
          </p:cNvPr>
          <p:cNvPicPr preferRelativeResize="0"/>
          <p:nvPr userDrawn="1"/>
        </p:nvPicPr>
        <p:blipFill rotWithShape="1">
          <a:blip r:embed="rId2">
            <a:alphaModFix/>
            <a:biLevel thresh="50000"/>
          </a:blip>
          <a:srcRect/>
          <a:stretch/>
        </p:blipFill>
        <p:spPr>
          <a:xfrm rot="10800000">
            <a:off x="5349220" y="5138020"/>
            <a:ext cx="989729" cy="989729"/>
          </a:xfrm>
          <a:prstGeom prst="rect">
            <a:avLst/>
          </a:prstGeom>
          <a:noFill/>
          <a:ln>
            <a:noFill/>
          </a:ln>
        </p:spPr>
      </p:pic>
      <p:pic>
        <p:nvPicPr>
          <p:cNvPr id="10" name="Picture 9" descr="A blue flag with yellow stars and stripes&#10;&#10;Description automatically generated">
            <a:extLst>
              <a:ext uri="{FF2B5EF4-FFF2-40B4-BE49-F238E27FC236}">
                <a16:creationId xmlns:a16="http://schemas.microsoft.com/office/drawing/2014/main" id="{AB87E6E1-A561-866F-CE99-26D96476848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11" name="Slide Number Placeholder 5">
            <a:extLst>
              <a:ext uri="{FF2B5EF4-FFF2-40B4-BE49-F238E27FC236}">
                <a16:creationId xmlns:a16="http://schemas.microsoft.com/office/drawing/2014/main" id="{7765A446-C679-3C21-6DB2-E6E244E9DB9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3" name="Footer Placeholder 8">
            <a:extLst>
              <a:ext uri="{FF2B5EF4-FFF2-40B4-BE49-F238E27FC236}">
                <a16:creationId xmlns:a16="http://schemas.microsoft.com/office/drawing/2014/main" id="{11C79F0A-B650-EE29-9ABF-AC09E7753516}"/>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dirty="0"/>
          </a:p>
        </p:txBody>
      </p:sp>
    </p:spTree>
    <p:extLst>
      <p:ext uri="{BB962C8B-B14F-4D97-AF65-F5344CB8AC3E}">
        <p14:creationId xmlns:p14="http://schemas.microsoft.com/office/powerpoint/2010/main" val="8502253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ircle picture coloured background">
    <p:bg>
      <p:bgPr>
        <a:solidFill>
          <a:srgbClr val="00339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chemeClr val="bg1"/>
                </a:solidFill>
              </a:defRPr>
            </a:lvl1pPr>
          </a:lstStyle>
          <a:p>
            <a:r>
              <a:rPr lang="en-US"/>
              <a:t>Click to edit Master title style</a:t>
            </a:r>
            <a:endParaRPr lang="en-IE" dirty="0"/>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4152718" y="1683033"/>
            <a:ext cx="3886563" cy="3886563"/>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pic>
        <p:nvPicPr>
          <p:cNvPr id="6" name="Picture 5" descr="A blue flag with yellow stars and stripes&#10;&#10;Description automatically generated">
            <a:extLst>
              <a:ext uri="{FF2B5EF4-FFF2-40B4-BE49-F238E27FC236}">
                <a16:creationId xmlns:a16="http://schemas.microsoft.com/office/drawing/2014/main" id="{43A5598A-C2EA-5505-BEB5-E80CA68AEDA1}"/>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4" name="Picture 3" descr="A blue flag with yellow stars and stripes&#10;&#10;Description automatically generated">
            <a:extLst>
              <a:ext uri="{FF2B5EF4-FFF2-40B4-BE49-F238E27FC236}">
                <a16:creationId xmlns:a16="http://schemas.microsoft.com/office/drawing/2014/main" id="{3D5D7A7A-28D1-BC55-7F75-53B9E5FBC53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7" name="Slide Number Placeholder 5">
            <a:extLst>
              <a:ext uri="{FF2B5EF4-FFF2-40B4-BE49-F238E27FC236}">
                <a16:creationId xmlns:a16="http://schemas.microsoft.com/office/drawing/2014/main" id="{32B7D111-DE2E-9994-A799-F62F38E83DB4}"/>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3" name="Footer Placeholder 8">
            <a:extLst>
              <a:ext uri="{FF2B5EF4-FFF2-40B4-BE49-F238E27FC236}">
                <a16:creationId xmlns:a16="http://schemas.microsoft.com/office/drawing/2014/main" id="{33A6EEA9-52B7-550C-7CFD-E465C8DB4F8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5300562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ircles pictures coloured background">
    <p:bg>
      <p:bgPr>
        <a:solidFill>
          <a:srgbClr val="00339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chemeClr val="bg1"/>
                </a:solidFill>
              </a:defRPr>
            </a:lvl1pPr>
          </a:lstStyle>
          <a:p>
            <a:r>
              <a:rPr lang="en-US"/>
              <a:t>Click to edit Master title style</a:t>
            </a:r>
            <a:endParaRPr lang="en-IE" dirty="0"/>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838200"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sp>
        <p:nvSpPr>
          <p:cNvPr id="8" name="Google Shape;128;p36">
            <a:extLst>
              <a:ext uri="{FF2B5EF4-FFF2-40B4-BE49-F238E27FC236}">
                <a16:creationId xmlns:a16="http://schemas.microsoft.com/office/drawing/2014/main" id="{7DC5575C-474B-C81C-6517-E882E9E5246B}"/>
              </a:ext>
            </a:extLst>
          </p:cNvPr>
          <p:cNvSpPr>
            <a:spLocks noGrp="1"/>
          </p:cNvSpPr>
          <p:nvPr>
            <p:ph type="pic" idx="11"/>
          </p:nvPr>
        </p:nvSpPr>
        <p:spPr>
          <a:xfrm>
            <a:off x="4590896"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sp>
        <p:nvSpPr>
          <p:cNvPr id="10" name="Google Shape;128;p36">
            <a:extLst>
              <a:ext uri="{FF2B5EF4-FFF2-40B4-BE49-F238E27FC236}">
                <a16:creationId xmlns:a16="http://schemas.microsoft.com/office/drawing/2014/main" id="{948E1B30-A652-44AE-9B5E-AC9365965BF4}"/>
              </a:ext>
            </a:extLst>
          </p:cNvPr>
          <p:cNvSpPr>
            <a:spLocks noGrp="1"/>
          </p:cNvSpPr>
          <p:nvPr>
            <p:ph type="pic" idx="12"/>
          </p:nvPr>
        </p:nvSpPr>
        <p:spPr>
          <a:xfrm>
            <a:off x="8343593"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pic>
        <p:nvPicPr>
          <p:cNvPr id="6" name="Picture 5" descr="A blue flag with yellow stars and stripes&#10;&#10;Description automatically generated">
            <a:extLst>
              <a:ext uri="{FF2B5EF4-FFF2-40B4-BE49-F238E27FC236}">
                <a16:creationId xmlns:a16="http://schemas.microsoft.com/office/drawing/2014/main" id="{D4D01C79-8E51-7320-51B2-6B4D1CD158E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3" name="Picture 2" descr="A blue flag with yellow stars and stripes&#10;&#10;Description automatically generated">
            <a:extLst>
              <a:ext uri="{FF2B5EF4-FFF2-40B4-BE49-F238E27FC236}">
                <a16:creationId xmlns:a16="http://schemas.microsoft.com/office/drawing/2014/main" id="{D6200794-8F7F-E0F0-3735-90CCC24A8A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7" name="Slide Number Placeholder 5">
            <a:extLst>
              <a:ext uri="{FF2B5EF4-FFF2-40B4-BE49-F238E27FC236}">
                <a16:creationId xmlns:a16="http://schemas.microsoft.com/office/drawing/2014/main" id="{C6271D99-21D4-ED76-0E54-1ECA6FD71E4F}"/>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bg1"/>
                </a:solidFill>
                <a:latin typeface="+mn-lt"/>
              </a:defRPr>
            </a:lvl1pPr>
          </a:lstStyle>
          <a:p>
            <a:pPr algn="l"/>
            <a:fld id="{768364BB-9B21-4D29-A19C-C6410F652861}" type="slidenum">
              <a:rPr lang="en-IE" smtClean="0"/>
              <a:pPr algn="l"/>
              <a:t>‹#›</a:t>
            </a:fld>
            <a:endParaRPr lang="en-IE" dirty="0"/>
          </a:p>
        </p:txBody>
      </p:sp>
      <p:sp>
        <p:nvSpPr>
          <p:cNvPr id="4" name="Footer Placeholder 8">
            <a:extLst>
              <a:ext uri="{FF2B5EF4-FFF2-40B4-BE49-F238E27FC236}">
                <a16:creationId xmlns:a16="http://schemas.microsoft.com/office/drawing/2014/main" id="{36249086-331D-49C8-6F5E-1FD73ADA2347}"/>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4758344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ircles pictures white backgroun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lvl1pPr>
              <a:defRPr>
                <a:solidFill>
                  <a:srgbClr val="003399"/>
                </a:solidFill>
              </a:defRPr>
            </a:lvl1pPr>
          </a:lstStyle>
          <a:p>
            <a:r>
              <a:rPr lang="en-US"/>
              <a:t>Click to edit Master title style</a:t>
            </a:r>
            <a:endParaRPr lang="en-IE" dirty="0"/>
          </a:p>
        </p:txBody>
      </p:sp>
      <p:sp>
        <p:nvSpPr>
          <p:cNvPr id="5" name="Google Shape;128;p36">
            <a:extLst>
              <a:ext uri="{FF2B5EF4-FFF2-40B4-BE49-F238E27FC236}">
                <a16:creationId xmlns:a16="http://schemas.microsoft.com/office/drawing/2014/main" id="{A266CAEF-D60F-6624-41DB-56608F2B46A5}"/>
              </a:ext>
            </a:extLst>
          </p:cNvPr>
          <p:cNvSpPr>
            <a:spLocks noGrp="1"/>
          </p:cNvSpPr>
          <p:nvPr>
            <p:ph type="pic" idx="10"/>
          </p:nvPr>
        </p:nvSpPr>
        <p:spPr>
          <a:xfrm>
            <a:off x="838200"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sp>
        <p:nvSpPr>
          <p:cNvPr id="8" name="Google Shape;128;p36">
            <a:extLst>
              <a:ext uri="{FF2B5EF4-FFF2-40B4-BE49-F238E27FC236}">
                <a16:creationId xmlns:a16="http://schemas.microsoft.com/office/drawing/2014/main" id="{7DC5575C-474B-C81C-6517-E882E9E5246B}"/>
              </a:ext>
            </a:extLst>
          </p:cNvPr>
          <p:cNvSpPr>
            <a:spLocks noGrp="1"/>
          </p:cNvSpPr>
          <p:nvPr>
            <p:ph type="pic" idx="11"/>
          </p:nvPr>
        </p:nvSpPr>
        <p:spPr>
          <a:xfrm>
            <a:off x="4590896"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sp>
        <p:nvSpPr>
          <p:cNvPr id="10" name="Google Shape;128;p36">
            <a:extLst>
              <a:ext uri="{FF2B5EF4-FFF2-40B4-BE49-F238E27FC236}">
                <a16:creationId xmlns:a16="http://schemas.microsoft.com/office/drawing/2014/main" id="{948E1B30-A652-44AE-9B5E-AC9365965BF4}"/>
              </a:ext>
            </a:extLst>
          </p:cNvPr>
          <p:cNvSpPr>
            <a:spLocks noGrp="1"/>
          </p:cNvSpPr>
          <p:nvPr>
            <p:ph type="pic" idx="12"/>
          </p:nvPr>
        </p:nvSpPr>
        <p:spPr>
          <a:xfrm>
            <a:off x="8343593" y="1923896"/>
            <a:ext cx="3010207" cy="3010207"/>
          </a:xfrm>
          <a:prstGeom prst="ellipse">
            <a:avLst/>
          </a:prstGeom>
          <a:solidFill>
            <a:schemeClr val="lt2"/>
          </a:solidFill>
          <a:ln w="76200">
            <a:noFill/>
          </a:ln>
        </p:spPr>
        <p:txBody>
          <a:bodyPr/>
          <a:lstStyle>
            <a:lvl1pPr marL="0" indent="0">
              <a:buNone/>
              <a:defRPr sz="2000">
                <a:solidFill>
                  <a:schemeClr val="tx2"/>
                </a:solidFill>
              </a:defRPr>
            </a:lvl1pPr>
          </a:lstStyle>
          <a:p>
            <a:r>
              <a:rPr lang="en-US"/>
              <a:t>Click icon to add picture</a:t>
            </a:r>
            <a:endParaRPr lang="en-IE" dirty="0"/>
          </a:p>
        </p:txBody>
      </p:sp>
      <p:sp>
        <p:nvSpPr>
          <p:cNvPr id="4" name="Slide Number Placeholder 5">
            <a:extLst>
              <a:ext uri="{FF2B5EF4-FFF2-40B4-BE49-F238E27FC236}">
                <a16:creationId xmlns:a16="http://schemas.microsoft.com/office/drawing/2014/main" id="{F37EF38B-E8AF-66F2-44F8-7A5DA7FF345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3" name="Footer Placeholder 8">
            <a:extLst>
              <a:ext uri="{FF2B5EF4-FFF2-40B4-BE49-F238E27FC236}">
                <a16:creationId xmlns:a16="http://schemas.microsoft.com/office/drawing/2014/main" id="{0850E44D-CF7B-5CF4-6BF7-5B2F65007AD4}"/>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4147060328"/>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ircles pictures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dirty="0"/>
          </a:p>
        </p:txBody>
      </p:sp>
      <p:sp>
        <p:nvSpPr>
          <p:cNvPr id="4" name="Google Shape;128;p36">
            <a:extLst>
              <a:ext uri="{FF2B5EF4-FFF2-40B4-BE49-F238E27FC236}">
                <a16:creationId xmlns:a16="http://schemas.microsoft.com/office/drawing/2014/main" id="{C6066961-5253-C2E8-C59C-7D3AEA190748}"/>
              </a:ext>
            </a:extLst>
          </p:cNvPr>
          <p:cNvSpPr>
            <a:spLocks noGrp="1"/>
          </p:cNvSpPr>
          <p:nvPr>
            <p:ph type="pic" idx="2"/>
          </p:nvPr>
        </p:nvSpPr>
        <p:spPr>
          <a:xfrm>
            <a:off x="838200" y="1644073"/>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dirty="0"/>
          </a:p>
        </p:txBody>
      </p:sp>
      <p:sp>
        <p:nvSpPr>
          <p:cNvPr id="3" name="Content Placeholder 2">
            <a:extLst>
              <a:ext uri="{FF2B5EF4-FFF2-40B4-BE49-F238E27FC236}">
                <a16:creationId xmlns:a16="http://schemas.microsoft.com/office/drawing/2014/main" id="{833F6E74-65E4-088E-A627-F5CBCB9E0FAA}"/>
              </a:ext>
            </a:extLst>
          </p:cNvPr>
          <p:cNvSpPr>
            <a:spLocks noGrp="1"/>
          </p:cNvSpPr>
          <p:nvPr>
            <p:ph sz="half" idx="1"/>
          </p:nvPr>
        </p:nvSpPr>
        <p:spPr>
          <a:xfrm>
            <a:off x="2887354" y="1792421"/>
            <a:ext cx="2881850" cy="1488229"/>
          </a:xfrm>
        </p:spPr>
        <p:txBody>
          <a:bodyPr>
            <a:noAutofit/>
          </a:bodyPr>
          <a:lstStyle>
            <a:lvl1pPr marL="0" indent="0">
              <a:buNone/>
              <a:defRPr sz="2000"/>
            </a:lvl1pPr>
          </a:lstStyle>
          <a:p>
            <a:pPr lvl="0"/>
            <a:r>
              <a:rPr lang="en-US"/>
              <a:t>Click to edit Master text styles</a:t>
            </a:r>
          </a:p>
        </p:txBody>
      </p:sp>
      <p:sp>
        <p:nvSpPr>
          <p:cNvPr id="22" name="Google Shape;128;p36">
            <a:extLst>
              <a:ext uri="{FF2B5EF4-FFF2-40B4-BE49-F238E27FC236}">
                <a16:creationId xmlns:a16="http://schemas.microsoft.com/office/drawing/2014/main" id="{530B519E-B8E9-0851-34A7-4EBCABDB1F24}"/>
              </a:ext>
            </a:extLst>
          </p:cNvPr>
          <p:cNvSpPr>
            <a:spLocks noGrp="1"/>
          </p:cNvSpPr>
          <p:nvPr>
            <p:ph type="pic" idx="19"/>
          </p:nvPr>
        </p:nvSpPr>
        <p:spPr>
          <a:xfrm>
            <a:off x="838198" y="3793520"/>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dirty="0"/>
          </a:p>
        </p:txBody>
      </p:sp>
      <p:sp>
        <p:nvSpPr>
          <p:cNvPr id="21" name="Content Placeholder 2">
            <a:extLst>
              <a:ext uri="{FF2B5EF4-FFF2-40B4-BE49-F238E27FC236}">
                <a16:creationId xmlns:a16="http://schemas.microsoft.com/office/drawing/2014/main" id="{B7CC6BA2-60D9-1664-3253-8468AB06B3BA}"/>
              </a:ext>
            </a:extLst>
          </p:cNvPr>
          <p:cNvSpPr>
            <a:spLocks noGrp="1"/>
          </p:cNvSpPr>
          <p:nvPr>
            <p:ph sz="half" idx="18"/>
          </p:nvPr>
        </p:nvSpPr>
        <p:spPr>
          <a:xfrm>
            <a:off x="2887352" y="3941868"/>
            <a:ext cx="2881850" cy="1488229"/>
          </a:xfrm>
        </p:spPr>
        <p:txBody>
          <a:bodyPr>
            <a:noAutofit/>
          </a:bodyPr>
          <a:lstStyle>
            <a:lvl1pPr marL="0" indent="0">
              <a:buNone/>
              <a:defRPr sz="2000"/>
            </a:lvl1pPr>
          </a:lstStyle>
          <a:p>
            <a:pPr lvl="0"/>
            <a:r>
              <a:rPr lang="en-US"/>
              <a:t>Click to edit Master text styles</a:t>
            </a:r>
          </a:p>
        </p:txBody>
      </p:sp>
      <p:sp>
        <p:nvSpPr>
          <p:cNvPr id="6" name="Google Shape;128;p36">
            <a:extLst>
              <a:ext uri="{FF2B5EF4-FFF2-40B4-BE49-F238E27FC236}">
                <a16:creationId xmlns:a16="http://schemas.microsoft.com/office/drawing/2014/main" id="{B0466037-50F3-96B3-1B0E-06D3D18B8BCE}"/>
              </a:ext>
            </a:extLst>
          </p:cNvPr>
          <p:cNvSpPr>
            <a:spLocks noGrp="1"/>
          </p:cNvSpPr>
          <p:nvPr>
            <p:ph type="pic" idx="21"/>
          </p:nvPr>
        </p:nvSpPr>
        <p:spPr>
          <a:xfrm>
            <a:off x="6422796" y="1679603"/>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dirty="0"/>
          </a:p>
        </p:txBody>
      </p:sp>
      <p:sp>
        <p:nvSpPr>
          <p:cNvPr id="5" name="Content Placeholder 2">
            <a:extLst>
              <a:ext uri="{FF2B5EF4-FFF2-40B4-BE49-F238E27FC236}">
                <a16:creationId xmlns:a16="http://schemas.microsoft.com/office/drawing/2014/main" id="{6BC1C8BB-B6BF-EFC9-4FB7-FE68ADABF649}"/>
              </a:ext>
            </a:extLst>
          </p:cNvPr>
          <p:cNvSpPr>
            <a:spLocks noGrp="1"/>
          </p:cNvSpPr>
          <p:nvPr>
            <p:ph sz="half" idx="20"/>
          </p:nvPr>
        </p:nvSpPr>
        <p:spPr>
          <a:xfrm>
            <a:off x="8471950" y="1827951"/>
            <a:ext cx="2881850" cy="1488229"/>
          </a:xfrm>
        </p:spPr>
        <p:txBody>
          <a:bodyPr>
            <a:noAutofit/>
          </a:bodyPr>
          <a:lstStyle>
            <a:lvl1pPr marL="0" indent="0">
              <a:buNone/>
              <a:defRPr sz="2000"/>
            </a:lvl1pPr>
          </a:lstStyle>
          <a:p>
            <a:pPr lvl="0"/>
            <a:r>
              <a:rPr lang="en-US"/>
              <a:t>Click to edit Master text styles</a:t>
            </a:r>
          </a:p>
        </p:txBody>
      </p:sp>
      <p:sp>
        <p:nvSpPr>
          <p:cNvPr id="8" name="Google Shape;128;p36">
            <a:extLst>
              <a:ext uri="{FF2B5EF4-FFF2-40B4-BE49-F238E27FC236}">
                <a16:creationId xmlns:a16="http://schemas.microsoft.com/office/drawing/2014/main" id="{2B2D1DEC-353D-0530-46BD-FAC7D81DC42A}"/>
              </a:ext>
            </a:extLst>
          </p:cNvPr>
          <p:cNvSpPr>
            <a:spLocks noGrp="1"/>
          </p:cNvSpPr>
          <p:nvPr>
            <p:ph type="pic" idx="23"/>
          </p:nvPr>
        </p:nvSpPr>
        <p:spPr>
          <a:xfrm>
            <a:off x="6422794" y="3829050"/>
            <a:ext cx="1784927" cy="1784927"/>
          </a:xfrm>
          <a:prstGeom prst="ellipse">
            <a:avLst/>
          </a:prstGeom>
          <a:solidFill>
            <a:schemeClr val="lt2"/>
          </a:solidFill>
          <a:ln w="57150">
            <a:noFill/>
          </a:ln>
        </p:spPr>
        <p:txBody>
          <a:bodyPr/>
          <a:lstStyle>
            <a:lvl1pPr marL="0" indent="0">
              <a:buNone/>
              <a:defRPr sz="2000">
                <a:solidFill>
                  <a:schemeClr val="tx2"/>
                </a:solidFill>
              </a:defRPr>
            </a:lvl1pPr>
          </a:lstStyle>
          <a:p>
            <a:r>
              <a:rPr lang="en-US"/>
              <a:t>Click icon to add picture</a:t>
            </a:r>
            <a:endParaRPr lang="en-IE" dirty="0"/>
          </a:p>
        </p:txBody>
      </p:sp>
      <p:sp>
        <p:nvSpPr>
          <p:cNvPr id="7" name="Content Placeholder 2">
            <a:extLst>
              <a:ext uri="{FF2B5EF4-FFF2-40B4-BE49-F238E27FC236}">
                <a16:creationId xmlns:a16="http://schemas.microsoft.com/office/drawing/2014/main" id="{DEC01048-C2DE-CFE9-C353-8ED3741099B7}"/>
              </a:ext>
            </a:extLst>
          </p:cNvPr>
          <p:cNvSpPr>
            <a:spLocks noGrp="1"/>
          </p:cNvSpPr>
          <p:nvPr>
            <p:ph sz="half" idx="22"/>
          </p:nvPr>
        </p:nvSpPr>
        <p:spPr>
          <a:xfrm>
            <a:off x="8471948" y="3977398"/>
            <a:ext cx="2881850" cy="1488229"/>
          </a:xfrm>
        </p:spPr>
        <p:txBody>
          <a:bodyPr>
            <a:noAutofit/>
          </a:bodyPr>
          <a:lstStyle>
            <a:lvl1pPr marL="0" indent="0">
              <a:buNone/>
              <a:defRPr sz="2000"/>
            </a:lvl1pPr>
          </a:lstStyle>
          <a:p>
            <a:pPr lvl="0"/>
            <a:r>
              <a:rPr lang="en-US"/>
              <a:t>Click to edit Master text styles</a:t>
            </a:r>
          </a:p>
        </p:txBody>
      </p:sp>
      <p:sp>
        <p:nvSpPr>
          <p:cNvPr id="9" name="Slide Number Placeholder 5">
            <a:extLst>
              <a:ext uri="{FF2B5EF4-FFF2-40B4-BE49-F238E27FC236}">
                <a16:creationId xmlns:a16="http://schemas.microsoft.com/office/drawing/2014/main" id="{C67E4CCE-C35C-C711-24D0-0F4BCA80C28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10" name="Footer Placeholder 8">
            <a:extLst>
              <a:ext uri="{FF2B5EF4-FFF2-40B4-BE49-F238E27FC236}">
                <a16:creationId xmlns:a16="http://schemas.microsoft.com/office/drawing/2014/main" id="{3B38F9D4-3EE2-3396-18AD-F87E42190088}"/>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dirty="0"/>
          </a:p>
        </p:txBody>
      </p:sp>
    </p:spTree>
    <p:extLst>
      <p:ext uri="{BB962C8B-B14F-4D97-AF65-F5344CB8AC3E}">
        <p14:creationId xmlns:p14="http://schemas.microsoft.com/office/powerpoint/2010/main" val="3309833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4 rectangles pictures white background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C58A-AE9F-CB20-353A-B865ECE39A5D}"/>
              </a:ext>
            </a:extLst>
          </p:cNvPr>
          <p:cNvSpPr>
            <a:spLocks noGrp="1"/>
          </p:cNvSpPr>
          <p:nvPr>
            <p:ph type="title"/>
          </p:nvPr>
        </p:nvSpPr>
        <p:spPr/>
        <p:txBody>
          <a:bodyPr>
            <a:noAutofit/>
          </a:bodyPr>
          <a:lstStyle/>
          <a:p>
            <a:r>
              <a:rPr lang="en-US"/>
              <a:t>Click to edit Master title style</a:t>
            </a:r>
            <a:endParaRPr lang="en-IE" dirty="0"/>
          </a:p>
        </p:txBody>
      </p:sp>
      <p:sp>
        <p:nvSpPr>
          <p:cNvPr id="15" name="Google Shape;97;p33">
            <a:extLst>
              <a:ext uri="{FF2B5EF4-FFF2-40B4-BE49-F238E27FC236}">
                <a16:creationId xmlns:a16="http://schemas.microsoft.com/office/drawing/2014/main" id="{51CBB8A7-3E08-DCAC-14AF-878AC33CDC30}"/>
              </a:ext>
            </a:extLst>
          </p:cNvPr>
          <p:cNvSpPr>
            <a:spLocks noGrp="1"/>
          </p:cNvSpPr>
          <p:nvPr>
            <p:ph type="pic" idx="17"/>
          </p:nvPr>
        </p:nvSpPr>
        <p:spPr>
          <a:xfrm>
            <a:off x="838200" y="1931348"/>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0" name="Text Placeholder 9">
            <a:extLst>
              <a:ext uri="{FF2B5EF4-FFF2-40B4-BE49-F238E27FC236}">
                <a16:creationId xmlns:a16="http://schemas.microsoft.com/office/drawing/2014/main" id="{83438DF5-CCC4-87AD-037A-C14F79B6266F}"/>
              </a:ext>
            </a:extLst>
          </p:cNvPr>
          <p:cNvSpPr>
            <a:spLocks noGrp="1"/>
          </p:cNvSpPr>
          <p:nvPr>
            <p:ph type="body" sz="quarter" idx="13"/>
          </p:nvPr>
        </p:nvSpPr>
        <p:spPr>
          <a:xfrm>
            <a:off x="3508868" y="1931348"/>
            <a:ext cx="2462213" cy="1638300"/>
          </a:xfrm>
        </p:spPr>
        <p:txBody>
          <a:bodyPr>
            <a:noAutofit/>
          </a:bodyPr>
          <a:lstStyle>
            <a:lvl1pPr marL="0" indent="0">
              <a:buNone/>
              <a:defRPr/>
            </a:lvl1pPr>
          </a:lstStyle>
          <a:p>
            <a:pPr lvl="0"/>
            <a:r>
              <a:rPr lang="en-US"/>
              <a:t>Click to edit Master text styles</a:t>
            </a:r>
          </a:p>
        </p:txBody>
      </p:sp>
      <p:sp>
        <p:nvSpPr>
          <p:cNvPr id="18" name="Google Shape;97;p33">
            <a:extLst>
              <a:ext uri="{FF2B5EF4-FFF2-40B4-BE49-F238E27FC236}">
                <a16:creationId xmlns:a16="http://schemas.microsoft.com/office/drawing/2014/main" id="{BFE9E99F-07A9-26A1-106E-78351E5222CA}"/>
              </a:ext>
            </a:extLst>
          </p:cNvPr>
          <p:cNvSpPr>
            <a:spLocks noGrp="1"/>
          </p:cNvSpPr>
          <p:nvPr>
            <p:ph type="pic" idx="7"/>
          </p:nvPr>
        </p:nvSpPr>
        <p:spPr>
          <a:xfrm>
            <a:off x="838202" y="3740272"/>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2" name="Text Placeholder 9">
            <a:extLst>
              <a:ext uri="{FF2B5EF4-FFF2-40B4-BE49-F238E27FC236}">
                <a16:creationId xmlns:a16="http://schemas.microsoft.com/office/drawing/2014/main" id="{8A6A52A8-BCDE-0058-03FA-48265F58CC4D}"/>
              </a:ext>
            </a:extLst>
          </p:cNvPr>
          <p:cNvSpPr>
            <a:spLocks noGrp="1"/>
          </p:cNvSpPr>
          <p:nvPr>
            <p:ph type="body" sz="quarter" idx="15"/>
          </p:nvPr>
        </p:nvSpPr>
        <p:spPr>
          <a:xfrm>
            <a:off x="3508868" y="3740131"/>
            <a:ext cx="2462213" cy="1638300"/>
          </a:xfrm>
        </p:spPr>
        <p:txBody>
          <a:bodyPr>
            <a:noAutofit/>
          </a:bodyPr>
          <a:lstStyle>
            <a:lvl1pPr marL="0" indent="0">
              <a:buNone/>
              <a:defRPr/>
            </a:lvl1pPr>
          </a:lstStyle>
          <a:p>
            <a:pPr lvl="0"/>
            <a:r>
              <a:rPr lang="en-US"/>
              <a:t>Click to edit Master text styles</a:t>
            </a:r>
          </a:p>
        </p:txBody>
      </p:sp>
      <p:sp>
        <p:nvSpPr>
          <p:cNvPr id="3" name="Google Shape;95;p33">
            <a:extLst>
              <a:ext uri="{FF2B5EF4-FFF2-40B4-BE49-F238E27FC236}">
                <a16:creationId xmlns:a16="http://schemas.microsoft.com/office/drawing/2014/main" id="{A15E4B72-6400-86B0-FD40-4FCA9F38655E}"/>
              </a:ext>
            </a:extLst>
          </p:cNvPr>
          <p:cNvSpPr>
            <a:spLocks noGrp="1"/>
          </p:cNvSpPr>
          <p:nvPr>
            <p:ph type="pic" idx="10"/>
          </p:nvPr>
        </p:nvSpPr>
        <p:spPr>
          <a:xfrm>
            <a:off x="6180157" y="1931348"/>
            <a:ext cx="2461593" cy="163815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1" name="Text Placeholder 9">
            <a:extLst>
              <a:ext uri="{FF2B5EF4-FFF2-40B4-BE49-F238E27FC236}">
                <a16:creationId xmlns:a16="http://schemas.microsoft.com/office/drawing/2014/main" id="{76022ECE-0EE9-F2CA-72F3-353CAD2AB488}"/>
              </a:ext>
            </a:extLst>
          </p:cNvPr>
          <p:cNvSpPr>
            <a:spLocks noGrp="1"/>
          </p:cNvSpPr>
          <p:nvPr>
            <p:ph type="body" sz="quarter" idx="14"/>
          </p:nvPr>
        </p:nvSpPr>
        <p:spPr>
          <a:xfrm>
            <a:off x="8891587" y="1931348"/>
            <a:ext cx="2462213" cy="1638300"/>
          </a:xfrm>
        </p:spPr>
        <p:txBody>
          <a:bodyPr>
            <a:noAutofit/>
          </a:bodyPr>
          <a:lstStyle>
            <a:lvl1pPr marL="0" indent="0">
              <a:buNone/>
              <a:defRPr/>
            </a:lvl1pPr>
          </a:lstStyle>
          <a:p>
            <a:pPr lvl="0"/>
            <a:r>
              <a:rPr lang="en-US"/>
              <a:t>Click to edit Master text styles</a:t>
            </a:r>
          </a:p>
        </p:txBody>
      </p:sp>
      <p:sp>
        <p:nvSpPr>
          <p:cNvPr id="8" name="Google Shape;97;p33">
            <a:extLst>
              <a:ext uri="{FF2B5EF4-FFF2-40B4-BE49-F238E27FC236}">
                <a16:creationId xmlns:a16="http://schemas.microsoft.com/office/drawing/2014/main" id="{0D3E0C88-3573-7B0F-D8F7-5AAD283A42F2}"/>
              </a:ext>
            </a:extLst>
          </p:cNvPr>
          <p:cNvSpPr>
            <a:spLocks noGrp="1"/>
          </p:cNvSpPr>
          <p:nvPr>
            <p:ph type="pic" idx="12"/>
          </p:nvPr>
        </p:nvSpPr>
        <p:spPr>
          <a:xfrm>
            <a:off x="6180157" y="3740272"/>
            <a:ext cx="2461591" cy="1638158"/>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3" name="Text Placeholder 9">
            <a:extLst>
              <a:ext uri="{FF2B5EF4-FFF2-40B4-BE49-F238E27FC236}">
                <a16:creationId xmlns:a16="http://schemas.microsoft.com/office/drawing/2014/main" id="{5F2FF4C0-B8CC-5E9A-7FF2-0BA1FD86664D}"/>
              </a:ext>
            </a:extLst>
          </p:cNvPr>
          <p:cNvSpPr>
            <a:spLocks noGrp="1"/>
          </p:cNvSpPr>
          <p:nvPr>
            <p:ph type="body" sz="quarter" idx="16"/>
          </p:nvPr>
        </p:nvSpPr>
        <p:spPr>
          <a:xfrm>
            <a:off x="8891587" y="3740131"/>
            <a:ext cx="2462213" cy="1638300"/>
          </a:xfrm>
        </p:spPr>
        <p:txBody>
          <a:bodyPr>
            <a:noAutofit/>
          </a:bodyPr>
          <a:lstStyle>
            <a:lvl1pPr marL="0" indent="0">
              <a:buNone/>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73F815C1-0113-F490-4A53-0227959CF68C}"/>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40C61561-6F08-5417-8327-52799F6125C1}"/>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18011212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0 squared pictures ">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lstStyle/>
          <a:p>
            <a:r>
              <a:rPr lang="en-US"/>
              <a:t>Click to edit Master title style</a:t>
            </a:r>
            <a:endParaRPr lang="en-IE" dirty="0"/>
          </a:p>
        </p:txBody>
      </p:sp>
      <p:sp>
        <p:nvSpPr>
          <p:cNvPr id="3" name="Google Shape;114;p35">
            <a:extLst>
              <a:ext uri="{FF2B5EF4-FFF2-40B4-BE49-F238E27FC236}">
                <a16:creationId xmlns:a16="http://schemas.microsoft.com/office/drawing/2014/main" id="{28399EF8-5B4D-A564-C46D-6AC3EE3700F1}"/>
              </a:ext>
            </a:extLst>
          </p:cNvPr>
          <p:cNvSpPr>
            <a:spLocks noGrp="1"/>
          </p:cNvSpPr>
          <p:nvPr>
            <p:ph type="pic" idx="2"/>
          </p:nvPr>
        </p:nvSpPr>
        <p:spPr>
          <a:xfrm>
            <a:off x="838200" y="161373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4" name="Google Shape;115;p35">
            <a:extLst>
              <a:ext uri="{FF2B5EF4-FFF2-40B4-BE49-F238E27FC236}">
                <a16:creationId xmlns:a16="http://schemas.microsoft.com/office/drawing/2014/main" id="{1DB67F50-B209-813A-55E2-A45CCD6BCAE1}"/>
              </a:ext>
            </a:extLst>
          </p:cNvPr>
          <p:cNvSpPr>
            <a:spLocks noGrp="1"/>
          </p:cNvSpPr>
          <p:nvPr>
            <p:ph type="pic" idx="3"/>
          </p:nvPr>
        </p:nvSpPr>
        <p:spPr>
          <a:xfrm>
            <a:off x="2993028" y="161373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5" name="Google Shape;116;p35">
            <a:extLst>
              <a:ext uri="{FF2B5EF4-FFF2-40B4-BE49-F238E27FC236}">
                <a16:creationId xmlns:a16="http://schemas.microsoft.com/office/drawing/2014/main" id="{80AA888C-2660-9749-11E6-8A96DD56EACF}"/>
              </a:ext>
            </a:extLst>
          </p:cNvPr>
          <p:cNvSpPr>
            <a:spLocks noGrp="1"/>
          </p:cNvSpPr>
          <p:nvPr>
            <p:ph type="pic" idx="10"/>
          </p:nvPr>
        </p:nvSpPr>
        <p:spPr>
          <a:xfrm>
            <a:off x="5147856" y="1613729"/>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8" name="Google Shape;117;p35">
            <a:extLst>
              <a:ext uri="{FF2B5EF4-FFF2-40B4-BE49-F238E27FC236}">
                <a16:creationId xmlns:a16="http://schemas.microsoft.com/office/drawing/2014/main" id="{95752BFF-4A6F-68EA-E048-C405D776F6A9}"/>
              </a:ext>
            </a:extLst>
          </p:cNvPr>
          <p:cNvSpPr>
            <a:spLocks noGrp="1"/>
          </p:cNvSpPr>
          <p:nvPr>
            <p:ph type="pic" idx="5"/>
          </p:nvPr>
        </p:nvSpPr>
        <p:spPr>
          <a:xfrm>
            <a:off x="7302684" y="161372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9" name="Google Shape;118;p35">
            <a:extLst>
              <a:ext uri="{FF2B5EF4-FFF2-40B4-BE49-F238E27FC236}">
                <a16:creationId xmlns:a16="http://schemas.microsoft.com/office/drawing/2014/main" id="{69A61CD2-9393-897F-4851-B55A256B6577}"/>
              </a:ext>
            </a:extLst>
          </p:cNvPr>
          <p:cNvSpPr>
            <a:spLocks noGrp="1"/>
          </p:cNvSpPr>
          <p:nvPr>
            <p:ph type="pic" idx="6"/>
          </p:nvPr>
        </p:nvSpPr>
        <p:spPr>
          <a:xfrm>
            <a:off x="9457512" y="161372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5" name="Google Shape;114;p35">
            <a:extLst>
              <a:ext uri="{FF2B5EF4-FFF2-40B4-BE49-F238E27FC236}">
                <a16:creationId xmlns:a16="http://schemas.microsoft.com/office/drawing/2014/main" id="{5BBBB0BA-17D9-1A2A-5573-A96E32CB11C7}"/>
              </a:ext>
            </a:extLst>
          </p:cNvPr>
          <p:cNvSpPr>
            <a:spLocks noGrp="1"/>
          </p:cNvSpPr>
          <p:nvPr>
            <p:ph type="pic" idx="11"/>
          </p:nvPr>
        </p:nvSpPr>
        <p:spPr>
          <a:xfrm>
            <a:off x="838200" y="379976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6" name="Google Shape;115;p35">
            <a:extLst>
              <a:ext uri="{FF2B5EF4-FFF2-40B4-BE49-F238E27FC236}">
                <a16:creationId xmlns:a16="http://schemas.microsoft.com/office/drawing/2014/main" id="{E234676C-5503-D335-7C9F-8EBF756F24A7}"/>
              </a:ext>
            </a:extLst>
          </p:cNvPr>
          <p:cNvSpPr>
            <a:spLocks noGrp="1"/>
          </p:cNvSpPr>
          <p:nvPr>
            <p:ph type="pic" idx="12"/>
          </p:nvPr>
        </p:nvSpPr>
        <p:spPr>
          <a:xfrm>
            <a:off x="2993028" y="3799760"/>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7" name="Google Shape;116;p35">
            <a:extLst>
              <a:ext uri="{FF2B5EF4-FFF2-40B4-BE49-F238E27FC236}">
                <a16:creationId xmlns:a16="http://schemas.microsoft.com/office/drawing/2014/main" id="{8C059826-5CA9-F193-6C89-8B0DECF9ACE5}"/>
              </a:ext>
            </a:extLst>
          </p:cNvPr>
          <p:cNvSpPr>
            <a:spLocks noGrp="1"/>
          </p:cNvSpPr>
          <p:nvPr>
            <p:ph type="pic" idx="13"/>
          </p:nvPr>
        </p:nvSpPr>
        <p:spPr>
          <a:xfrm>
            <a:off x="5147856" y="3799759"/>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8" name="Google Shape;117;p35">
            <a:extLst>
              <a:ext uri="{FF2B5EF4-FFF2-40B4-BE49-F238E27FC236}">
                <a16:creationId xmlns:a16="http://schemas.microsoft.com/office/drawing/2014/main" id="{E57729DD-0495-06CF-3D2B-B8EC5F7D6EF2}"/>
              </a:ext>
            </a:extLst>
          </p:cNvPr>
          <p:cNvSpPr>
            <a:spLocks noGrp="1"/>
          </p:cNvSpPr>
          <p:nvPr>
            <p:ph type="pic" idx="14"/>
          </p:nvPr>
        </p:nvSpPr>
        <p:spPr>
          <a:xfrm>
            <a:off x="7302684" y="379975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9" name="Google Shape;118;p35">
            <a:extLst>
              <a:ext uri="{FF2B5EF4-FFF2-40B4-BE49-F238E27FC236}">
                <a16:creationId xmlns:a16="http://schemas.microsoft.com/office/drawing/2014/main" id="{DDFD3960-357B-A667-2997-F567232AE448}"/>
              </a:ext>
            </a:extLst>
          </p:cNvPr>
          <p:cNvSpPr>
            <a:spLocks noGrp="1"/>
          </p:cNvSpPr>
          <p:nvPr>
            <p:ph type="pic" idx="15"/>
          </p:nvPr>
        </p:nvSpPr>
        <p:spPr>
          <a:xfrm>
            <a:off x="9457512" y="3799758"/>
            <a:ext cx="1896289" cy="189628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6" name="Slide Number Placeholder 5">
            <a:extLst>
              <a:ext uri="{FF2B5EF4-FFF2-40B4-BE49-F238E27FC236}">
                <a16:creationId xmlns:a16="http://schemas.microsoft.com/office/drawing/2014/main" id="{9594EF7B-6FA5-122A-260D-E885CDDAA587}"/>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7" name="Footer Placeholder 8">
            <a:extLst>
              <a:ext uri="{FF2B5EF4-FFF2-40B4-BE49-F238E27FC236}">
                <a16:creationId xmlns:a16="http://schemas.microsoft.com/office/drawing/2014/main" id="{2F8295BB-BABD-70B5-D58D-1DF08E62A283}"/>
              </a:ext>
            </a:extLst>
          </p:cNvPr>
          <p:cNvSpPr>
            <a:spLocks noGrp="1"/>
          </p:cNvSpPr>
          <p:nvPr>
            <p:ph type="ftr" sz="quarter" idx="16"/>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dirty="0"/>
          </a:p>
        </p:txBody>
      </p:sp>
    </p:spTree>
    <p:extLst>
      <p:ext uri="{BB962C8B-B14F-4D97-AF65-F5344CB8AC3E}">
        <p14:creationId xmlns:p14="http://schemas.microsoft.com/office/powerpoint/2010/main" val="2652003982"/>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squared pictures 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noAutofit/>
          </a:bodyPr>
          <a:lstStyle/>
          <a:p>
            <a:r>
              <a:rPr lang="en-US"/>
              <a:t>Click to edit Master title style</a:t>
            </a:r>
            <a:endParaRPr lang="en-IE" dirty="0"/>
          </a:p>
        </p:txBody>
      </p:sp>
      <p:sp>
        <p:nvSpPr>
          <p:cNvPr id="3" name="Google Shape;114;p35">
            <a:extLst>
              <a:ext uri="{FF2B5EF4-FFF2-40B4-BE49-F238E27FC236}">
                <a16:creationId xmlns:a16="http://schemas.microsoft.com/office/drawing/2014/main" id="{28399EF8-5B4D-A564-C46D-6AC3EE3700F1}"/>
              </a:ext>
            </a:extLst>
          </p:cNvPr>
          <p:cNvSpPr>
            <a:spLocks noGrp="1"/>
          </p:cNvSpPr>
          <p:nvPr>
            <p:ph type="pic" idx="2"/>
          </p:nvPr>
        </p:nvSpPr>
        <p:spPr>
          <a:xfrm>
            <a:off x="882651" y="2079625"/>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4" name="Google Shape;115;p35">
            <a:extLst>
              <a:ext uri="{FF2B5EF4-FFF2-40B4-BE49-F238E27FC236}">
                <a16:creationId xmlns:a16="http://schemas.microsoft.com/office/drawing/2014/main" id="{1DB67F50-B209-813A-55E2-A45CCD6BCAE1}"/>
              </a:ext>
            </a:extLst>
          </p:cNvPr>
          <p:cNvSpPr>
            <a:spLocks noGrp="1"/>
          </p:cNvSpPr>
          <p:nvPr>
            <p:ph type="pic" idx="3"/>
          </p:nvPr>
        </p:nvSpPr>
        <p:spPr>
          <a:xfrm>
            <a:off x="4746625" y="2079624"/>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12" name="Google Shape;121;p35">
            <a:extLst>
              <a:ext uri="{FF2B5EF4-FFF2-40B4-BE49-F238E27FC236}">
                <a16:creationId xmlns:a16="http://schemas.microsoft.com/office/drawing/2014/main" id="{2EA4C09F-A3D0-2FDF-C8EF-EDEF2FCF78CE}"/>
              </a:ext>
            </a:extLst>
          </p:cNvPr>
          <p:cNvSpPr>
            <a:spLocks noGrp="1"/>
          </p:cNvSpPr>
          <p:nvPr>
            <p:ph type="pic" idx="9"/>
          </p:nvPr>
        </p:nvSpPr>
        <p:spPr>
          <a:xfrm>
            <a:off x="8655051" y="2079623"/>
            <a:ext cx="2698749" cy="2698749"/>
          </a:xfrm>
          <a:prstGeom prst="rect">
            <a:avLst/>
          </a:prstGeom>
          <a:solidFill>
            <a:schemeClr val="lt2"/>
          </a:solidFill>
          <a:ln w="57150">
            <a:noFill/>
          </a:ln>
        </p:spPr>
        <p:txBody>
          <a:bodyPr/>
          <a:lstStyle>
            <a:lvl1pPr marL="0" indent="0">
              <a:buNone/>
              <a:defRPr>
                <a:solidFill>
                  <a:schemeClr val="tx2"/>
                </a:solidFill>
              </a:defRPr>
            </a:lvl1pPr>
          </a:lstStyle>
          <a:p>
            <a:r>
              <a:rPr lang="en-US"/>
              <a:t>Click icon to add picture</a:t>
            </a:r>
            <a:endParaRPr lang="en-IE" dirty="0"/>
          </a:p>
        </p:txBody>
      </p:sp>
      <p:sp>
        <p:nvSpPr>
          <p:cNvPr id="6" name="Slide Number Placeholder 5">
            <a:extLst>
              <a:ext uri="{FF2B5EF4-FFF2-40B4-BE49-F238E27FC236}">
                <a16:creationId xmlns:a16="http://schemas.microsoft.com/office/drawing/2014/main" id="{A50CC5C1-4287-4FC9-8450-3D86D951FE12}"/>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F95AF122-27C1-57B4-2A7C-54A134842A05}"/>
              </a:ext>
            </a:extLst>
          </p:cNvPr>
          <p:cNvSpPr>
            <a:spLocks noGrp="1"/>
          </p:cNvSpPr>
          <p:nvPr>
            <p:ph type="ftr" sz="quarter" idx="10"/>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0486140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squared pictures coloure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0F1C0-2CE9-2640-8D54-464A0BF69C2C}"/>
              </a:ext>
            </a:extLst>
          </p:cNvPr>
          <p:cNvSpPr>
            <a:spLocks noGrp="1"/>
          </p:cNvSpPr>
          <p:nvPr>
            <p:ph type="title"/>
          </p:nvPr>
        </p:nvSpPr>
        <p:spPr/>
        <p:txBody>
          <a:bodyPr>
            <a:noAutofit/>
          </a:bodyPr>
          <a:lstStyle>
            <a:lvl1pPr>
              <a:defRPr>
                <a:solidFill>
                  <a:schemeClr val="tx1"/>
                </a:solidFill>
              </a:defRPr>
            </a:lvl1pPr>
          </a:lstStyle>
          <a:p>
            <a:r>
              <a:rPr lang="en-US"/>
              <a:t>Click to edit Master title style</a:t>
            </a:r>
            <a:endParaRPr lang="en-IE" dirty="0"/>
          </a:p>
        </p:txBody>
      </p:sp>
      <p:sp>
        <p:nvSpPr>
          <p:cNvPr id="8" name="Google Shape;114;p35">
            <a:extLst>
              <a:ext uri="{FF2B5EF4-FFF2-40B4-BE49-F238E27FC236}">
                <a16:creationId xmlns:a16="http://schemas.microsoft.com/office/drawing/2014/main" id="{F38470BA-1066-4059-A16D-B9EE9722C73D}"/>
              </a:ext>
            </a:extLst>
          </p:cNvPr>
          <p:cNvSpPr>
            <a:spLocks noGrp="1"/>
          </p:cNvSpPr>
          <p:nvPr>
            <p:ph type="pic" idx="2"/>
          </p:nvPr>
        </p:nvSpPr>
        <p:spPr>
          <a:xfrm>
            <a:off x="882651" y="2079625"/>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dirty="0"/>
          </a:p>
        </p:txBody>
      </p:sp>
      <p:sp>
        <p:nvSpPr>
          <p:cNvPr id="10" name="Google Shape;115;p35">
            <a:extLst>
              <a:ext uri="{FF2B5EF4-FFF2-40B4-BE49-F238E27FC236}">
                <a16:creationId xmlns:a16="http://schemas.microsoft.com/office/drawing/2014/main" id="{4C5EDD4B-6148-8C81-CEE4-C4C5BFE4E787}"/>
              </a:ext>
            </a:extLst>
          </p:cNvPr>
          <p:cNvSpPr>
            <a:spLocks noGrp="1"/>
          </p:cNvSpPr>
          <p:nvPr>
            <p:ph type="pic" idx="3"/>
          </p:nvPr>
        </p:nvSpPr>
        <p:spPr>
          <a:xfrm>
            <a:off x="4746625" y="2079624"/>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dirty="0"/>
          </a:p>
        </p:txBody>
      </p:sp>
      <p:sp>
        <p:nvSpPr>
          <p:cNvPr id="9" name="Google Shape;121;p35">
            <a:extLst>
              <a:ext uri="{FF2B5EF4-FFF2-40B4-BE49-F238E27FC236}">
                <a16:creationId xmlns:a16="http://schemas.microsoft.com/office/drawing/2014/main" id="{85A61031-57E6-E855-38A1-FA502D6C575D}"/>
              </a:ext>
            </a:extLst>
          </p:cNvPr>
          <p:cNvSpPr>
            <a:spLocks noGrp="1"/>
          </p:cNvSpPr>
          <p:nvPr>
            <p:ph type="pic" idx="9"/>
          </p:nvPr>
        </p:nvSpPr>
        <p:spPr>
          <a:xfrm>
            <a:off x="8655051" y="2079623"/>
            <a:ext cx="2698749" cy="2698749"/>
          </a:xfrm>
          <a:prstGeom prst="rect">
            <a:avLst/>
          </a:prstGeom>
          <a:solidFill>
            <a:schemeClr val="lt2"/>
          </a:solidFill>
          <a:ln w="57150">
            <a:noFill/>
          </a:ln>
        </p:spPr>
        <p:txBody>
          <a:bodyPr/>
          <a:lstStyle>
            <a:lvl1pPr marL="0" indent="0">
              <a:buNone/>
              <a:defRPr>
                <a:solidFill>
                  <a:schemeClr val="bg2"/>
                </a:solidFill>
              </a:defRPr>
            </a:lvl1pPr>
          </a:lstStyle>
          <a:p>
            <a:r>
              <a:rPr lang="en-US"/>
              <a:t>Click icon to add picture</a:t>
            </a:r>
            <a:endParaRPr lang="en-IE" dirty="0"/>
          </a:p>
        </p:txBody>
      </p:sp>
      <p:pic>
        <p:nvPicPr>
          <p:cNvPr id="3" name="Picture 2" descr="A blue flag with yellow stars and stripes&#10;&#10;Description automatically generated">
            <a:extLst>
              <a:ext uri="{FF2B5EF4-FFF2-40B4-BE49-F238E27FC236}">
                <a16:creationId xmlns:a16="http://schemas.microsoft.com/office/drawing/2014/main" id="{EC730096-D3D5-78FF-DEE5-BE9525C4DBC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pic>
        <p:nvPicPr>
          <p:cNvPr id="4" name="Picture 3" descr="A blue flag with yellow stars and stripes&#10;&#10;Description automatically generated">
            <a:extLst>
              <a:ext uri="{FF2B5EF4-FFF2-40B4-BE49-F238E27FC236}">
                <a16:creationId xmlns:a16="http://schemas.microsoft.com/office/drawing/2014/main" id="{F9F566B8-5CFB-8DB0-6A67-925C39BEFB8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25768" y="5901016"/>
            <a:ext cx="1257867" cy="763200"/>
          </a:xfrm>
          <a:prstGeom prst="rect">
            <a:avLst/>
          </a:prstGeom>
        </p:spPr>
      </p:pic>
      <p:sp>
        <p:nvSpPr>
          <p:cNvPr id="6" name="Slide Number Placeholder 5">
            <a:extLst>
              <a:ext uri="{FF2B5EF4-FFF2-40B4-BE49-F238E27FC236}">
                <a16:creationId xmlns:a16="http://schemas.microsoft.com/office/drawing/2014/main" id="{C27800A1-1EE4-975A-7B55-1404DB41F071}"/>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noAutofit/>
          </a:bodyPr>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5" name="Footer Placeholder 8">
            <a:extLst>
              <a:ext uri="{FF2B5EF4-FFF2-40B4-BE49-F238E27FC236}">
                <a16:creationId xmlns:a16="http://schemas.microsoft.com/office/drawing/2014/main" id="{D39D4F72-AD6A-6B47-A2FF-9CFB1C55FFAF}"/>
              </a:ext>
            </a:extLst>
          </p:cNvPr>
          <p:cNvSpPr>
            <a:spLocks noGrp="1"/>
          </p:cNvSpPr>
          <p:nvPr>
            <p:ph type="ftr" sz="quarter" idx="10"/>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defRPr>
            </a:lvl1pPr>
          </a:lstStyle>
          <a:p>
            <a:endParaRPr lang="en-IE"/>
          </a:p>
        </p:txBody>
      </p:sp>
    </p:spTree>
    <p:extLst>
      <p:ext uri="{BB962C8B-B14F-4D97-AF65-F5344CB8AC3E}">
        <p14:creationId xmlns:p14="http://schemas.microsoft.com/office/powerpoint/2010/main" val="236980093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Last page with credits">
    <p:bg>
      <p:bgPr>
        <a:solidFill>
          <a:schemeClr val="bg2"/>
        </a:solidFill>
        <a:effectLst/>
      </p:bgPr>
    </p:bg>
    <p:spTree>
      <p:nvGrpSpPr>
        <p:cNvPr id="1" name=""/>
        <p:cNvGrpSpPr/>
        <p:nvPr/>
      </p:nvGrpSpPr>
      <p:grpSpPr>
        <a:xfrm>
          <a:off x="0" y="0"/>
          <a:ext cx="0" cy="0"/>
          <a:chOff x="0" y="0"/>
          <a:chExt cx="0" cy="0"/>
        </a:xfrm>
      </p:grpSpPr>
      <p:pic>
        <p:nvPicPr>
          <p:cNvPr id="4" name="Google Shape;444;p20">
            <a:extLst>
              <a:ext uri="{FF2B5EF4-FFF2-40B4-BE49-F238E27FC236}">
                <a16:creationId xmlns:a16="http://schemas.microsoft.com/office/drawing/2014/main" id="{DA7E9652-CF81-1788-7674-E1FA25BFE314}"/>
              </a:ext>
              <a:ext uri="{C183D7F6-B498-43B3-948B-1728B52AA6E4}">
                <adec:decorative xmlns:adec="http://schemas.microsoft.com/office/drawing/2017/decorative" val="1"/>
              </a:ext>
            </a:extLst>
          </p:cNvPr>
          <p:cNvPicPr preferRelativeResize="0"/>
          <p:nvPr/>
        </p:nvPicPr>
        <p:blipFill rotWithShape="1">
          <a:blip r:embed="rId2">
            <a:alphaModFix/>
          </a:blip>
          <a:srcRect/>
          <a:stretch/>
        </p:blipFill>
        <p:spPr>
          <a:xfrm>
            <a:off x="838200" y="3471269"/>
            <a:ext cx="1023496" cy="358097"/>
          </a:xfrm>
          <a:prstGeom prst="rect">
            <a:avLst/>
          </a:prstGeom>
          <a:noFill/>
          <a:ln>
            <a:noFill/>
          </a:ln>
        </p:spPr>
      </p:pic>
      <p:sp>
        <p:nvSpPr>
          <p:cNvPr id="5" name="Text Placeholder 4">
            <a:extLst>
              <a:ext uri="{FF2B5EF4-FFF2-40B4-BE49-F238E27FC236}">
                <a16:creationId xmlns:a16="http://schemas.microsoft.com/office/drawing/2014/main" id="{EA144BEB-A192-AF1A-3CE0-A12C2705D835}"/>
              </a:ext>
            </a:extLst>
          </p:cNvPr>
          <p:cNvSpPr>
            <a:spLocks noGrp="1"/>
          </p:cNvSpPr>
          <p:nvPr>
            <p:ph type="body" sz="quarter" idx="10"/>
          </p:nvPr>
        </p:nvSpPr>
        <p:spPr>
          <a:xfrm>
            <a:off x="838200" y="3996499"/>
            <a:ext cx="10515600" cy="1666875"/>
          </a:xfrm>
        </p:spPr>
        <p:txBody>
          <a:bodyPr>
            <a:noAutofit/>
          </a:bodyPr>
          <a:lstStyle>
            <a:lvl1pPr marL="0" indent="0">
              <a:buNone/>
              <a:defRPr sz="2000">
                <a:solidFill>
                  <a:schemeClr val="tx2"/>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p:txBody>
      </p:sp>
      <p:pic>
        <p:nvPicPr>
          <p:cNvPr id="3" name="Google Shape;444;p20">
            <a:extLst>
              <a:ext uri="{FF2B5EF4-FFF2-40B4-BE49-F238E27FC236}">
                <a16:creationId xmlns:a16="http://schemas.microsoft.com/office/drawing/2014/main" id="{8A55753B-1E31-7005-E76C-7A1B520A3A05}"/>
              </a:ext>
              <a:ext uri="{C183D7F6-B498-43B3-948B-1728B52AA6E4}">
                <adec:decorative xmlns:adec="http://schemas.microsoft.com/office/drawing/2017/decorative" val="1"/>
              </a:ext>
            </a:extLst>
          </p:cNvPr>
          <p:cNvPicPr preferRelativeResize="0"/>
          <p:nvPr userDrawn="1"/>
        </p:nvPicPr>
        <p:blipFill rotWithShape="1">
          <a:blip r:embed="rId2">
            <a:alphaModFix/>
          </a:blip>
          <a:srcRect/>
          <a:stretch/>
        </p:blipFill>
        <p:spPr>
          <a:xfrm>
            <a:off x="838200" y="3471269"/>
            <a:ext cx="1023496" cy="358097"/>
          </a:xfrm>
          <a:prstGeom prst="rect">
            <a:avLst/>
          </a:prstGeom>
          <a:noFill/>
          <a:ln>
            <a:noFill/>
          </a:ln>
        </p:spPr>
      </p:pic>
      <p:pic>
        <p:nvPicPr>
          <p:cNvPr id="6" name="Picture 5">
            <a:extLst>
              <a:ext uri="{FF2B5EF4-FFF2-40B4-BE49-F238E27FC236}">
                <a16:creationId xmlns:a16="http://schemas.microsoft.com/office/drawing/2014/main" id="{F0FE782E-88D7-720D-47B0-E5C4BDBFE050}"/>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spTree>
    <p:extLst>
      <p:ext uri="{BB962C8B-B14F-4D97-AF65-F5344CB8AC3E}">
        <p14:creationId xmlns:p14="http://schemas.microsoft.com/office/powerpoint/2010/main" val="12352134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3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sldNum" idx="12"/>
          </p:nvPr>
        </p:nvSpPr>
        <p:spPr>
          <a:xfrm>
            <a:off x="9275463" y="6494677"/>
            <a:ext cx="2743200" cy="365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it-IT" smtClean="0"/>
              <a:pPr/>
              <a:t>‹#›</a:t>
            </a:fld>
            <a:endParaRPr lang="it-IT"/>
          </a:p>
        </p:txBody>
      </p:sp>
    </p:spTree>
    <p:extLst>
      <p:ext uri="{BB962C8B-B14F-4D97-AF65-F5344CB8AC3E}">
        <p14:creationId xmlns:p14="http://schemas.microsoft.com/office/powerpoint/2010/main" val="30478098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jpe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F0FE374-A678-A684-FA4B-26330CF65FB3}"/>
              </a:ext>
            </a:extLst>
          </p:cNvPr>
          <p:cNvSpPr>
            <a:spLocks noGrp="1"/>
          </p:cNvSpPr>
          <p:nvPr>
            <p:ph type="sldNum" sz="quarter" idx="4"/>
          </p:nvPr>
        </p:nvSpPr>
        <p:spPr>
          <a:xfrm>
            <a:off x="376188" y="6282069"/>
            <a:ext cx="2743200" cy="365125"/>
          </a:xfrm>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a:t>
            </a:fld>
            <a:endParaRPr lang="en-IE" dirty="0"/>
          </a:p>
        </p:txBody>
      </p:sp>
      <p:sp>
        <p:nvSpPr>
          <p:cNvPr id="2" name="Title Placeholder 1">
            <a:extLst>
              <a:ext uri="{FF2B5EF4-FFF2-40B4-BE49-F238E27FC236}">
                <a16:creationId xmlns:a16="http://schemas.microsoft.com/office/drawing/2014/main" id="{2D4A1E0C-386D-FF7A-6872-1942CD433577}"/>
              </a:ext>
            </a:extLst>
          </p:cNvPr>
          <p:cNvSpPr>
            <a:spLocks noGrp="1" noRot="1" noMove="1" noResize="1" noEditPoints="1" noAdjustHandles="1" noChangeArrowheads="1" noChangeShapeType="1"/>
          </p:cNvSpPr>
          <p:nvPr>
            <p:ph type="title"/>
          </p:nvPr>
        </p:nvSpPr>
        <p:spPr>
          <a:xfrm>
            <a:off x="838200" y="365126"/>
            <a:ext cx="10515600" cy="816904"/>
          </a:xfrm>
          <a:prstGeom prst="rect">
            <a:avLst/>
          </a:prstGeom>
        </p:spPr>
        <p:txBody>
          <a:bodyPr vert="horz" lIns="91440" tIns="45720" rIns="91440" bIns="45720" rtlCol="0" anchor="ctr">
            <a:noAutofit/>
          </a:bodyPr>
          <a:lstStyle/>
          <a:p>
            <a:r>
              <a:rPr lang="en-US"/>
              <a:t>Click to edit Master title style</a:t>
            </a:r>
            <a:endParaRPr lang="en-IE" dirty="0"/>
          </a:p>
        </p:txBody>
      </p:sp>
      <p:sp>
        <p:nvSpPr>
          <p:cNvPr id="3" name="Text Placeholder 2">
            <a:extLst>
              <a:ext uri="{FF2B5EF4-FFF2-40B4-BE49-F238E27FC236}">
                <a16:creationId xmlns:a16="http://schemas.microsoft.com/office/drawing/2014/main" id="{30EE66B9-5E84-94E6-4EDD-A9E25FB078A4}"/>
              </a:ext>
            </a:extLst>
          </p:cNvPr>
          <p:cNvSpPr>
            <a:spLocks noGrp="1"/>
          </p:cNvSpPr>
          <p:nvPr>
            <p:ph type="body" idx="1"/>
          </p:nvPr>
        </p:nvSpPr>
        <p:spPr>
          <a:xfrm>
            <a:off x="838200" y="1825625"/>
            <a:ext cx="10515600" cy="3942619"/>
          </a:xfrm>
          <a:prstGeom prst="rect">
            <a:avLst/>
          </a:prstGeom>
        </p:spPr>
        <p:txBody>
          <a:bodyPr vert="horz" lIns="144000" tIns="144000" rIns="144000" bIns="144000" rtlCol="0">
            <a:noAutofit/>
          </a:bodyPr>
          <a:lstStyle/>
          <a:p>
            <a:pPr lvl="0"/>
            <a:r>
              <a:rPr lang="en-US" dirty="0"/>
              <a:t>Click to edit Master text styles</a:t>
            </a:r>
          </a:p>
          <a:p>
            <a:pPr lvl="1"/>
            <a:endParaRPr lang="en-US" dirty="0"/>
          </a:p>
          <a:p>
            <a:pPr lvl="1"/>
            <a:endParaRPr lang="en-US" dirty="0"/>
          </a:p>
          <a:p>
            <a:pPr lvl="1"/>
            <a:endParaRPr lang="en-US" dirty="0"/>
          </a:p>
          <a:p>
            <a:pPr lvl="0"/>
            <a:endParaRPr lang="en-US" dirty="0"/>
          </a:p>
          <a:p>
            <a:pPr lvl="1"/>
            <a:endParaRPr lang="en-US" dirty="0"/>
          </a:p>
        </p:txBody>
      </p:sp>
      <p:pic>
        <p:nvPicPr>
          <p:cNvPr id="7" name="Picture 6">
            <a:extLst>
              <a:ext uri="{FF2B5EF4-FFF2-40B4-BE49-F238E27FC236}">
                <a16:creationId xmlns:a16="http://schemas.microsoft.com/office/drawing/2014/main" id="{9F653097-A9FD-84E7-4EFA-47C8DA485037}"/>
              </a:ext>
              <a:ext uri="{C183D7F6-B498-43B3-948B-1728B52AA6E4}">
                <adec:decorative xmlns:adec="http://schemas.microsoft.com/office/drawing/2017/decorative" val="1"/>
              </a:ext>
            </a:extLst>
          </p:cNvPr>
          <p:cNvPicPr>
            <a:picLocks noChangeAspect="1"/>
          </p:cNvPicPr>
          <p:nvPr/>
        </p:nvPicPr>
        <p:blipFill>
          <a:blip r:embed="rId41"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5" name="Picture 4" descr="A close-up of a line&#10;&#10;Description automatically generated" hidden="1">
            <a:extLst>
              <a:ext uri="{FF2B5EF4-FFF2-40B4-BE49-F238E27FC236}">
                <a16:creationId xmlns:a16="http://schemas.microsoft.com/office/drawing/2014/main" id="{CE57FDCE-6642-0FA5-3739-FA81457769C2}"/>
              </a:ext>
            </a:extLst>
          </p:cNvPr>
          <p:cNvPicPr>
            <a:picLocks noGrp="1" noRot="1" noChangeAspect="1" noMove="1" noResize="1" noEditPoints="1" noAdjustHandles="1" noChangeArrowheads="1" noChangeShapeType="1" noCrop="1"/>
          </p:cNvPicPr>
          <p:nvPr/>
        </p:nvPicPr>
        <p:blipFill>
          <a:blip r:embed="rId4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7D640C55-B1A0-5DE0-B0E4-F05DE5506E17}"/>
              </a:ext>
              <a:ext uri="{C183D7F6-B498-43B3-948B-1728B52AA6E4}">
                <adec:decorative xmlns:adec="http://schemas.microsoft.com/office/drawing/2017/decorative" val="1"/>
              </a:ext>
            </a:extLst>
          </p:cNvPr>
          <p:cNvPicPr>
            <a:picLocks noChangeAspect="1"/>
          </p:cNvPicPr>
          <p:nvPr userDrawn="1"/>
        </p:nvPicPr>
        <p:blipFill>
          <a:blip r:embed="rId41" cstate="print">
            <a:extLst>
              <a:ext uri="{28A0092B-C50C-407E-A947-70E740481C1C}">
                <a14:useLocalDpi xmlns:a14="http://schemas.microsoft.com/office/drawing/2010/main"/>
              </a:ext>
            </a:extLst>
          </a:blip>
          <a:stretch>
            <a:fillRect/>
          </a:stretch>
        </p:blipFill>
        <p:spPr>
          <a:xfrm>
            <a:off x="10725768" y="5901016"/>
            <a:ext cx="1256063" cy="762106"/>
          </a:xfrm>
          <a:prstGeom prst="rect">
            <a:avLst/>
          </a:prstGeom>
        </p:spPr>
      </p:pic>
      <p:pic>
        <p:nvPicPr>
          <p:cNvPr id="8" name="Picture 7" descr="A close-up of a line&#10;&#10;Description automatically generated" hidden="1">
            <a:extLst>
              <a:ext uri="{FF2B5EF4-FFF2-40B4-BE49-F238E27FC236}">
                <a16:creationId xmlns:a16="http://schemas.microsoft.com/office/drawing/2014/main" id="{A12B438D-C839-BF7B-253A-401802D9F2AC}"/>
              </a:ext>
            </a:extLst>
          </p:cNvPr>
          <p:cNvPicPr/>
          <p:nvPr userDrawn="1"/>
        </p:nvPicPr>
        <p:blipFill>
          <a:blip r:embed="rId42" cstate="print">
            <a:alphaModFix amt="2000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Footer Placeholder 8">
            <a:extLst>
              <a:ext uri="{FF2B5EF4-FFF2-40B4-BE49-F238E27FC236}">
                <a16:creationId xmlns:a16="http://schemas.microsoft.com/office/drawing/2014/main" id="{2756ABFE-DCB4-5FCC-525D-A462F5BB02E5}"/>
              </a:ext>
            </a:extLst>
          </p:cNvPr>
          <p:cNvSpPr>
            <a:spLocks noGrp="1"/>
          </p:cNvSpPr>
          <p:nvPr>
            <p:ph type="ftr" sz="quarter" idx="3"/>
          </p:nvPr>
        </p:nvSpPr>
        <p:spPr>
          <a:xfrm>
            <a:off x="4038600" y="6282069"/>
            <a:ext cx="4114800" cy="365125"/>
          </a:xfrm>
          <a:prstGeom prst="rect">
            <a:avLst/>
          </a:prstGeom>
        </p:spPr>
        <p:txBody>
          <a:bodyPr vert="horz" lIns="91440" tIns="45720" rIns="91440" bIns="45720" rtlCol="0" anchor="ctr"/>
          <a:lstStyle>
            <a:lvl1pPr algn="ctr">
              <a:defRPr sz="1000">
                <a:solidFill>
                  <a:schemeClr val="tx1">
                    <a:tint val="82000"/>
                  </a:schemeClr>
                </a:solidFill>
                <a:latin typeface="+mn-lt"/>
              </a:defRPr>
            </a:lvl1pPr>
          </a:lstStyle>
          <a:p>
            <a:endParaRPr lang="en-IE" dirty="0"/>
          </a:p>
        </p:txBody>
      </p:sp>
    </p:spTree>
    <p:extLst>
      <p:ext uri="{BB962C8B-B14F-4D97-AF65-F5344CB8AC3E}">
        <p14:creationId xmlns:p14="http://schemas.microsoft.com/office/powerpoint/2010/main" val="229934592"/>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 id="2147483936" r:id="rId16"/>
    <p:sldLayoutId id="2147483937" r:id="rId17"/>
    <p:sldLayoutId id="2147483938" r:id="rId18"/>
    <p:sldLayoutId id="2147483939" r:id="rId19"/>
    <p:sldLayoutId id="2147483940" r:id="rId20"/>
    <p:sldLayoutId id="2147483941" r:id="rId21"/>
    <p:sldLayoutId id="2147483942" r:id="rId22"/>
    <p:sldLayoutId id="2147483943" r:id="rId23"/>
    <p:sldLayoutId id="2147483944" r:id="rId24"/>
    <p:sldLayoutId id="2147483945" r:id="rId25"/>
    <p:sldLayoutId id="2147483946" r:id="rId26"/>
    <p:sldLayoutId id="2147483947" r:id="rId27"/>
    <p:sldLayoutId id="2147483948" r:id="rId28"/>
    <p:sldLayoutId id="2147483949" r:id="rId29"/>
    <p:sldLayoutId id="2147483950" r:id="rId30"/>
    <p:sldLayoutId id="2147483951" r:id="rId31"/>
    <p:sldLayoutId id="2147483952" r:id="rId32"/>
    <p:sldLayoutId id="2147483953" r:id="rId33"/>
    <p:sldLayoutId id="2147483954" r:id="rId34"/>
    <p:sldLayoutId id="2147483955" r:id="rId35"/>
    <p:sldLayoutId id="2147483956" r:id="rId36"/>
    <p:sldLayoutId id="2147483957" r:id="rId37"/>
    <p:sldLayoutId id="2147483958" r:id="rId38"/>
    <p:sldLayoutId id="2147483959" r:id="rId39"/>
  </p:sldLayoutIdLst>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9.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hyperlink" Target="https://ec.europa.eu/eurostat/web/experimental-statistics/labour-market-demand-ict-specialists" TargetMode="External"/><Relationship Id="rId2" Type="http://schemas.openxmlformats.org/officeDocument/2006/relationships/hyperlink" Target="https://ec.europa.eu/eurostat/web/experimental-statistics/job-vacancy-rate-occupation-region" TargetMode="External"/><Relationship Id="rId1" Type="http://schemas.openxmlformats.org/officeDocument/2006/relationships/slideLayout" Target="../slideLayouts/slideLayout8.xml"/><Relationship Id="rId5" Type="http://schemas.openxmlformats.org/officeDocument/2006/relationships/hyperlink" Target="https://cros.ec.europa.eu/wih/oja" TargetMode="Externa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hyperlink" Target="https://creativecommons.org/licenses/by/4.0/" TargetMode="Externa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5" name="Title 4">
            <a:extLst>
              <a:ext uri="{FF2B5EF4-FFF2-40B4-BE49-F238E27FC236}">
                <a16:creationId xmlns:a16="http://schemas.microsoft.com/office/drawing/2014/main" id="{C504D590-9922-C06A-407C-2B718394A8D5}"/>
              </a:ext>
            </a:extLst>
          </p:cNvPr>
          <p:cNvSpPr>
            <a:spLocks noGrp="1"/>
          </p:cNvSpPr>
          <p:nvPr>
            <p:ph type="title"/>
          </p:nvPr>
        </p:nvSpPr>
        <p:spPr/>
        <p:txBody>
          <a:bodyPr/>
          <a:lstStyle/>
          <a:p>
            <a:r>
              <a:rPr lang="en-IE" sz="4400" dirty="0"/>
              <a:t>Job title cleaning pipelines</a:t>
            </a:r>
          </a:p>
        </p:txBody>
      </p:sp>
      <p:sp>
        <p:nvSpPr>
          <p:cNvPr id="7" name="Content Placeholder 6">
            <a:extLst>
              <a:ext uri="{FF2B5EF4-FFF2-40B4-BE49-F238E27FC236}">
                <a16:creationId xmlns:a16="http://schemas.microsoft.com/office/drawing/2014/main" id="{51456CEF-57DB-B4CE-60F1-7B93F72DA5BA}"/>
              </a:ext>
            </a:extLst>
          </p:cNvPr>
          <p:cNvSpPr>
            <a:spLocks noGrp="1"/>
          </p:cNvSpPr>
          <p:nvPr>
            <p:ph sz="quarter" idx="11"/>
          </p:nvPr>
        </p:nvSpPr>
        <p:spPr/>
        <p:txBody>
          <a:bodyPr/>
          <a:lstStyle/>
          <a:p>
            <a:r>
              <a:rPr lang="en-IE" dirty="0"/>
              <a:t>Luca Gramaglia, Eurostat unit 02</a:t>
            </a:r>
          </a:p>
          <a:p>
            <a:endParaRPr lang="en-IE" dirty="0"/>
          </a:p>
        </p:txBody>
      </p:sp>
      <p:sp>
        <p:nvSpPr>
          <p:cNvPr id="6" name="Content Placeholder 5">
            <a:extLst>
              <a:ext uri="{FF2B5EF4-FFF2-40B4-BE49-F238E27FC236}">
                <a16:creationId xmlns:a16="http://schemas.microsoft.com/office/drawing/2014/main" id="{AE68706F-E58B-D844-F68A-2379B7D107A7}"/>
              </a:ext>
            </a:extLst>
          </p:cNvPr>
          <p:cNvSpPr>
            <a:spLocks noGrp="1"/>
          </p:cNvSpPr>
          <p:nvPr>
            <p:ph sz="half" idx="10"/>
          </p:nvPr>
        </p:nvSpPr>
        <p:spPr>
          <a:xfrm>
            <a:off x="838199" y="5243157"/>
            <a:ext cx="6718541" cy="364013"/>
          </a:xfrm>
        </p:spPr>
        <p:txBody>
          <a:bodyPr/>
          <a:lstStyle/>
          <a:p>
            <a:r>
              <a:rPr lang="en-IE" dirty="0"/>
              <a:t>Statistical Scraping Interest Group meeting, April 16 2026</a:t>
            </a:r>
          </a:p>
        </p:txBody>
      </p:sp>
      <p:pic>
        <p:nvPicPr>
          <p:cNvPr id="9" name="Picture 8" descr="European Commission">
            <a:extLst>
              <a:ext uri="{FF2B5EF4-FFF2-40B4-BE49-F238E27FC236}">
                <a16:creationId xmlns:a16="http://schemas.microsoft.com/office/drawing/2014/main" id="{179F3FC9-B6FB-BFA2-12E7-546955BFD0B7}"/>
              </a:ext>
              <a:ext uri="{C183D7F6-B498-43B3-948B-1728B52AA6E4}">
                <adec:decorative xmlns:adec="http://schemas.microsoft.com/office/drawing/2017/decorative" val="0"/>
              </a:ext>
            </a:extLst>
          </p:cNvPr>
          <p:cNvPicPr/>
          <p:nvPr/>
        </p:nvPicPr>
        <p:blipFill>
          <a:blip r:embed="rId3" cstate="print">
            <a:extLst>
              <a:ext uri="{28A0092B-C50C-407E-A947-70E740481C1C}">
                <a14:useLocalDpi xmlns:a14="http://schemas.microsoft.com/office/drawing/2010/main"/>
              </a:ext>
            </a:extLst>
          </a:blip>
          <a:stretch>
            <a:fillRect/>
          </a:stretch>
        </p:blipFill>
        <p:spPr>
          <a:xfrm>
            <a:off x="9463383" y="5738784"/>
            <a:ext cx="2544024" cy="941017"/>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C31035-B97A-F4A2-2A34-EF96301472E2}"/>
              </a:ext>
            </a:extLst>
          </p:cNvPr>
          <p:cNvSpPr>
            <a:spLocks noGrp="1"/>
          </p:cNvSpPr>
          <p:nvPr>
            <p:ph type="title"/>
          </p:nvPr>
        </p:nvSpPr>
        <p:spPr/>
        <p:txBody>
          <a:bodyPr/>
          <a:lstStyle/>
          <a:p>
            <a:r>
              <a:rPr lang="pt-PT" dirty="0" err="1"/>
              <a:t>Eurostat’s</a:t>
            </a:r>
            <a:r>
              <a:rPr lang="pt-PT" dirty="0"/>
              <a:t> Web </a:t>
            </a:r>
            <a:r>
              <a:rPr lang="pt-PT" dirty="0" err="1"/>
              <a:t>Intelligence</a:t>
            </a:r>
            <a:r>
              <a:rPr lang="pt-PT" dirty="0"/>
              <a:t> </a:t>
            </a:r>
            <a:r>
              <a:rPr lang="pt-PT" dirty="0" err="1"/>
              <a:t>Hub</a:t>
            </a:r>
            <a:endParaRPr lang="en-IE" dirty="0"/>
          </a:p>
        </p:txBody>
      </p:sp>
      <p:sp>
        <p:nvSpPr>
          <p:cNvPr id="4" name="Prostokąt: zaokrąglone rogi 49">
            <a:extLst>
              <a:ext uri="{FF2B5EF4-FFF2-40B4-BE49-F238E27FC236}">
                <a16:creationId xmlns:a16="http://schemas.microsoft.com/office/drawing/2014/main" id="{71C16D33-C804-3436-1703-1225DB07030C}"/>
              </a:ext>
            </a:extLst>
          </p:cNvPr>
          <p:cNvSpPr/>
          <p:nvPr/>
        </p:nvSpPr>
        <p:spPr>
          <a:xfrm>
            <a:off x="7056812" y="3429000"/>
            <a:ext cx="2937786" cy="3144014"/>
          </a:xfrm>
          <a:prstGeom prst="roundRect">
            <a:avLst>
              <a:gd name="adj" fmla="val 10000"/>
            </a:avLst>
          </a:prstGeom>
          <a:solidFill>
            <a:schemeClr val="accent5">
              <a:lumMod val="20000"/>
              <a:lumOff val="80000"/>
            </a:schemeClr>
          </a:solidFill>
          <a:ln>
            <a:solidFill>
              <a:srgbClr val="002876"/>
            </a:solidFill>
          </a:ln>
        </p:spPr>
        <p:style>
          <a:lnRef idx="0">
            <a:scrgbClr r="0" g="0" b="0"/>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E"/>
          </a:p>
        </p:txBody>
      </p:sp>
      <p:grpSp>
        <p:nvGrpSpPr>
          <p:cNvPr id="1213" name="Grupa 3">
            <a:extLst>
              <a:ext uri="{FF2B5EF4-FFF2-40B4-BE49-F238E27FC236}">
                <a16:creationId xmlns:a16="http://schemas.microsoft.com/office/drawing/2014/main" id="{26C9E953-F542-920B-E4BB-112FDFF8E513}"/>
              </a:ext>
            </a:extLst>
          </p:cNvPr>
          <p:cNvGrpSpPr/>
          <p:nvPr/>
        </p:nvGrpSpPr>
        <p:grpSpPr>
          <a:xfrm>
            <a:off x="7236833" y="5613161"/>
            <a:ext cx="2433038" cy="684339"/>
            <a:chOff x="294802" y="1213068"/>
            <a:chExt cx="3130549" cy="984768"/>
          </a:xfrm>
        </p:grpSpPr>
        <p:sp>
          <p:nvSpPr>
            <p:cNvPr id="1216" name="Prostokąt: zaokrąglone rogi 4">
              <a:extLst>
                <a:ext uri="{FF2B5EF4-FFF2-40B4-BE49-F238E27FC236}">
                  <a16:creationId xmlns:a16="http://schemas.microsoft.com/office/drawing/2014/main" id="{7335C94B-2303-755E-A43F-A6050B28767C}"/>
                </a:ext>
              </a:extLst>
            </p:cNvPr>
            <p:cNvSpPr/>
            <p:nvPr/>
          </p:nvSpPr>
          <p:spPr>
            <a:xfrm>
              <a:off x="294802" y="1213068"/>
              <a:ext cx="3130549" cy="984768"/>
            </a:xfrm>
            <a:prstGeom prst="roundRect">
              <a:avLst>
                <a:gd name="adj" fmla="val 10000"/>
              </a:avLst>
            </a:prstGeom>
            <a:solidFill>
              <a:srgbClr val="00287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E"/>
            </a:p>
          </p:txBody>
        </p:sp>
        <p:sp>
          <p:nvSpPr>
            <p:cNvPr id="1217" name="Prostokąt: zaokrąglone rogi 4">
              <a:extLst>
                <a:ext uri="{FF2B5EF4-FFF2-40B4-BE49-F238E27FC236}">
                  <a16:creationId xmlns:a16="http://schemas.microsoft.com/office/drawing/2014/main" id="{1B975186-EAD8-7F73-778D-704AC35476A3}"/>
                </a:ext>
              </a:extLst>
            </p:cNvPr>
            <p:cNvSpPr txBox="1"/>
            <p:nvPr/>
          </p:nvSpPr>
          <p:spPr>
            <a:xfrm>
              <a:off x="323645" y="1241911"/>
              <a:ext cx="3072863" cy="9270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5560" tIns="26670" rIns="35560" bIns="26670" numCol="1" spcCol="1270" anchor="ctr" anchorCtr="0">
              <a:noAutofit/>
            </a:bodyPr>
            <a:lstStyle/>
            <a:p>
              <a:pPr lvl="0" algn="ctr">
                <a:defRPr/>
              </a:pPr>
              <a:r>
                <a:rPr lang="pl-PL" sz="1600">
                  <a:solidFill>
                    <a:prstClr val="white"/>
                  </a:solidFill>
                </a:rPr>
                <a:t>Enterprise </a:t>
              </a:r>
              <a:r>
                <a:rPr lang="pl-PL" sz="1600" err="1">
                  <a:solidFill>
                    <a:prstClr val="white"/>
                  </a:solidFill>
                </a:rPr>
                <a:t>characteristics</a:t>
              </a:r>
              <a:endParaRPr lang="pl-PL" sz="1600">
                <a:solidFill>
                  <a:prstClr val="white"/>
                </a:solidFill>
              </a:endParaRPr>
            </a:p>
            <a:p>
              <a:pPr lvl="0" algn="ctr">
                <a:defRPr/>
              </a:pPr>
              <a:r>
                <a:rPr lang="pl-PL">
                  <a:solidFill>
                    <a:prstClr val="white"/>
                  </a:solidFill>
                </a:rPr>
                <a:t>OBEC</a:t>
              </a:r>
            </a:p>
          </p:txBody>
        </p:sp>
      </p:grpSp>
      <p:grpSp>
        <p:nvGrpSpPr>
          <p:cNvPr id="1218" name="Grupa 8">
            <a:extLst>
              <a:ext uri="{FF2B5EF4-FFF2-40B4-BE49-F238E27FC236}">
                <a16:creationId xmlns:a16="http://schemas.microsoft.com/office/drawing/2014/main" id="{54DDB856-512A-E5B8-84F4-0A285097E15A}"/>
              </a:ext>
            </a:extLst>
          </p:cNvPr>
          <p:cNvGrpSpPr/>
          <p:nvPr/>
        </p:nvGrpSpPr>
        <p:grpSpPr>
          <a:xfrm>
            <a:off x="7236834" y="4407054"/>
            <a:ext cx="2433038" cy="684339"/>
            <a:chOff x="285660" y="152132"/>
            <a:chExt cx="3130549" cy="984768"/>
          </a:xfrm>
        </p:grpSpPr>
        <p:sp>
          <p:nvSpPr>
            <p:cNvPr id="1219" name="Prostokąt: zaokrąglone rogi 9">
              <a:extLst>
                <a:ext uri="{FF2B5EF4-FFF2-40B4-BE49-F238E27FC236}">
                  <a16:creationId xmlns:a16="http://schemas.microsoft.com/office/drawing/2014/main" id="{2DF88988-7E8B-36F3-F41B-D26160A9CF21}"/>
                </a:ext>
              </a:extLst>
            </p:cNvPr>
            <p:cNvSpPr/>
            <p:nvPr/>
          </p:nvSpPr>
          <p:spPr>
            <a:xfrm>
              <a:off x="285660" y="152132"/>
              <a:ext cx="3130549" cy="984768"/>
            </a:xfrm>
            <a:prstGeom prst="roundRect">
              <a:avLst>
                <a:gd name="adj" fmla="val 10000"/>
              </a:avLst>
            </a:prstGeom>
            <a:solidFill>
              <a:srgbClr val="00287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E"/>
            </a:p>
          </p:txBody>
        </p:sp>
        <p:sp>
          <p:nvSpPr>
            <p:cNvPr id="1220" name="Prostokąt: zaokrąglone rogi 4">
              <a:extLst>
                <a:ext uri="{FF2B5EF4-FFF2-40B4-BE49-F238E27FC236}">
                  <a16:creationId xmlns:a16="http://schemas.microsoft.com/office/drawing/2014/main" id="{6EAB16D7-A5BD-6FFA-F18E-80AB93D20C9F}"/>
                </a:ext>
              </a:extLst>
            </p:cNvPr>
            <p:cNvSpPr txBox="1"/>
            <p:nvPr/>
          </p:nvSpPr>
          <p:spPr>
            <a:xfrm>
              <a:off x="314503" y="180975"/>
              <a:ext cx="3072863" cy="9270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5560" tIns="26670" rIns="35560" bIns="26670" numCol="1" spcCol="1270" anchor="ctr" anchorCtr="0">
              <a:noAutofit/>
            </a:bodyPr>
            <a:lstStyle/>
            <a:p>
              <a:pPr lvl="0" algn="ctr">
                <a:defRPr/>
              </a:pPr>
              <a:r>
                <a:rPr lang="pl-PL" sz="1600">
                  <a:solidFill>
                    <a:prstClr val="white"/>
                  </a:solidFill>
                </a:rPr>
                <a:t>Online </a:t>
              </a:r>
              <a:r>
                <a:rPr lang="pl-PL" sz="1600" err="1">
                  <a:solidFill>
                    <a:prstClr val="white"/>
                  </a:solidFill>
                </a:rPr>
                <a:t>job</a:t>
              </a:r>
              <a:r>
                <a:rPr lang="pl-PL" sz="1600">
                  <a:solidFill>
                    <a:prstClr val="white"/>
                  </a:solidFill>
                </a:rPr>
                <a:t> </a:t>
              </a:r>
              <a:r>
                <a:rPr lang="pl-PL" sz="1600" err="1">
                  <a:solidFill>
                    <a:prstClr val="white"/>
                  </a:solidFill>
                </a:rPr>
                <a:t>advertisements</a:t>
              </a:r>
              <a:endParaRPr lang="pl-PL" sz="1600">
                <a:solidFill>
                  <a:prstClr val="white"/>
                </a:solidFill>
              </a:endParaRPr>
            </a:p>
            <a:p>
              <a:pPr lvl="0" algn="ctr">
                <a:defRPr/>
              </a:pPr>
              <a:r>
                <a:rPr lang="pl-PL" sz="1600">
                  <a:solidFill>
                    <a:prstClr val="white"/>
                  </a:solidFill>
                </a:rPr>
                <a:t>OJA</a:t>
              </a:r>
            </a:p>
          </p:txBody>
        </p:sp>
      </p:grpSp>
      <p:sp>
        <p:nvSpPr>
          <p:cNvPr id="1222" name="Prostokąt 1">
            <a:extLst>
              <a:ext uri="{FF2B5EF4-FFF2-40B4-BE49-F238E27FC236}">
                <a16:creationId xmlns:a16="http://schemas.microsoft.com/office/drawing/2014/main" id="{03E6F5FB-5BE4-6007-BFBC-0CB54CA18978}"/>
              </a:ext>
            </a:extLst>
          </p:cNvPr>
          <p:cNvSpPr/>
          <p:nvPr/>
        </p:nvSpPr>
        <p:spPr>
          <a:xfrm>
            <a:off x="7045226" y="3496969"/>
            <a:ext cx="2937784"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a:ln>
                  <a:noFill/>
                </a:ln>
                <a:solidFill>
                  <a:schemeClr val="accent1">
                    <a:lumMod val="75000"/>
                  </a:schemeClr>
                </a:solidFill>
                <a:effectLst/>
                <a:uLnTx/>
                <a:uFillTx/>
                <a:latin typeface="Arial" panose="020B0604020202020204" pitchFamily="34" charset="0"/>
                <a:ea typeface="+mn-ea"/>
                <a:cs typeface="Arial" panose="020B0604020202020204" pitchFamily="34" charset="0"/>
              </a:rPr>
              <a:t>Most </a:t>
            </a:r>
            <a:r>
              <a:rPr kumimoji="0" lang="pl-PL" sz="2000" b="1" i="0" u="none" strike="noStrike" kern="1200" cap="none" spc="0" normalizeH="0" baseline="0" noProof="0" err="1">
                <a:ln>
                  <a:noFill/>
                </a:ln>
                <a:solidFill>
                  <a:schemeClr val="accent1">
                    <a:lumMod val="75000"/>
                  </a:schemeClr>
                </a:solidFill>
                <a:effectLst/>
                <a:uLnTx/>
                <a:uFillTx/>
                <a:latin typeface="Arial" panose="020B0604020202020204" pitchFamily="34" charset="0"/>
                <a:ea typeface="+mn-ea"/>
                <a:cs typeface="Arial" panose="020B0604020202020204" pitchFamily="34" charset="0"/>
              </a:rPr>
              <a:t>mature</a:t>
            </a:r>
            <a:r>
              <a:rPr kumimoji="0" lang="pl-PL" sz="2000" b="1" i="0" u="none" strike="noStrike" kern="1200" cap="none" spc="0" normalizeH="0" noProof="0">
                <a:ln>
                  <a:noFill/>
                </a:ln>
                <a:solidFill>
                  <a:schemeClr val="accent1">
                    <a:lumMod val="75000"/>
                  </a:schemeClr>
                </a:solidFill>
                <a:effectLst/>
                <a:uLnTx/>
                <a:uFillTx/>
                <a:latin typeface="Arial" panose="020B0604020202020204" pitchFamily="34" charset="0"/>
                <a:ea typeface="+mn-ea"/>
                <a:cs typeface="Arial" panose="020B0604020202020204" pitchFamily="34" charset="0"/>
              </a:rPr>
              <a:t> </a:t>
            </a:r>
            <a:br>
              <a:rPr kumimoji="0" lang="pl-PL" sz="2000" b="1" i="0" u="none" strike="noStrike" kern="1200" cap="none" spc="0" normalizeH="0" noProof="0">
                <a:ln>
                  <a:noFill/>
                </a:ln>
                <a:solidFill>
                  <a:schemeClr val="accent1">
                    <a:lumMod val="75000"/>
                  </a:schemeClr>
                </a:solidFill>
                <a:effectLst/>
                <a:uLnTx/>
                <a:uFillTx/>
                <a:latin typeface="Arial" panose="020B0604020202020204" pitchFamily="34" charset="0"/>
                <a:ea typeface="+mn-ea"/>
                <a:cs typeface="Arial" panose="020B0604020202020204" pitchFamily="34" charset="0"/>
              </a:rPr>
            </a:br>
            <a:r>
              <a:rPr kumimoji="0" lang="pl-PL" sz="2000" b="1" i="0" u="none" strike="noStrike" kern="1200" cap="none" spc="0" normalizeH="0" noProof="0" err="1">
                <a:ln>
                  <a:noFill/>
                </a:ln>
                <a:solidFill>
                  <a:schemeClr val="accent1">
                    <a:lumMod val="75000"/>
                  </a:schemeClr>
                </a:solidFill>
                <a:effectLst/>
                <a:uLnTx/>
                <a:uFillTx/>
                <a:latin typeface="Arial" panose="020B0604020202020204" pitchFamily="34" charset="0"/>
                <a:ea typeface="+mn-ea"/>
                <a:cs typeface="Arial" panose="020B0604020202020204" pitchFamily="34" charset="0"/>
              </a:rPr>
              <a:t>use-cases</a:t>
            </a:r>
            <a:endParaRPr kumimoji="0" lang="pl-PL" sz="2000" b="0" i="0" u="none" strike="noStrike" kern="1200" cap="none" spc="0" normalizeH="0" baseline="0" noProof="0">
              <a:ln>
                <a:noFill/>
              </a:ln>
              <a:solidFill>
                <a:schemeClr val="accent1">
                  <a:lumMod val="75000"/>
                </a:schemeClr>
              </a:solidFill>
              <a:effectLst/>
              <a:uLnTx/>
              <a:uFillTx/>
              <a:latin typeface="Arial" panose="020B0604020202020204" pitchFamily="34" charset="0"/>
              <a:ea typeface="+mn-ea"/>
              <a:cs typeface="Arial" panose="020B0604020202020204" pitchFamily="34" charset="0"/>
            </a:endParaRPr>
          </a:p>
        </p:txBody>
      </p:sp>
      <p:grpSp>
        <p:nvGrpSpPr>
          <p:cNvPr id="1223" name="Group 28">
            <a:extLst>
              <a:ext uri="{FF2B5EF4-FFF2-40B4-BE49-F238E27FC236}">
                <a16:creationId xmlns:a16="http://schemas.microsoft.com/office/drawing/2014/main" id="{67C625FB-58EF-8852-5A6D-CCC315034B17}"/>
              </a:ext>
            </a:extLst>
          </p:cNvPr>
          <p:cNvGrpSpPr/>
          <p:nvPr/>
        </p:nvGrpSpPr>
        <p:grpSpPr>
          <a:xfrm>
            <a:off x="1317019" y="3442374"/>
            <a:ext cx="4505811" cy="2801553"/>
            <a:chOff x="3210879" y="2358192"/>
            <a:chExt cx="5772083" cy="3715127"/>
          </a:xfrm>
        </p:grpSpPr>
        <p:sp>
          <p:nvSpPr>
            <p:cNvPr id="1224" name="TextBox 9">
              <a:extLst>
                <a:ext uri="{FF2B5EF4-FFF2-40B4-BE49-F238E27FC236}">
                  <a16:creationId xmlns:a16="http://schemas.microsoft.com/office/drawing/2014/main" id="{21FFE310-9293-FF53-0E35-4A2C3A382758}"/>
                </a:ext>
              </a:extLst>
            </p:cNvPr>
            <p:cNvSpPr txBox="1"/>
            <p:nvPr/>
          </p:nvSpPr>
          <p:spPr>
            <a:xfrm>
              <a:off x="4798346" y="4054806"/>
              <a:ext cx="2182010" cy="93508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Experimental </a:t>
              </a:r>
              <a:r>
                <a:rPr kumimoji="0" lang="pl-PL" sz="2000" b="1" i="0" u="none" strike="noStrike" kern="1200" cap="none" spc="0" normalizeH="0" baseline="0" noProof="0" dirty="0" err="1">
                  <a:ln>
                    <a:noFill/>
                  </a:ln>
                  <a:solidFill>
                    <a:srgbClr val="ED7D31">
                      <a:lumMod val="75000"/>
                    </a:srgbClr>
                  </a:solidFill>
                  <a:effectLst/>
                  <a:uLnTx/>
                  <a:uFillTx/>
                  <a:latin typeface="Calibri" panose="020F0502020204030204"/>
                  <a:ea typeface="+mn-ea"/>
                  <a:cs typeface="+mn-cs"/>
                </a:rPr>
                <a:t>use-cases</a:t>
              </a:r>
              <a:endParaRPr kumimoji="0" lang="bg-BG" sz="20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1225" name="TextBox 10">
              <a:extLst>
                <a:ext uri="{FF2B5EF4-FFF2-40B4-BE49-F238E27FC236}">
                  <a16:creationId xmlns:a16="http://schemas.microsoft.com/office/drawing/2014/main" id="{D62DEA57-04EC-2B27-0722-E338C22BB2C6}"/>
                </a:ext>
              </a:extLst>
            </p:cNvPr>
            <p:cNvSpPr txBox="1"/>
            <p:nvPr/>
          </p:nvSpPr>
          <p:spPr>
            <a:xfrm>
              <a:off x="3210879" y="2657318"/>
              <a:ext cx="1750395" cy="76500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rPr>
                <a:t>Construction</a:t>
              </a:r>
              <a:endParaRPr kumimoji="0" lang="pl-PL" sz="1600" b="0" i="0" u="none" strike="noStrike" kern="1200" cap="none" spc="0" normalizeH="0" baseline="0" noProof="0" dirty="0">
                <a:ln>
                  <a:noFill/>
                </a:ln>
                <a:solidFill>
                  <a:prstClr val="black"/>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pl-PL" sz="1600" dirty="0" err="1">
                  <a:solidFill>
                    <a:prstClr val="black"/>
                  </a:solidFill>
                  <a:latin typeface="Calibri" panose="020F0502020204030204"/>
                </a:rPr>
                <a:t>activities</a:t>
              </a:r>
              <a:endParaRPr kumimoji="0" lang="bg-BG" sz="1600" b="0" i="0" u="none" strike="noStrike" kern="1200" cap="none" spc="0" normalizeH="0" baseline="0" noProof="0" dirty="0">
                <a:ln>
                  <a:noFill/>
                </a:ln>
                <a:solidFill>
                  <a:prstClr val="black"/>
                </a:solidFill>
                <a:effectLst/>
                <a:uLnTx/>
                <a:uFillTx/>
                <a:latin typeface="Calibri" panose="020F0502020204030204"/>
              </a:endParaRPr>
            </a:p>
          </p:txBody>
        </p:sp>
        <p:sp>
          <p:nvSpPr>
            <p:cNvPr id="1226" name="TextBox 11">
              <a:extLst>
                <a:ext uri="{FF2B5EF4-FFF2-40B4-BE49-F238E27FC236}">
                  <a16:creationId xmlns:a16="http://schemas.microsoft.com/office/drawing/2014/main" id="{869D264F-7670-5602-74A7-0FDCF352274B}"/>
                </a:ext>
              </a:extLst>
            </p:cNvPr>
            <p:cNvSpPr txBox="1"/>
            <p:nvPr/>
          </p:nvSpPr>
          <p:spPr>
            <a:xfrm>
              <a:off x="3361210" y="4730576"/>
              <a:ext cx="1576344" cy="49004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Real </a:t>
              </a:r>
              <a:r>
                <a:rPr kumimoji="0" lang="pl-PL" sz="1600" b="0" i="0" u="none" strike="noStrike" kern="1200" cap="none" spc="0" normalizeH="0" baseline="0" noProof="0">
                  <a:ln>
                    <a:noFill/>
                  </a:ln>
                  <a:solidFill>
                    <a:prstClr val="black"/>
                  </a:solidFill>
                  <a:effectLst/>
                  <a:uLnTx/>
                  <a:uFillTx/>
                  <a:latin typeface="Calibri" panose="020F0502020204030204"/>
                  <a:ea typeface="+mn-ea"/>
                  <a:cs typeface="+mn-cs"/>
                </a:rPr>
                <a:t>e</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state</a:t>
              </a:r>
              <a:endParaRPr kumimoji="0" lang="bg-BG"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TextBox 12">
              <a:extLst>
                <a:ext uri="{FF2B5EF4-FFF2-40B4-BE49-F238E27FC236}">
                  <a16:creationId xmlns:a16="http://schemas.microsoft.com/office/drawing/2014/main" id="{E0B234A0-B569-0C28-DA71-5CB47A2ED456}"/>
                </a:ext>
              </a:extLst>
            </p:cNvPr>
            <p:cNvSpPr txBox="1"/>
            <p:nvPr/>
          </p:nvSpPr>
          <p:spPr>
            <a:xfrm>
              <a:off x="4944529" y="2358192"/>
              <a:ext cx="1932512" cy="49004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Online </a:t>
              </a:r>
              <a:r>
                <a:rPr kumimoji="0" lang="pl-PL" sz="1600" b="0" i="0" u="none" strike="noStrike" kern="1200" cap="none" spc="0" normalizeH="0" baseline="0" noProof="0">
                  <a:ln>
                    <a:noFill/>
                  </a:ln>
                  <a:solidFill>
                    <a:prstClr val="black"/>
                  </a:solidFill>
                  <a:effectLst/>
                  <a:uLnTx/>
                  <a:uFillTx/>
                  <a:latin typeface="Calibri" panose="020F0502020204030204"/>
                  <a:ea typeface="+mn-ea"/>
                  <a:cs typeface="+mn-cs"/>
                </a:rPr>
                <a:t>p</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rices</a:t>
              </a:r>
              <a:endParaRPr kumimoji="0" lang="bg-BG"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TextBox 13">
              <a:extLst>
                <a:ext uri="{FF2B5EF4-FFF2-40B4-BE49-F238E27FC236}">
                  <a16:creationId xmlns:a16="http://schemas.microsoft.com/office/drawing/2014/main" id="{0771EDCC-716F-B988-E137-781A8CFDC080}"/>
                </a:ext>
              </a:extLst>
            </p:cNvPr>
            <p:cNvSpPr txBox="1"/>
            <p:nvPr/>
          </p:nvSpPr>
          <p:spPr>
            <a:xfrm>
              <a:off x="6321059" y="2719645"/>
              <a:ext cx="2661903" cy="44895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Tourism</a:t>
              </a:r>
              <a:endParaRPr kumimoji="0" lang="bg-BG"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9" name="TextBox 14">
              <a:extLst>
                <a:ext uri="{FF2B5EF4-FFF2-40B4-BE49-F238E27FC236}">
                  <a16:creationId xmlns:a16="http://schemas.microsoft.com/office/drawing/2014/main" id="{4F4B0542-56F1-6DAD-991B-BA36819D1BE3}"/>
                </a:ext>
              </a:extLst>
            </p:cNvPr>
            <p:cNvSpPr txBox="1"/>
            <p:nvPr/>
          </p:nvSpPr>
          <p:spPr>
            <a:xfrm>
              <a:off x="6690134" y="4847856"/>
              <a:ext cx="1939976" cy="49004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Traffic cameras</a:t>
              </a:r>
              <a:endParaRPr kumimoji="0" lang="bg-BG"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231" name="Straight Arrow Connector 10">
              <a:extLst>
                <a:ext uri="{FF2B5EF4-FFF2-40B4-BE49-F238E27FC236}">
                  <a16:creationId xmlns:a16="http://schemas.microsoft.com/office/drawing/2014/main" id="{927801F7-001B-A38E-23AA-85808D6E077F}"/>
                </a:ext>
              </a:extLst>
            </p:cNvPr>
            <p:cNvCxnSpPr/>
            <p:nvPr/>
          </p:nvCxnSpPr>
          <p:spPr>
            <a:xfrm flipV="1">
              <a:off x="5709453" y="3588323"/>
              <a:ext cx="0" cy="566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32" name="Grafika 31" descr="Dom">
              <a:extLst>
                <a:ext uri="{FF2B5EF4-FFF2-40B4-BE49-F238E27FC236}">
                  <a16:creationId xmlns:a16="http://schemas.microsoft.com/office/drawing/2014/main" id="{992AE2B3-2483-86D4-DE20-106A128B4210}"/>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631301" y="3335498"/>
              <a:ext cx="864000" cy="864000"/>
            </a:xfrm>
            <a:prstGeom prst="rect">
              <a:avLst/>
            </a:prstGeom>
          </p:spPr>
        </p:pic>
        <p:pic>
          <p:nvPicPr>
            <p:cNvPr id="1233" name="Grafika 34" descr="Miasto">
              <a:extLst>
                <a:ext uri="{FF2B5EF4-FFF2-40B4-BE49-F238E27FC236}">
                  <a16:creationId xmlns:a16="http://schemas.microsoft.com/office/drawing/2014/main" id="{89663E07-B36D-0117-CBA6-1E29397E70D5}"/>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02924" y="5140334"/>
              <a:ext cx="864000" cy="864000"/>
            </a:xfrm>
            <a:prstGeom prst="rect">
              <a:avLst/>
            </a:prstGeom>
          </p:spPr>
        </p:pic>
        <p:pic>
          <p:nvPicPr>
            <p:cNvPr id="1234" name="Grafika 57" descr="Koszyk na zakupy">
              <a:extLst>
                <a:ext uri="{FF2B5EF4-FFF2-40B4-BE49-F238E27FC236}">
                  <a16:creationId xmlns:a16="http://schemas.microsoft.com/office/drawing/2014/main" id="{50873814-E6EC-DE40-78C3-9ACE92668633}"/>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28473" y="2724369"/>
              <a:ext cx="864000" cy="864000"/>
            </a:xfrm>
            <a:prstGeom prst="rect">
              <a:avLst/>
            </a:prstGeom>
          </p:spPr>
        </p:pic>
        <p:pic>
          <p:nvPicPr>
            <p:cNvPr id="1235" name="Grafika 58" descr="Kula ziemska — Ameryki">
              <a:extLst>
                <a:ext uri="{FF2B5EF4-FFF2-40B4-BE49-F238E27FC236}">
                  <a16:creationId xmlns:a16="http://schemas.microsoft.com/office/drawing/2014/main" id="{A09C26D1-76D8-B8D2-4984-93D6491F16C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9884" y="3179702"/>
              <a:ext cx="878791" cy="864000"/>
            </a:xfrm>
            <a:prstGeom prst="rect">
              <a:avLst/>
            </a:prstGeom>
          </p:spPr>
        </p:pic>
        <p:pic>
          <p:nvPicPr>
            <p:cNvPr id="1236" name="Grafika 61" descr="Kamera monitoringu">
              <a:extLst>
                <a:ext uri="{FF2B5EF4-FFF2-40B4-BE49-F238E27FC236}">
                  <a16:creationId xmlns:a16="http://schemas.microsoft.com/office/drawing/2014/main" id="{C3B790CC-27DE-38C0-E8AA-AAE4622831B8}"/>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6533" y="5209319"/>
              <a:ext cx="864000" cy="864000"/>
            </a:xfrm>
            <a:prstGeom prst="rect">
              <a:avLst/>
            </a:prstGeom>
          </p:spPr>
        </p:pic>
        <p:cxnSp>
          <p:nvCxnSpPr>
            <p:cNvPr id="1238" name="Straight Arrow Connector 17">
              <a:extLst>
                <a:ext uri="{FF2B5EF4-FFF2-40B4-BE49-F238E27FC236}">
                  <a16:creationId xmlns:a16="http://schemas.microsoft.com/office/drawing/2014/main" id="{98FA2E4B-89D9-3360-43D2-D6FA1E182313}"/>
                </a:ext>
              </a:extLst>
            </p:cNvPr>
            <p:cNvCxnSpPr>
              <a:cxnSpLocks/>
            </p:cNvCxnSpPr>
            <p:nvPr/>
          </p:nvCxnSpPr>
          <p:spPr>
            <a:xfrm flipV="1">
              <a:off x="6473100" y="3739406"/>
              <a:ext cx="507255" cy="396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0" name="Straight Arrow Connector 19">
              <a:extLst>
                <a:ext uri="{FF2B5EF4-FFF2-40B4-BE49-F238E27FC236}">
                  <a16:creationId xmlns:a16="http://schemas.microsoft.com/office/drawing/2014/main" id="{8A60DEC6-1BA7-D80B-2D0F-1DC3ACD99981}"/>
                </a:ext>
              </a:extLst>
            </p:cNvPr>
            <p:cNvCxnSpPr>
              <a:cxnSpLocks/>
            </p:cNvCxnSpPr>
            <p:nvPr/>
          </p:nvCxnSpPr>
          <p:spPr>
            <a:xfrm flipH="1" flipV="1">
              <a:off x="4535666" y="3592337"/>
              <a:ext cx="525364" cy="476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1" name="Straight Arrow Connector 20">
              <a:extLst>
                <a:ext uri="{FF2B5EF4-FFF2-40B4-BE49-F238E27FC236}">
                  <a16:creationId xmlns:a16="http://schemas.microsoft.com/office/drawing/2014/main" id="{EFC7B936-70DD-602E-2067-AD6EE64F0F3B}"/>
                </a:ext>
              </a:extLst>
            </p:cNvPr>
            <p:cNvCxnSpPr>
              <a:cxnSpLocks/>
            </p:cNvCxnSpPr>
            <p:nvPr/>
          </p:nvCxnSpPr>
          <p:spPr>
            <a:xfrm flipH="1">
              <a:off x="4555462" y="5002481"/>
              <a:ext cx="511827" cy="513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2" name="Straight Arrow Connector 21">
              <a:extLst>
                <a:ext uri="{FF2B5EF4-FFF2-40B4-BE49-F238E27FC236}">
                  <a16:creationId xmlns:a16="http://schemas.microsoft.com/office/drawing/2014/main" id="{C3BECC61-4724-FCAD-9324-4A0C49920A77}"/>
                </a:ext>
              </a:extLst>
            </p:cNvPr>
            <p:cNvCxnSpPr>
              <a:cxnSpLocks/>
            </p:cNvCxnSpPr>
            <p:nvPr/>
          </p:nvCxnSpPr>
          <p:spPr>
            <a:xfrm>
              <a:off x="6321059" y="4969007"/>
              <a:ext cx="670127" cy="544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Content Placeholder 5">
            <a:extLst>
              <a:ext uri="{FF2B5EF4-FFF2-40B4-BE49-F238E27FC236}">
                <a16:creationId xmlns:a16="http://schemas.microsoft.com/office/drawing/2014/main" id="{135C9913-916C-2994-CFAD-81F726E29E78}"/>
              </a:ext>
            </a:extLst>
          </p:cNvPr>
          <p:cNvSpPr txBox="1">
            <a:spLocks/>
          </p:cNvSpPr>
          <p:nvPr/>
        </p:nvSpPr>
        <p:spPr>
          <a:xfrm>
            <a:off x="846046" y="1335622"/>
            <a:ext cx="10307909" cy="1902922"/>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Eurostat started investigating the use of web scraping for European statistics in 2017. In 2020 Eurostat established the Web Intelligence Hub (WIH). The WIH provides the infrastructure and expertise to support the use of web content for European Statistics.</a:t>
            </a:r>
          </a:p>
          <a:p>
            <a:pPr marL="0" indent="0" algn="just">
              <a:buFont typeface="Arial" panose="020B0604020202020204" pitchFamily="34" charset="0"/>
              <a:buNone/>
            </a:pPr>
            <a:r>
              <a:rPr lang="en-US" dirty="0"/>
              <a:t>Over the years, the WIH has explored several use cases. Two use cases have reached a higher level of maturity: online job advertisements (OJAs) and online business enterprise characteristics (OBEC). </a:t>
            </a:r>
          </a:p>
        </p:txBody>
      </p:sp>
    </p:spTree>
    <p:extLst>
      <p:ext uri="{BB962C8B-B14F-4D97-AF65-F5344CB8AC3E}">
        <p14:creationId xmlns:p14="http://schemas.microsoft.com/office/powerpoint/2010/main" val="3188161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0102-AE18-525F-A00C-F34A696010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FBF30C-0E6C-3DD6-20A5-2A455EF42718}"/>
              </a:ext>
            </a:extLst>
          </p:cNvPr>
          <p:cNvSpPr>
            <a:spLocks noGrp="1"/>
          </p:cNvSpPr>
          <p:nvPr>
            <p:ph type="title"/>
          </p:nvPr>
        </p:nvSpPr>
        <p:spPr/>
        <p:txBody>
          <a:bodyPr/>
          <a:lstStyle/>
          <a:p>
            <a:r>
              <a:rPr lang="en-GB" dirty="0"/>
              <a:t>Web Intelligence Hub - Online Job Advertisements</a:t>
            </a:r>
          </a:p>
        </p:txBody>
      </p:sp>
      <p:sp>
        <p:nvSpPr>
          <p:cNvPr id="6" name="Content Placeholder 5">
            <a:extLst>
              <a:ext uri="{FF2B5EF4-FFF2-40B4-BE49-F238E27FC236}">
                <a16:creationId xmlns:a16="http://schemas.microsoft.com/office/drawing/2014/main" id="{BBA6E1DC-8380-F289-05C7-3D9251E65CB6}"/>
              </a:ext>
            </a:extLst>
          </p:cNvPr>
          <p:cNvSpPr>
            <a:spLocks noGrp="1"/>
          </p:cNvSpPr>
          <p:nvPr>
            <p:ph idx="1"/>
          </p:nvPr>
        </p:nvSpPr>
        <p:spPr>
          <a:xfrm>
            <a:off x="838200" y="1470419"/>
            <a:ext cx="10515600" cy="1982937"/>
          </a:xfrm>
        </p:spPr>
        <p:txBody>
          <a:bodyPr/>
          <a:lstStyle/>
          <a:p>
            <a:pPr lvl="0">
              <a:spcBef>
                <a:spcPts val="1600"/>
              </a:spcBef>
              <a:buClr>
                <a:schemeClr val="dk2"/>
              </a:buClr>
              <a:buSzPct val="100000"/>
            </a:pPr>
            <a:r>
              <a:rPr lang="en-GB" dirty="0"/>
              <a:t>Online Job Advertisements (OJA) from job portals have been identified as a promising data source to track the labour market demand for occupations and skills. </a:t>
            </a:r>
          </a:p>
          <a:p>
            <a:pPr lvl="0">
              <a:spcBef>
                <a:spcPts val="1600"/>
              </a:spcBef>
              <a:buClr>
                <a:schemeClr val="dk2"/>
              </a:buClr>
              <a:buSzPct val="100000"/>
            </a:pPr>
            <a:r>
              <a:rPr lang="en-GB" dirty="0"/>
              <a:t>Since 2020, Eurostat has established and maintained a pipeline for the collection and processing of online job advertisements.</a:t>
            </a:r>
            <a:r>
              <a:rPr lang="en-US" dirty="0"/>
              <a:t> Eurostat currently publishes two</a:t>
            </a:r>
            <a:r>
              <a:rPr lang="en-GB" dirty="0"/>
              <a:t> experimental statistics using online job advertisements data:</a:t>
            </a:r>
          </a:p>
          <a:p>
            <a:pPr marL="342900" lvl="0" indent="-342900">
              <a:spcBef>
                <a:spcPts val="1600"/>
              </a:spcBef>
              <a:buClr>
                <a:schemeClr val="dk2"/>
              </a:buClr>
              <a:buSzPct val="100000"/>
              <a:buFont typeface="Arial" panose="020B0604020202020204" pitchFamily="34" charset="0"/>
              <a:buChar char="•"/>
            </a:pPr>
            <a:r>
              <a:rPr lang="en-US" dirty="0">
                <a:hlinkClick r:id="rId2"/>
              </a:rPr>
              <a:t>Job vacancy rate by occupation and region</a:t>
            </a:r>
            <a:endParaRPr lang="en-GB" dirty="0"/>
          </a:p>
          <a:p>
            <a:pPr marL="342900" lvl="0" indent="-342900">
              <a:spcBef>
                <a:spcPts val="1600"/>
              </a:spcBef>
              <a:buClr>
                <a:schemeClr val="dk2"/>
              </a:buClr>
              <a:buSzPct val="100000"/>
              <a:buFont typeface="Arial" panose="020B0604020202020204" pitchFamily="34" charset="0"/>
              <a:buChar char="•"/>
            </a:pPr>
            <a:r>
              <a:rPr lang="en-GB" dirty="0">
                <a:hlinkClick r:id="rId3"/>
              </a:rPr>
              <a:t>Labour market demand for ICT specialists in OJAs</a:t>
            </a:r>
            <a:endParaRPr lang="en-GB" dirty="0"/>
          </a:p>
          <a:p>
            <a:pPr lvl="0">
              <a:spcBef>
                <a:spcPts val="1600"/>
              </a:spcBef>
              <a:buClr>
                <a:schemeClr val="dk2"/>
              </a:buClr>
              <a:buSzPct val="100000"/>
            </a:pPr>
            <a:endParaRPr lang="en-GB" dirty="0"/>
          </a:p>
          <a:p>
            <a:pPr lvl="0">
              <a:spcBef>
                <a:spcPts val="1600"/>
              </a:spcBef>
              <a:buClr>
                <a:schemeClr val="dk2"/>
              </a:buClr>
              <a:buSzPct val="100000"/>
            </a:pPr>
            <a:endParaRPr lang="en-GB" dirty="0"/>
          </a:p>
          <a:p>
            <a:pPr marL="1200150" lvl="1" indent="-457200">
              <a:spcBef>
                <a:spcPts val="1600"/>
              </a:spcBef>
              <a:buClr>
                <a:schemeClr val="dk2"/>
              </a:buClr>
              <a:buSzPct val="100000"/>
              <a:buFont typeface="Arial"/>
              <a:buChar char="•"/>
            </a:pPr>
            <a:endParaRPr lang="en-GB" dirty="0"/>
          </a:p>
        </p:txBody>
      </p:sp>
      <p:sp>
        <p:nvSpPr>
          <p:cNvPr id="2" name="Slide Number Placeholder 5">
            <a:extLst>
              <a:ext uri="{FF2B5EF4-FFF2-40B4-BE49-F238E27FC236}">
                <a16:creationId xmlns:a16="http://schemas.microsoft.com/office/drawing/2014/main" id="{AA1EB970-C182-5D4B-8D36-5ACE114F2F82}"/>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3</a:t>
            </a:fld>
            <a:endParaRPr lang="en-IE" dirty="0"/>
          </a:p>
        </p:txBody>
      </p:sp>
      <p:pic>
        <p:nvPicPr>
          <p:cNvPr id="2054" name="Picture 6" descr="A blue background with white text and icons&#10;&#10;AI-generated content may be incorrect.">
            <a:extLst>
              <a:ext uri="{FF2B5EF4-FFF2-40B4-BE49-F238E27FC236}">
                <a16:creationId xmlns:a16="http://schemas.microsoft.com/office/drawing/2014/main" id="{A298A7FD-2206-19EC-2810-9F53E6258A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63" y="4359066"/>
            <a:ext cx="8258310" cy="11451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2">
            <a:extLst>
              <a:ext uri="{FF2B5EF4-FFF2-40B4-BE49-F238E27FC236}">
                <a16:creationId xmlns:a16="http://schemas.microsoft.com/office/drawing/2014/main" id="{23872B74-53BB-42FE-B6FD-E2179EB7E6A7}"/>
              </a:ext>
            </a:extLst>
          </p:cNvPr>
          <p:cNvSpPr txBox="1"/>
          <p:nvPr/>
        </p:nvSpPr>
        <p:spPr>
          <a:xfrm>
            <a:off x="2195318" y="5512375"/>
            <a:ext cx="1195109" cy="27699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E" sz="1200" b="1" dirty="0">
                <a:solidFill>
                  <a:srgbClr val="262F64"/>
                </a:solidFill>
              </a:rPr>
              <a:t>Landscaping</a:t>
            </a:r>
          </a:p>
        </p:txBody>
      </p:sp>
      <p:sp>
        <p:nvSpPr>
          <p:cNvPr id="12" name="TextBox 4">
            <a:extLst>
              <a:ext uri="{FF2B5EF4-FFF2-40B4-BE49-F238E27FC236}">
                <a16:creationId xmlns:a16="http://schemas.microsoft.com/office/drawing/2014/main" id="{78AADDA3-B506-A191-E237-3172FDC6E04A}"/>
              </a:ext>
            </a:extLst>
          </p:cNvPr>
          <p:cNvSpPr txBox="1"/>
          <p:nvPr/>
        </p:nvSpPr>
        <p:spPr>
          <a:xfrm>
            <a:off x="3452700" y="5549334"/>
            <a:ext cx="1715451" cy="27699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E" sz="1200" b="1" dirty="0">
                <a:solidFill>
                  <a:srgbClr val="262F64"/>
                </a:solidFill>
              </a:rPr>
              <a:t>Content Collection</a:t>
            </a:r>
          </a:p>
        </p:txBody>
      </p:sp>
      <p:sp>
        <p:nvSpPr>
          <p:cNvPr id="13" name="TextBox 5">
            <a:extLst>
              <a:ext uri="{FF2B5EF4-FFF2-40B4-BE49-F238E27FC236}">
                <a16:creationId xmlns:a16="http://schemas.microsoft.com/office/drawing/2014/main" id="{B09E60B2-E64D-2CE1-A6D5-8A0F4CF39272}"/>
              </a:ext>
            </a:extLst>
          </p:cNvPr>
          <p:cNvSpPr txBox="1"/>
          <p:nvPr/>
        </p:nvSpPr>
        <p:spPr>
          <a:xfrm>
            <a:off x="5230424" y="5529456"/>
            <a:ext cx="1554182" cy="27699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E" sz="1200" b="1" dirty="0">
                <a:solidFill>
                  <a:srgbClr val="262F64"/>
                </a:solidFill>
              </a:rPr>
              <a:t>Pre-processing</a:t>
            </a:r>
          </a:p>
        </p:txBody>
      </p:sp>
      <p:sp>
        <p:nvSpPr>
          <p:cNvPr id="14" name="TextBox 6">
            <a:extLst>
              <a:ext uri="{FF2B5EF4-FFF2-40B4-BE49-F238E27FC236}">
                <a16:creationId xmlns:a16="http://schemas.microsoft.com/office/drawing/2014/main" id="{F31782E1-C73E-6254-C9CD-B01A6F380835}"/>
              </a:ext>
            </a:extLst>
          </p:cNvPr>
          <p:cNvSpPr txBox="1"/>
          <p:nvPr/>
        </p:nvSpPr>
        <p:spPr>
          <a:xfrm>
            <a:off x="6500869" y="5529456"/>
            <a:ext cx="1829128" cy="276999"/>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E" sz="1200" b="1" dirty="0">
                <a:solidFill>
                  <a:srgbClr val="262F64"/>
                </a:solidFill>
              </a:rPr>
              <a:t>Information Extraction</a:t>
            </a:r>
          </a:p>
        </p:txBody>
      </p:sp>
      <p:sp>
        <p:nvSpPr>
          <p:cNvPr id="15" name="TextBox 7">
            <a:extLst>
              <a:ext uri="{FF2B5EF4-FFF2-40B4-BE49-F238E27FC236}">
                <a16:creationId xmlns:a16="http://schemas.microsoft.com/office/drawing/2014/main" id="{BDC3968D-B342-2E72-66EC-F8B5D1E676B2}"/>
              </a:ext>
            </a:extLst>
          </p:cNvPr>
          <p:cNvSpPr txBox="1"/>
          <p:nvPr/>
        </p:nvSpPr>
        <p:spPr>
          <a:xfrm>
            <a:off x="8496425" y="5529455"/>
            <a:ext cx="117354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E" sz="1200" b="1" dirty="0">
                <a:solidFill>
                  <a:srgbClr val="D21270"/>
                </a:solidFill>
              </a:rPr>
              <a:t>Statistics Production</a:t>
            </a:r>
          </a:p>
        </p:txBody>
      </p:sp>
      <p:sp>
        <p:nvSpPr>
          <p:cNvPr id="4" name="TextBox 3">
            <a:extLst>
              <a:ext uri="{FF2B5EF4-FFF2-40B4-BE49-F238E27FC236}">
                <a16:creationId xmlns:a16="http://schemas.microsoft.com/office/drawing/2014/main" id="{467B45C0-F31C-B10E-5DE1-846A03FE90BA}"/>
              </a:ext>
            </a:extLst>
          </p:cNvPr>
          <p:cNvSpPr txBox="1"/>
          <p:nvPr/>
        </p:nvSpPr>
        <p:spPr>
          <a:xfrm>
            <a:off x="976940" y="6043122"/>
            <a:ext cx="9245361" cy="400110"/>
          </a:xfrm>
          <a:prstGeom prst="rect">
            <a:avLst/>
          </a:prstGeom>
          <a:noFill/>
        </p:spPr>
        <p:txBody>
          <a:bodyPr wrap="square">
            <a:spAutoFit/>
          </a:bodyPr>
          <a:lstStyle/>
          <a:p>
            <a:pPr lvl="0">
              <a:spcBef>
                <a:spcPts val="1600"/>
              </a:spcBef>
              <a:buClr>
                <a:schemeClr val="dk2"/>
              </a:buClr>
              <a:buSzPct val="100000"/>
            </a:pPr>
            <a:r>
              <a:rPr lang="en-GB" sz="2000" dirty="0"/>
              <a:t>Details on the OJA data collection are </a:t>
            </a:r>
            <a:r>
              <a:rPr lang="en-GB" sz="2000" dirty="0">
                <a:hlinkClick r:id="rId5"/>
              </a:rPr>
              <a:t>available on Eurostat's CROS portal</a:t>
            </a:r>
            <a:r>
              <a:rPr lang="en-GB" sz="2000" dirty="0"/>
              <a:t>. </a:t>
            </a:r>
          </a:p>
        </p:txBody>
      </p:sp>
    </p:spTree>
    <p:extLst>
      <p:ext uri="{BB962C8B-B14F-4D97-AF65-F5344CB8AC3E}">
        <p14:creationId xmlns:p14="http://schemas.microsoft.com/office/powerpoint/2010/main" val="112624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987EF-DF56-9A29-C443-C1F0EDCE14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3D46BB-12BA-667F-B3FC-C4A6E19D22D4}"/>
              </a:ext>
            </a:extLst>
          </p:cNvPr>
          <p:cNvSpPr>
            <a:spLocks noGrp="1"/>
          </p:cNvSpPr>
          <p:nvPr>
            <p:ph type="title"/>
          </p:nvPr>
        </p:nvSpPr>
        <p:spPr/>
        <p:txBody>
          <a:bodyPr/>
          <a:lstStyle/>
          <a:p>
            <a:r>
              <a:rPr lang="en-GB" dirty="0"/>
              <a:t>OJA Job Titles</a:t>
            </a:r>
          </a:p>
        </p:txBody>
      </p:sp>
      <p:sp>
        <p:nvSpPr>
          <p:cNvPr id="6" name="Content Placeholder 5">
            <a:extLst>
              <a:ext uri="{FF2B5EF4-FFF2-40B4-BE49-F238E27FC236}">
                <a16:creationId xmlns:a16="http://schemas.microsoft.com/office/drawing/2014/main" id="{C29D76FF-9652-93CA-14CF-2A59BD1A8B4F}"/>
              </a:ext>
            </a:extLst>
          </p:cNvPr>
          <p:cNvSpPr>
            <a:spLocks noGrp="1"/>
          </p:cNvSpPr>
          <p:nvPr>
            <p:ph idx="1"/>
          </p:nvPr>
        </p:nvSpPr>
        <p:spPr>
          <a:xfrm>
            <a:off x="838200" y="1470419"/>
            <a:ext cx="10515600" cy="1982937"/>
          </a:xfrm>
        </p:spPr>
        <p:txBody>
          <a:bodyPr/>
          <a:lstStyle/>
          <a:p>
            <a:pPr lvl="0">
              <a:spcBef>
                <a:spcPts val="1600"/>
              </a:spcBef>
              <a:buClr>
                <a:schemeClr val="dk2"/>
              </a:buClr>
              <a:buSzPct val="100000"/>
            </a:pPr>
            <a:r>
              <a:rPr lang="en-GB" dirty="0"/>
              <a:t>Online Job Advertisements (OJA) from job portals generally have a job title for each published vacancy. </a:t>
            </a:r>
          </a:p>
          <a:p>
            <a:pPr lvl="0">
              <a:spcBef>
                <a:spcPts val="1600"/>
              </a:spcBef>
              <a:buClr>
                <a:schemeClr val="dk2"/>
              </a:buClr>
              <a:buSzPct val="100000"/>
            </a:pPr>
            <a:r>
              <a:rPr lang="en-GB" dirty="0"/>
              <a:t>J</a:t>
            </a:r>
            <a:r>
              <a:rPr lang="en-US" dirty="0" err="1"/>
              <a:t>ob</a:t>
            </a:r>
            <a:r>
              <a:rPr lang="en-US" dirty="0"/>
              <a:t> titles play a particularly important role in identifying occupations and their evolution:</a:t>
            </a:r>
          </a:p>
          <a:p>
            <a:pPr marL="342900" lvl="0" indent="-342900">
              <a:spcBef>
                <a:spcPts val="1600"/>
              </a:spcBef>
              <a:buClr>
                <a:schemeClr val="dk2"/>
              </a:buClr>
              <a:buSzPct val="100000"/>
              <a:buFont typeface="Arial" panose="020B0604020202020204" pitchFamily="34" charset="0"/>
              <a:buChar char="•"/>
            </a:pPr>
            <a:r>
              <a:rPr lang="en-US" dirty="0"/>
              <a:t>They are less semantically rich than job descriptions, but less intensive to </a:t>
            </a:r>
            <a:r>
              <a:rPr lang="en-US" dirty="0" err="1"/>
              <a:t>analyse</a:t>
            </a:r>
            <a:r>
              <a:rPr lang="en-US" dirty="0"/>
              <a:t> (for both machines and humans)</a:t>
            </a:r>
          </a:p>
          <a:p>
            <a:pPr marL="342900" lvl="0" indent="-342900">
              <a:spcBef>
                <a:spcPts val="1600"/>
              </a:spcBef>
              <a:buClr>
                <a:schemeClr val="dk2"/>
              </a:buClr>
              <a:buSzPct val="100000"/>
              <a:buFont typeface="Arial" panose="020B0604020202020204" pitchFamily="34" charset="0"/>
              <a:buChar char="•"/>
            </a:pPr>
            <a:r>
              <a:rPr lang="en-US" dirty="0"/>
              <a:t>Can be used to update the index of occupational titles associated to ISCO as new occupations emerge</a:t>
            </a:r>
          </a:p>
          <a:p>
            <a:pPr lvl="0">
              <a:spcBef>
                <a:spcPts val="1600"/>
              </a:spcBef>
              <a:buClr>
                <a:schemeClr val="dk2"/>
              </a:buClr>
              <a:buSzPct val="100000"/>
            </a:pPr>
            <a:r>
              <a:rPr lang="en-US" dirty="0"/>
              <a:t>However, raw job titles are often difficult to </a:t>
            </a:r>
            <a:r>
              <a:rPr lang="en-US" dirty="0" err="1"/>
              <a:t>analyse</a:t>
            </a:r>
            <a:r>
              <a:rPr lang="en-US" dirty="0"/>
              <a:t> directly. The same occupation may be advertised using many different formulations, and titles may also contain information that is not part of the occupation itself, such as the location, employer name, working hours or other contextual details. </a:t>
            </a:r>
            <a:endParaRPr lang="en-GB" dirty="0"/>
          </a:p>
          <a:p>
            <a:pPr lvl="0">
              <a:spcBef>
                <a:spcPts val="1600"/>
              </a:spcBef>
              <a:buClr>
                <a:schemeClr val="dk2"/>
              </a:buClr>
              <a:buSzPct val="100000"/>
            </a:pPr>
            <a:endParaRPr lang="en-GB" dirty="0"/>
          </a:p>
          <a:p>
            <a:pPr marL="1200150" lvl="1" indent="-457200">
              <a:spcBef>
                <a:spcPts val="1600"/>
              </a:spcBef>
              <a:buClr>
                <a:schemeClr val="dk2"/>
              </a:buClr>
              <a:buSzPct val="100000"/>
              <a:buFont typeface="Arial"/>
              <a:buChar char="•"/>
            </a:pPr>
            <a:endParaRPr lang="en-GB" dirty="0"/>
          </a:p>
        </p:txBody>
      </p:sp>
      <p:sp>
        <p:nvSpPr>
          <p:cNvPr id="2" name="Slide Number Placeholder 5">
            <a:extLst>
              <a:ext uri="{FF2B5EF4-FFF2-40B4-BE49-F238E27FC236}">
                <a16:creationId xmlns:a16="http://schemas.microsoft.com/office/drawing/2014/main" id="{C2E55D4A-475A-1139-B224-7B79E28163CB}"/>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4</a:t>
            </a:fld>
            <a:endParaRPr lang="en-IE" dirty="0"/>
          </a:p>
        </p:txBody>
      </p:sp>
    </p:spTree>
    <p:extLst>
      <p:ext uri="{BB962C8B-B14F-4D97-AF65-F5344CB8AC3E}">
        <p14:creationId xmlns:p14="http://schemas.microsoft.com/office/powerpoint/2010/main" val="2640375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B1417-60FD-FD67-FA80-BCE76F9FB2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17C0E4-FE6D-DBF2-EFE6-FAA9B8D6F604}"/>
              </a:ext>
            </a:extLst>
          </p:cNvPr>
          <p:cNvSpPr>
            <a:spLocks noGrp="1"/>
          </p:cNvSpPr>
          <p:nvPr>
            <p:ph type="title"/>
          </p:nvPr>
        </p:nvSpPr>
        <p:spPr/>
        <p:txBody>
          <a:bodyPr/>
          <a:lstStyle/>
          <a:p>
            <a:r>
              <a:rPr lang="en-GB" dirty="0"/>
              <a:t>Raw job title example</a:t>
            </a:r>
          </a:p>
        </p:txBody>
      </p:sp>
      <p:sp>
        <p:nvSpPr>
          <p:cNvPr id="2" name="Slide Number Placeholder 5">
            <a:extLst>
              <a:ext uri="{FF2B5EF4-FFF2-40B4-BE49-F238E27FC236}">
                <a16:creationId xmlns:a16="http://schemas.microsoft.com/office/drawing/2014/main" id="{8DAE594E-8872-BEDB-FDD7-E3598516493E}"/>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5</a:t>
            </a:fld>
            <a:endParaRPr lang="en-IE" dirty="0"/>
          </a:p>
        </p:txBody>
      </p:sp>
      <p:sp>
        <p:nvSpPr>
          <p:cNvPr id="3" name="Rectangle: Rounded Corners 2">
            <a:extLst>
              <a:ext uri="{FF2B5EF4-FFF2-40B4-BE49-F238E27FC236}">
                <a16:creationId xmlns:a16="http://schemas.microsoft.com/office/drawing/2014/main" id="{950905FF-B4CB-652B-C80B-4EBE76ED8C43}"/>
              </a:ext>
            </a:extLst>
          </p:cNvPr>
          <p:cNvSpPr/>
          <p:nvPr/>
        </p:nvSpPr>
        <p:spPr>
          <a:xfrm>
            <a:off x="4313208" y="2527017"/>
            <a:ext cx="3096883" cy="68148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E" sz="1800" b="1" dirty="0"/>
              <a:t>accountant – Lisbon</a:t>
            </a:r>
          </a:p>
        </p:txBody>
      </p:sp>
      <p:cxnSp>
        <p:nvCxnSpPr>
          <p:cNvPr id="7" name="Straight Arrow Connector 6">
            <a:extLst>
              <a:ext uri="{FF2B5EF4-FFF2-40B4-BE49-F238E27FC236}">
                <a16:creationId xmlns:a16="http://schemas.microsoft.com/office/drawing/2014/main" id="{76DF9F1F-03AE-BD3B-FA2E-ECF17A524180}"/>
              </a:ext>
            </a:extLst>
          </p:cNvPr>
          <p:cNvCxnSpPr/>
          <p:nvPr/>
        </p:nvCxnSpPr>
        <p:spPr>
          <a:xfrm flipV="1">
            <a:off x="4157932" y="3294767"/>
            <a:ext cx="724619" cy="1104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D73CBD2-40FC-4F8A-6EE3-B8BB21EF6F8E}"/>
              </a:ext>
            </a:extLst>
          </p:cNvPr>
          <p:cNvCxnSpPr>
            <a:cxnSpLocks/>
          </p:cNvCxnSpPr>
          <p:nvPr/>
        </p:nvCxnSpPr>
        <p:spPr>
          <a:xfrm flipH="1" flipV="1">
            <a:off x="6495690" y="3294767"/>
            <a:ext cx="664234" cy="1078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EE7BF5A-52B0-5002-1202-57DE5584ED93}"/>
              </a:ext>
            </a:extLst>
          </p:cNvPr>
          <p:cNvSpPr txBox="1"/>
          <p:nvPr/>
        </p:nvSpPr>
        <p:spPr>
          <a:xfrm>
            <a:off x="2260119" y="4536972"/>
            <a:ext cx="3096883" cy="400110"/>
          </a:xfrm>
          <a:prstGeom prst="rect">
            <a:avLst/>
          </a:prstGeom>
          <a:noFill/>
        </p:spPr>
        <p:txBody>
          <a:bodyPr wrap="square" rtlCol="0">
            <a:spAutoFit/>
          </a:bodyPr>
          <a:lstStyle/>
          <a:p>
            <a:r>
              <a:rPr lang="en-IE" sz="2000" dirty="0"/>
              <a:t>Occupationally relevant</a:t>
            </a:r>
          </a:p>
        </p:txBody>
      </p:sp>
      <p:sp>
        <p:nvSpPr>
          <p:cNvPr id="13" name="TextBox 12">
            <a:extLst>
              <a:ext uri="{FF2B5EF4-FFF2-40B4-BE49-F238E27FC236}">
                <a16:creationId xmlns:a16="http://schemas.microsoft.com/office/drawing/2014/main" id="{14B510FC-9665-7C07-62B6-B65C874B5CAE}"/>
              </a:ext>
            </a:extLst>
          </p:cNvPr>
          <p:cNvSpPr txBox="1"/>
          <p:nvPr/>
        </p:nvSpPr>
        <p:spPr>
          <a:xfrm>
            <a:off x="6372045" y="4536972"/>
            <a:ext cx="3096883" cy="400110"/>
          </a:xfrm>
          <a:prstGeom prst="rect">
            <a:avLst/>
          </a:prstGeom>
          <a:noFill/>
        </p:spPr>
        <p:txBody>
          <a:bodyPr wrap="square" rtlCol="0">
            <a:spAutoFit/>
          </a:bodyPr>
          <a:lstStyle/>
          <a:p>
            <a:r>
              <a:rPr lang="en-IE" sz="2000" dirty="0"/>
              <a:t>Occupationally irrelevant</a:t>
            </a:r>
          </a:p>
        </p:txBody>
      </p:sp>
    </p:spTree>
    <p:extLst>
      <p:ext uri="{BB962C8B-B14F-4D97-AF65-F5344CB8AC3E}">
        <p14:creationId xmlns:p14="http://schemas.microsoft.com/office/powerpoint/2010/main" val="530335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5D7E-1D29-9A23-BF97-A56682580A3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536984-11D5-32C4-0243-A96AA40E2BFA}"/>
              </a:ext>
            </a:extLst>
          </p:cNvPr>
          <p:cNvSpPr>
            <a:spLocks noGrp="1"/>
          </p:cNvSpPr>
          <p:nvPr>
            <p:ph type="title"/>
          </p:nvPr>
        </p:nvSpPr>
        <p:spPr/>
        <p:txBody>
          <a:bodyPr/>
          <a:lstStyle/>
          <a:p>
            <a:r>
              <a:rPr lang="en-GB" dirty="0"/>
              <a:t>Job title cleaning pipeline</a:t>
            </a:r>
          </a:p>
        </p:txBody>
      </p:sp>
      <p:sp>
        <p:nvSpPr>
          <p:cNvPr id="2" name="Slide Number Placeholder 5">
            <a:extLst>
              <a:ext uri="{FF2B5EF4-FFF2-40B4-BE49-F238E27FC236}">
                <a16:creationId xmlns:a16="http://schemas.microsoft.com/office/drawing/2014/main" id="{B5F711BE-0CAA-051A-1291-F5BB0B37D5A1}"/>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6</a:t>
            </a:fld>
            <a:endParaRPr lang="en-IE" dirty="0"/>
          </a:p>
        </p:txBody>
      </p:sp>
      <p:sp>
        <p:nvSpPr>
          <p:cNvPr id="4" name="Content Placeholder 5">
            <a:extLst>
              <a:ext uri="{FF2B5EF4-FFF2-40B4-BE49-F238E27FC236}">
                <a16:creationId xmlns:a16="http://schemas.microsoft.com/office/drawing/2014/main" id="{B5721633-8D1F-3333-51C4-846DA93DBA6E}"/>
              </a:ext>
            </a:extLst>
          </p:cNvPr>
          <p:cNvSpPr>
            <a:spLocks noGrp="1"/>
          </p:cNvSpPr>
          <p:nvPr>
            <p:ph idx="1"/>
          </p:nvPr>
        </p:nvSpPr>
        <p:spPr>
          <a:xfrm>
            <a:off x="838200" y="1608442"/>
            <a:ext cx="10515600" cy="1982937"/>
          </a:xfrm>
        </p:spPr>
        <p:txBody>
          <a:bodyPr/>
          <a:lstStyle/>
          <a:p>
            <a:pPr marL="457200" lvl="0" indent="-457200">
              <a:spcBef>
                <a:spcPts val="1600"/>
              </a:spcBef>
              <a:buClr>
                <a:schemeClr val="dk2"/>
              </a:buClr>
              <a:buSzPct val="100000"/>
              <a:buFont typeface="+mj-lt"/>
              <a:buAutoNum type="arabicPeriod"/>
            </a:pPr>
            <a:r>
              <a:rPr lang="en-IE" dirty="0"/>
              <a:t>Extract distinct raw titles </a:t>
            </a:r>
          </a:p>
          <a:p>
            <a:pPr marL="457200" lvl="0" indent="-457200">
              <a:spcBef>
                <a:spcPts val="1600"/>
              </a:spcBef>
              <a:buClr>
                <a:schemeClr val="dk2"/>
              </a:buClr>
              <a:buSzPct val="100000"/>
              <a:buFont typeface="+mj-lt"/>
              <a:buAutoNum type="arabicPeriod"/>
            </a:pPr>
            <a:r>
              <a:rPr lang="en-IE" dirty="0"/>
              <a:t>Canonically normalise titles</a:t>
            </a:r>
          </a:p>
          <a:p>
            <a:pPr lvl="0">
              <a:spcBef>
                <a:spcPts val="1600"/>
              </a:spcBef>
              <a:buClr>
                <a:schemeClr val="dk2"/>
              </a:buClr>
              <a:buSzPct val="100000"/>
            </a:pPr>
            <a:r>
              <a:rPr lang="en-IE" sz="1600" i="1" dirty="0"/>
              <a:t>Standard, deterministic normalisation (use lowercase, collapse repeated punctuation / spaces etc.)</a:t>
            </a:r>
          </a:p>
          <a:p>
            <a:pPr marL="457200" indent="-457200">
              <a:spcBef>
                <a:spcPts val="1600"/>
              </a:spcBef>
              <a:buClr>
                <a:schemeClr val="dk2"/>
              </a:buClr>
              <a:buSzPct val="100000"/>
              <a:buFont typeface="+mj-lt"/>
              <a:buAutoNum type="arabicPeriod" startAt="3"/>
            </a:pPr>
            <a:r>
              <a:rPr lang="en-IE" dirty="0"/>
              <a:t>Extract distinct tokens from raw titles </a:t>
            </a:r>
          </a:p>
          <a:p>
            <a:pPr marL="457200" indent="-457200">
              <a:spcBef>
                <a:spcPts val="1600"/>
              </a:spcBef>
              <a:buClr>
                <a:schemeClr val="dk2"/>
              </a:buClr>
              <a:buSzPct val="100000"/>
              <a:buFont typeface="+mj-lt"/>
              <a:buAutoNum type="arabicPeriod" startAt="3"/>
            </a:pPr>
            <a:r>
              <a:rPr lang="en-IE" dirty="0"/>
              <a:t>Classify tokens by occupational relevance</a:t>
            </a:r>
          </a:p>
          <a:p>
            <a:pPr>
              <a:spcBef>
                <a:spcPts val="1600"/>
              </a:spcBef>
              <a:buClr>
                <a:schemeClr val="dk2"/>
              </a:buClr>
              <a:buSzPct val="100000"/>
            </a:pPr>
            <a:r>
              <a:rPr lang="en-IE" sz="1600" i="1" dirty="0">
                <a:solidFill>
                  <a:schemeClr val="tx1">
                    <a:lumMod val="95000"/>
                    <a:lumOff val="5000"/>
                  </a:schemeClr>
                </a:solidFill>
              </a:rPr>
              <a:t>Using LLMs for this assessment</a:t>
            </a:r>
          </a:p>
          <a:p>
            <a:pPr marL="457200" indent="-457200">
              <a:spcBef>
                <a:spcPts val="1600"/>
              </a:spcBef>
              <a:buClr>
                <a:schemeClr val="dk2"/>
              </a:buClr>
              <a:buSzPct val="100000"/>
              <a:buFont typeface="+mj-lt"/>
              <a:buAutoNum type="arabicPeriod" startAt="5"/>
            </a:pPr>
            <a:r>
              <a:rPr lang="en-IE" dirty="0"/>
              <a:t>Remove irrelevant tokens</a:t>
            </a:r>
          </a:p>
          <a:p>
            <a:pPr marL="457200" indent="-457200">
              <a:spcBef>
                <a:spcPts val="1600"/>
              </a:spcBef>
              <a:buClr>
                <a:schemeClr val="dk2"/>
              </a:buClr>
              <a:buSzPct val="100000"/>
              <a:buFont typeface="+mj-lt"/>
              <a:buAutoNum type="arabicPeriod" startAt="5"/>
            </a:pPr>
            <a:r>
              <a:rPr lang="en-IE" dirty="0"/>
              <a:t>Aggregate and rank top cleaned titles by occupation</a:t>
            </a:r>
            <a:endParaRPr lang="en-GB" dirty="0"/>
          </a:p>
          <a:p>
            <a:pPr marL="1200150" lvl="1" indent="-457200">
              <a:spcBef>
                <a:spcPts val="1600"/>
              </a:spcBef>
              <a:buClr>
                <a:schemeClr val="dk2"/>
              </a:buClr>
              <a:buSzPct val="100000"/>
              <a:buFont typeface="Arial"/>
              <a:buChar char="•"/>
            </a:pPr>
            <a:endParaRPr lang="en-GB" dirty="0"/>
          </a:p>
        </p:txBody>
      </p:sp>
    </p:spTree>
    <p:extLst>
      <p:ext uri="{BB962C8B-B14F-4D97-AF65-F5344CB8AC3E}">
        <p14:creationId xmlns:p14="http://schemas.microsoft.com/office/powerpoint/2010/main" val="1902035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89481-42BF-AEE5-23DD-F1A6BC1AF2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6B898A-108D-8CF6-5F22-1BA7FE6105C3}"/>
              </a:ext>
            </a:extLst>
          </p:cNvPr>
          <p:cNvSpPr>
            <a:spLocks noGrp="1"/>
          </p:cNvSpPr>
          <p:nvPr>
            <p:ph type="title"/>
          </p:nvPr>
        </p:nvSpPr>
        <p:spPr/>
        <p:txBody>
          <a:bodyPr/>
          <a:lstStyle/>
          <a:p>
            <a:r>
              <a:rPr lang="en-GB" dirty="0"/>
              <a:t>Step 4 – Classifying tokens by occupational relevance</a:t>
            </a:r>
          </a:p>
        </p:txBody>
      </p:sp>
      <p:sp>
        <p:nvSpPr>
          <p:cNvPr id="2" name="Slide Number Placeholder 5">
            <a:extLst>
              <a:ext uri="{FF2B5EF4-FFF2-40B4-BE49-F238E27FC236}">
                <a16:creationId xmlns:a16="http://schemas.microsoft.com/office/drawing/2014/main" id="{484F49AD-AB8A-81F0-BC90-3E43BCCD308F}"/>
              </a:ext>
            </a:extLst>
          </p:cNvPr>
          <p:cNvSpPr>
            <a:spLocks noGrp="1"/>
          </p:cNvSpPr>
          <p:nvPr>
            <p:ph type="sldNum" sz="quarter" idx="4"/>
          </p:nvPr>
        </p:nvSpPr>
        <p:spPr>
          <a:prstGeom prst="rect">
            <a:avLst/>
          </a:prstGeom>
        </p:spPr>
        <p:txBody>
          <a:bodyPr vert="horz" lIns="91440" tIns="45720" rIns="91440" bIns="45720" rtlCol="0" anchor="b"/>
          <a:lstStyle>
            <a:lvl1pPr algn="r">
              <a:defRPr sz="1000">
                <a:solidFill>
                  <a:schemeClr val="tx1"/>
                </a:solidFill>
                <a:latin typeface="+mn-lt"/>
              </a:defRPr>
            </a:lvl1pPr>
          </a:lstStyle>
          <a:p>
            <a:pPr algn="l"/>
            <a:fld id="{768364BB-9B21-4D29-A19C-C6410F652861}" type="slidenum">
              <a:rPr lang="en-IE" smtClean="0"/>
              <a:pPr algn="l"/>
              <a:t>7</a:t>
            </a:fld>
            <a:endParaRPr lang="en-IE" dirty="0"/>
          </a:p>
        </p:txBody>
      </p:sp>
      <p:sp>
        <p:nvSpPr>
          <p:cNvPr id="4" name="Content Placeholder 5">
            <a:extLst>
              <a:ext uri="{FF2B5EF4-FFF2-40B4-BE49-F238E27FC236}">
                <a16:creationId xmlns:a16="http://schemas.microsoft.com/office/drawing/2014/main" id="{D79625DA-AF48-433D-C7D4-2928979ABA71}"/>
              </a:ext>
            </a:extLst>
          </p:cNvPr>
          <p:cNvSpPr>
            <a:spLocks noGrp="1"/>
          </p:cNvSpPr>
          <p:nvPr>
            <p:ph idx="1"/>
          </p:nvPr>
        </p:nvSpPr>
        <p:spPr>
          <a:xfrm>
            <a:off x="838200" y="1714308"/>
            <a:ext cx="10515600" cy="3429384"/>
          </a:xfrm>
        </p:spPr>
        <p:txBody>
          <a:bodyPr/>
          <a:lstStyle/>
          <a:p>
            <a:pPr>
              <a:spcBef>
                <a:spcPts val="1600"/>
              </a:spcBef>
              <a:buClr>
                <a:schemeClr val="dk2"/>
              </a:buClr>
              <a:buSzPct val="100000"/>
            </a:pPr>
            <a:r>
              <a:rPr lang="en-GB" dirty="0"/>
              <a:t>Each token is classified according to occupational relevance via LLM prompting:</a:t>
            </a:r>
          </a:p>
          <a:p>
            <a:pPr marL="342900" lvl="0" indent="-342900">
              <a:buFont typeface="Arial" panose="020B0604020202020204" pitchFamily="34" charset="0"/>
              <a:buChar char="•"/>
            </a:pPr>
            <a:r>
              <a:rPr lang="en-IE" sz="1800" b="1" i="1" dirty="0"/>
              <a:t>Core occupational term</a:t>
            </a:r>
            <a:r>
              <a:rPr lang="en-IE" sz="1800" i="1" dirty="0"/>
              <a:t> — directly names an occupation, role, profession, or trade.</a:t>
            </a:r>
          </a:p>
          <a:p>
            <a:pPr marL="342900" lvl="0" indent="-342900">
              <a:buFont typeface="Arial" panose="020B0604020202020204" pitchFamily="34" charset="0"/>
              <a:buChar char="•"/>
            </a:pPr>
            <a:r>
              <a:rPr lang="en-IE" sz="1800" b="1" i="1" dirty="0"/>
              <a:t>Occupational specialisation or domain</a:t>
            </a:r>
            <a:r>
              <a:rPr lang="en-IE" sz="1800" i="1" dirty="0"/>
              <a:t> — narrows the role by sector, subject area, product, technology, population, or functional domain.</a:t>
            </a:r>
          </a:p>
          <a:p>
            <a:pPr marL="342900" lvl="0" indent="-342900">
              <a:buFont typeface="Arial" panose="020B0604020202020204" pitchFamily="34" charset="0"/>
              <a:buChar char="•"/>
            </a:pPr>
            <a:r>
              <a:rPr lang="en-IE" sz="1800" b="1" i="1" dirty="0"/>
              <a:t>Potentially useful modifier</a:t>
            </a:r>
            <a:r>
              <a:rPr lang="en-IE" sz="1800" i="1" dirty="0"/>
              <a:t> — seniority, responsibility, level, or another modifier that may improve occupation classification.</a:t>
            </a:r>
          </a:p>
          <a:p>
            <a:pPr marL="342900" lvl="0" indent="-342900">
              <a:buFont typeface="Arial" panose="020B0604020202020204" pitchFamily="34" charset="0"/>
              <a:buChar char="•"/>
            </a:pPr>
            <a:r>
              <a:rPr lang="en-IE" sz="1800" b="1" i="1" dirty="0"/>
              <a:t>Non-occupational context</a:t>
            </a:r>
            <a:r>
              <a:rPr lang="en-IE" sz="1800" i="1" dirty="0"/>
              <a:t> — location, employer, organisational unit, recruitment wording, vacancy metadata, benefits, schedule, or promotional language.</a:t>
            </a:r>
          </a:p>
          <a:p>
            <a:pPr marL="342900" lvl="0" indent="-342900">
              <a:buFont typeface="Arial" panose="020B0604020202020204" pitchFamily="34" charset="0"/>
              <a:buChar char="•"/>
            </a:pPr>
            <a:r>
              <a:rPr lang="en-IE" sz="1800" b="1" i="1" dirty="0"/>
              <a:t>Unclear / context-dependent</a:t>
            </a:r>
            <a:r>
              <a:rPr lang="en-IE" sz="1800" i="1" dirty="0"/>
              <a:t> — insufficient evidence for a safe token-level decision.</a:t>
            </a:r>
          </a:p>
          <a:p>
            <a:pPr marL="342900" lvl="0" indent="-342900">
              <a:buFont typeface="Arial" panose="020B0604020202020204" pitchFamily="34" charset="0"/>
              <a:buChar char="•"/>
            </a:pPr>
            <a:endParaRPr lang="en-IE" sz="1800" i="1" dirty="0"/>
          </a:p>
          <a:p>
            <a:pPr lvl="0"/>
            <a:r>
              <a:rPr lang="en-IE" sz="1800" dirty="0"/>
              <a:t>Each token classified once – may lead to some decisions that are not fully context-aware.</a:t>
            </a:r>
          </a:p>
          <a:p>
            <a:pPr>
              <a:spcBef>
                <a:spcPts val="1600"/>
              </a:spcBef>
              <a:buClr>
                <a:schemeClr val="dk2"/>
              </a:buClr>
              <a:buSzPct val="100000"/>
            </a:pPr>
            <a:endParaRPr lang="en-GB" dirty="0"/>
          </a:p>
        </p:txBody>
      </p:sp>
    </p:spTree>
    <p:extLst>
      <p:ext uri="{BB962C8B-B14F-4D97-AF65-F5344CB8AC3E}">
        <p14:creationId xmlns:p14="http://schemas.microsoft.com/office/powerpoint/2010/main" val="3658150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EED18-1DE9-73B8-0435-89BD1F5FFF5A}"/>
              </a:ext>
            </a:extLst>
          </p:cNvPr>
          <p:cNvSpPr>
            <a:spLocks noGrp="1"/>
          </p:cNvSpPr>
          <p:nvPr>
            <p:ph type="title"/>
          </p:nvPr>
        </p:nvSpPr>
        <p:spPr>
          <a:xfrm>
            <a:off x="838200" y="899964"/>
            <a:ext cx="10515600" cy="816904"/>
          </a:xfrm>
        </p:spPr>
        <p:txBody>
          <a:bodyPr/>
          <a:lstStyle/>
          <a:p>
            <a:r>
              <a:rPr lang="en-IE" dirty="0"/>
              <a:t>Step 6 - rank top cleaned titles by occupation</a:t>
            </a:r>
            <a:br>
              <a:rPr lang="en-GB" dirty="0"/>
            </a:br>
            <a:r>
              <a:rPr lang="en-IE" dirty="0"/>
              <a:t> </a:t>
            </a:r>
          </a:p>
        </p:txBody>
      </p:sp>
      <p:sp>
        <p:nvSpPr>
          <p:cNvPr id="3" name="Content Placeholder 2">
            <a:extLst>
              <a:ext uri="{FF2B5EF4-FFF2-40B4-BE49-F238E27FC236}">
                <a16:creationId xmlns:a16="http://schemas.microsoft.com/office/drawing/2014/main" id="{535A6223-173E-4F70-806C-945E56AC406C}"/>
              </a:ext>
            </a:extLst>
          </p:cNvPr>
          <p:cNvSpPr>
            <a:spLocks noGrp="1"/>
          </p:cNvSpPr>
          <p:nvPr>
            <p:ph idx="1"/>
          </p:nvPr>
        </p:nvSpPr>
        <p:spPr>
          <a:xfrm>
            <a:off x="838200" y="1916321"/>
            <a:ext cx="3668486" cy="2108021"/>
          </a:xfrm>
        </p:spPr>
        <p:txBody>
          <a:bodyPr/>
          <a:lstStyle/>
          <a:p>
            <a:r>
              <a:rPr lang="en-IE" dirty="0"/>
              <a:t>Top 50 cleaned titles for each ISCO occupation (level 3) were compiled for each language covered by Eurostat’s OJA data collection.</a:t>
            </a:r>
          </a:p>
          <a:p>
            <a:endParaRPr lang="en-IE" dirty="0"/>
          </a:p>
          <a:p>
            <a:r>
              <a:rPr lang="en-IE" dirty="0"/>
              <a:t>The list will be sent for review by labour market experts in NSIs (LAMAS working group) with the objective of identifying the occupations were misclassifications are more prevalent.</a:t>
            </a:r>
          </a:p>
        </p:txBody>
      </p:sp>
      <p:pic>
        <p:nvPicPr>
          <p:cNvPr id="7" name="Picture 6">
            <a:extLst>
              <a:ext uri="{FF2B5EF4-FFF2-40B4-BE49-F238E27FC236}">
                <a16:creationId xmlns:a16="http://schemas.microsoft.com/office/drawing/2014/main" id="{8ABF6A15-9FBA-1AA8-32CD-BDF31A1C5CE6}"/>
              </a:ext>
            </a:extLst>
          </p:cNvPr>
          <p:cNvPicPr>
            <a:picLocks noChangeAspect="1"/>
          </p:cNvPicPr>
          <p:nvPr/>
        </p:nvPicPr>
        <p:blipFill>
          <a:blip r:embed="rId2"/>
          <a:stretch>
            <a:fillRect/>
          </a:stretch>
        </p:blipFill>
        <p:spPr>
          <a:xfrm>
            <a:off x="4910944" y="1973268"/>
            <a:ext cx="6279570" cy="3926292"/>
          </a:xfrm>
          <a:prstGeom prst="rect">
            <a:avLst/>
          </a:prstGeom>
        </p:spPr>
      </p:pic>
      <p:sp>
        <p:nvSpPr>
          <p:cNvPr id="8" name="Rectangle 7">
            <a:extLst>
              <a:ext uri="{FF2B5EF4-FFF2-40B4-BE49-F238E27FC236}">
                <a16:creationId xmlns:a16="http://schemas.microsoft.com/office/drawing/2014/main" id="{50E48310-E41D-705C-8000-6B1EF2533C47}"/>
              </a:ext>
            </a:extLst>
          </p:cNvPr>
          <p:cNvSpPr/>
          <p:nvPr/>
        </p:nvSpPr>
        <p:spPr>
          <a:xfrm>
            <a:off x="4844143" y="5512278"/>
            <a:ext cx="2862943" cy="202721"/>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IE"/>
          </a:p>
        </p:txBody>
      </p:sp>
    </p:spTree>
    <p:extLst>
      <p:ext uri="{BB962C8B-B14F-4D97-AF65-F5344CB8AC3E}">
        <p14:creationId xmlns:p14="http://schemas.microsoft.com/office/powerpoint/2010/main" val="289357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FC39-6653-806A-1242-BD3EE37B3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D7C03-32E2-F943-A78E-3A938F4E966D}"/>
              </a:ext>
            </a:extLst>
          </p:cNvPr>
          <p:cNvSpPr>
            <a:spLocks noGrp="1"/>
          </p:cNvSpPr>
          <p:nvPr>
            <p:ph type="title"/>
          </p:nvPr>
        </p:nvSpPr>
        <p:spPr>
          <a:xfrm>
            <a:off x="838200" y="549988"/>
            <a:ext cx="10515600" cy="816904"/>
          </a:xfrm>
        </p:spPr>
        <p:txBody>
          <a:bodyPr/>
          <a:lstStyle/>
          <a:p>
            <a:r>
              <a:rPr lang="en-IE" dirty="0"/>
              <a:t>Availability and next steps</a:t>
            </a:r>
          </a:p>
        </p:txBody>
      </p:sp>
      <p:sp>
        <p:nvSpPr>
          <p:cNvPr id="3" name="Content Placeholder 2">
            <a:extLst>
              <a:ext uri="{FF2B5EF4-FFF2-40B4-BE49-F238E27FC236}">
                <a16:creationId xmlns:a16="http://schemas.microsoft.com/office/drawing/2014/main" id="{7125DD8D-33FD-E60E-2553-DF7F4FF5B845}"/>
              </a:ext>
            </a:extLst>
          </p:cNvPr>
          <p:cNvSpPr>
            <a:spLocks noGrp="1"/>
          </p:cNvSpPr>
          <p:nvPr>
            <p:ph idx="1"/>
          </p:nvPr>
        </p:nvSpPr>
        <p:spPr>
          <a:xfrm>
            <a:off x="838200" y="1916321"/>
            <a:ext cx="10643558" cy="2108021"/>
          </a:xfrm>
        </p:spPr>
        <p:txBody>
          <a:bodyPr/>
          <a:lstStyle/>
          <a:p>
            <a:r>
              <a:rPr lang="en-IE" dirty="0"/>
              <a:t>Code available on Commission’s Gitlab – can be shared with NSIs upon request.</a:t>
            </a:r>
          </a:p>
          <a:p>
            <a:endParaRPr lang="en-IE" dirty="0"/>
          </a:p>
          <a:p>
            <a:r>
              <a:rPr lang="en-IE" dirty="0"/>
              <a:t>Different development / improvement directions being explored, e.g.:</a:t>
            </a:r>
          </a:p>
          <a:p>
            <a:pPr marL="342900" indent="-342900">
              <a:buFont typeface="Arial" panose="020B0604020202020204" pitchFamily="34" charset="0"/>
              <a:buChar char="•"/>
            </a:pPr>
            <a:r>
              <a:rPr lang="en-IE" dirty="0"/>
              <a:t>Evaluating the quality of the cleaned job titles vs original job titles</a:t>
            </a:r>
          </a:p>
          <a:p>
            <a:pPr marL="342900" indent="-342900">
              <a:buFont typeface="Arial" panose="020B0604020202020204" pitchFamily="34" charset="0"/>
              <a:buChar char="•"/>
            </a:pPr>
            <a:r>
              <a:rPr lang="en-IE" dirty="0"/>
              <a:t>Context-sensitive treatment of ambiguous tokens</a:t>
            </a:r>
          </a:p>
          <a:p>
            <a:pPr marL="342900" indent="-342900">
              <a:buFont typeface="Arial" panose="020B0604020202020204" pitchFamily="34" charset="0"/>
              <a:buChar char="•"/>
            </a:pPr>
            <a:r>
              <a:rPr lang="en-IE" dirty="0"/>
              <a:t>Better handling of multilingual </a:t>
            </a:r>
            <a:r>
              <a:rPr lang="en-IE"/>
              <a:t>job titles</a:t>
            </a:r>
            <a:endParaRPr lang="en-IE" dirty="0"/>
          </a:p>
          <a:p>
            <a:pPr marL="342900" indent="-342900">
              <a:buFont typeface="Arial" panose="020B0604020202020204" pitchFamily="34" charset="0"/>
              <a:buChar char="•"/>
            </a:pPr>
            <a:r>
              <a:rPr lang="en-IE" dirty="0"/>
              <a:t>Semantic merging / de-duplication for very similar cleaned titles</a:t>
            </a:r>
          </a:p>
          <a:p>
            <a:endParaRPr lang="en-IE" dirty="0"/>
          </a:p>
          <a:p>
            <a:r>
              <a:rPr lang="en-IE" dirty="0"/>
              <a:t>The list will be sent for review by labour market experts in NSIs (LAMAS working group) with the objective of identifying the occupations were misclassifications are more prevalent.</a:t>
            </a:r>
          </a:p>
        </p:txBody>
      </p:sp>
    </p:spTree>
    <p:extLst>
      <p:ext uri="{BB962C8B-B14F-4D97-AF65-F5344CB8AC3E}">
        <p14:creationId xmlns:p14="http://schemas.microsoft.com/office/powerpoint/2010/main" val="1498001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49774-B97E-C9A3-9986-C75AD20D8A1C}"/>
              </a:ext>
            </a:extLst>
          </p:cNvPr>
          <p:cNvSpPr>
            <a:spLocks noGrp="1"/>
          </p:cNvSpPr>
          <p:nvPr>
            <p:ph type="title"/>
          </p:nvPr>
        </p:nvSpPr>
        <p:spPr/>
        <p:txBody>
          <a:bodyPr/>
          <a:lstStyle/>
          <a:p>
            <a:r>
              <a:rPr lang="en-GB" dirty="0"/>
              <a:t>Updates on other topics – PII redaction</a:t>
            </a:r>
          </a:p>
        </p:txBody>
      </p:sp>
      <p:sp>
        <p:nvSpPr>
          <p:cNvPr id="3" name="Content Placeholder 2">
            <a:extLst>
              <a:ext uri="{FF2B5EF4-FFF2-40B4-BE49-F238E27FC236}">
                <a16:creationId xmlns:a16="http://schemas.microsoft.com/office/drawing/2014/main" id="{9E82AB27-5B69-C422-51F8-15265164A6F0}"/>
              </a:ext>
            </a:extLst>
          </p:cNvPr>
          <p:cNvSpPr>
            <a:spLocks noGrp="1"/>
          </p:cNvSpPr>
          <p:nvPr>
            <p:ph sz="quarter" idx="11"/>
          </p:nvPr>
        </p:nvSpPr>
        <p:spPr/>
        <p:txBody>
          <a:bodyPr/>
          <a:lstStyle/>
          <a:p>
            <a:pPr marL="0" indent="0">
              <a:buNone/>
            </a:pPr>
            <a:endParaRPr lang="en-GB" dirty="0"/>
          </a:p>
        </p:txBody>
      </p:sp>
      <p:sp>
        <p:nvSpPr>
          <p:cNvPr id="4" name="Slide Number Placeholder 5">
            <a:extLst>
              <a:ext uri="{FF2B5EF4-FFF2-40B4-BE49-F238E27FC236}">
                <a16:creationId xmlns:a16="http://schemas.microsoft.com/office/drawing/2014/main" id="{3108CC93-F8C8-3166-DBC4-1CF2E751E16D}"/>
              </a:ext>
            </a:extLst>
          </p:cNvPr>
          <p:cNvSpPr txBox="1">
            <a:spLocks/>
          </p:cNvSpPr>
          <p:nvPr/>
        </p:nvSpPr>
        <p:spPr>
          <a:xfrm>
            <a:off x="376188" y="6282069"/>
            <a:ext cx="2743200" cy="365125"/>
          </a:xfrm>
          <a:prstGeom prst="rect">
            <a:avLst/>
          </a:prstGeom>
        </p:spPr>
        <p:txBody>
          <a:bodyPr vert="horz" lIns="91440" tIns="45720" rIns="91440" bIns="45720" rtlCol="0" anchor="b"/>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1000" b="0" i="0" u="none" strike="noStrike" cap="none">
                <a:solidFill>
                  <a:schemeClr val="tx1"/>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fld id="{768364BB-9B21-4D29-A19C-C6410F652861}" type="slidenum">
              <a:rPr lang="en-IE" smtClean="0"/>
              <a:pPr algn="l"/>
              <a:t>10</a:t>
            </a:fld>
            <a:endParaRPr lang="en-IE" dirty="0"/>
          </a:p>
        </p:txBody>
      </p:sp>
    </p:spTree>
    <p:extLst>
      <p:ext uri="{BB962C8B-B14F-4D97-AF65-F5344CB8AC3E}">
        <p14:creationId xmlns:p14="http://schemas.microsoft.com/office/powerpoint/2010/main" val="146786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C2E5-E5F8-F7C3-4AA0-90FF01600502}"/>
              </a:ext>
            </a:extLst>
          </p:cNvPr>
          <p:cNvSpPr>
            <a:spLocks noGrp="1"/>
          </p:cNvSpPr>
          <p:nvPr>
            <p:ph type="title"/>
          </p:nvPr>
        </p:nvSpPr>
        <p:spPr/>
        <p:txBody>
          <a:bodyPr/>
          <a:lstStyle/>
          <a:p>
            <a:r>
              <a:rPr lang="en-IE" sz="4400" dirty="0"/>
              <a:t>OJA data collection and personal data</a:t>
            </a:r>
            <a:endParaRPr lang="en-IE" dirty="0"/>
          </a:p>
        </p:txBody>
      </p:sp>
      <p:sp>
        <p:nvSpPr>
          <p:cNvPr id="3" name="Content Placeholder 2">
            <a:extLst>
              <a:ext uri="{FF2B5EF4-FFF2-40B4-BE49-F238E27FC236}">
                <a16:creationId xmlns:a16="http://schemas.microsoft.com/office/drawing/2014/main" id="{E6A1EB74-49FD-5BAE-161C-9889E917A67D}"/>
              </a:ext>
            </a:extLst>
          </p:cNvPr>
          <p:cNvSpPr>
            <a:spLocks noGrp="1"/>
          </p:cNvSpPr>
          <p:nvPr>
            <p:ph idx="1"/>
          </p:nvPr>
        </p:nvSpPr>
        <p:spPr>
          <a:xfrm>
            <a:off x="726057" y="1428810"/>
            <a:ext cx="10515600" cy="4255998"/>
          </a:xfrm>
        </p:spPr>
        <p:txBody>
          <a:bodyPr/>
          <a:lstStyle/>
          <a:p>
            <a:pPr marL="0" indent="0" fontAlgn="base">
              <a:buNone/>
            </a:pPr>
            <a:r>
              <a:rPr lang="it-IT" dirty="0" err="1"/>
              <a:t>As</a:t>
            </a:r>
            <a:r>
              <a:rPr lang="it-IT" dirty="0"/>
              <a:t> per the GDPR, personal data </a:t>
            </a:r>
            <a:r>
              <a:rPr lang="it-IT" dirty="0" err="1"/>
              <a:t>refers</a:t>
            </a:r>
            <a:r>
              <a:rPr lang="it-IT" dirty="0"/>
              <a:t> to </a:t>
            </a:r>
            <a:r>
              <a:rPr lang="en-US" dirty="0"/>
              <a:t>any information relating to an identified or identifiable natural person (‘data subject’). </a:t>
            </a:r>
          </a:p>
          <a:p>
            <a:pPr marL="0" indent="0" fontAlgn="base">
              <a:buNone/>
            </a:pPr>
            <a:r>
              <a:rPr lang="en-US" dirty="0"/>
              <a:t>We call P</a:t>
            </a:r>
            <a:r>
              <a:rPr lang="it-IT" dirty="0" err="1"/>
              <a:t>ersonally</a:t>
            </a:r>
            <a:r>
              <a:rPr lang="it-IT" dirty="0"/>
              <a:t> </a:t>
            </a:r>
            <a:r>
              <a:rPr lang="it-IT" dirty="0" err="1"/>
              <a:t>Identifiable</a:t>
            </a:r>
            <a:r>
              <a:rPr lang="it-IT" dirty="0"/>
              <a:t> Information (PII) </a:t>
            </a:r>
            <a:r>
              <a:rPr lang="it-IT" dirty="0" err="1"/>
              <a:t>any</a:t>
            </a:r>
            <a:r>
              <a:rPr lang="it-IT" dirty="0"/>
              <a:t> data </a:t>
            </a:r>
            <a:r>
              <a:rPr lang="it-IT" dirty="0" err="1"/>
              <a:t>that</a:t>
            </a:r>
            <a:r>
              <a:rPr lang="it-IT" dirty="0"/>
              <a:t> can be </a:t>
            </a:r>
            <a:r>
              <a:rPr lang="it-IT" dirty="0" err="1"/>
              <a:t>used</a:t>
            </a:r>
            <a:r>
              <a:rPr lang="it-IT" dirty="0"/>
              <a:t> to </a:t>
            </a:r>
            <a:r>
              <a:rPr lang="it-IT" dirty="0" err="1"/>
              <a:t>identify</a:t>
            </a:r>
            <a:r>
              <a:rPr lang="it-IT" dirty="0"/>
              <a:t> a </a:t>
            </a:r>
            <a:r>
              <a:rPr lang="it-IT" dirty="0" err="1"/>
              <a:t>specific</a:t>
            </a:r>
            <a:r>
              <a:rPr lang="it-IT" dirty="0"/>
              <a:t> </a:t>
            </a:r>
            <a:r>
              <a:rPr lang="it-IT" dirty="0" err="1"/>
              <a:t>individual</a:t>
            </a:r>
            <a:r>
              <a:rPr lang="it-IT" dirty="0"/>
              <a:t>, </a:t>
            </a:r>
            <a:r>
              <a:rPr lang="it-IT" dirty="0" err="1"/>
              <a:t>either</a:t>
            </a:r>
            <a:r>
              <a:rPr lang="it-IT" dirty="0"/>
              <a:t> </a:t>
            </a:r>
            <a:r>
              <a:rPr lang="it-IT" dirty="0" err="1"/>
              <a:t>directly</a:t>
            </a:r>
            <a:r>
              <a:rPr lang="it-IT" dirty="0"/>
              <a:t> or </a:t>
            </a:r>
            <a:r>
              <a:rPr lang="it-IT" dirty="0" err="1"/>
              <a:t>indirectly</a:t>
            </a:r>
            <a:r>
              <a:rPr lang="it-IT" dirty="0"/>
              <a:t>, and </a:t>
            </a:r>
            <a:r>
              <a:rPr lang="it-IT" dirty="0" err="1"/>
              <a:t>includes</a:t>
            </a:r>
            <a:r>
              <a:rPr lang="it-IT" dirty="0"/>
              <a:t> </a:t>
            </a:r>
            <a:r>
              <a:rPr lang="it-IT" dirty="0" err="1"/>
              <a:t>things</a:t>
            </a:r>
            <a:r>
              <a:rPr lang="it-IT" dirty="0"/>
              <a:t> like names, </a:t>
            </a:r>
            <a:r>
              <a:rPr lang="it-IT" dirty="0" err="1"/>
              <a:t>addresses</a:t>
            </a:r>
            <a:r>
              <a:rPr lang="it-IT" dirty="0"/>
              <a:t>, social security </a:t>
            </a:r>
            <a:r>
              <a:rPr lang="it-IT" dirty="0" err="1"/>
              <a:t>numbers</a:t>
            </a:r>
            <a:r>
              <a:rPr lang="it-IT" dirty="0"/>
              <a:t>, </a:t>
            </a:r>
            <a:r>
              <a:rPr lang="it-IT" dirty="0" err="1"/>
              <a:t>biometric</a:t>
            </a:r>
            <a:r>
              <a:rPr lang="it-IT" dirty="0"/>
              <a:t> </a:t>
            </a:r>
            <a:r>
              <a:rPr lang="it-IT" dirty="0" err="1"/>
              <a:t>identifiers</a:t>
            </a:r>
            <a:r>
              <a:rPr lang="it-IT" dirty="0"/>
              <a:t>, email </a:t>
            </a:r>
            <a:r>
              <a:rPr lang="it-IT" dirty="0" err="1"/>
              <a:t>addresses</a:t>
            </a:r>
            <a:r>
              <a:rPr lang="it-IT" dirty="0"/>
              <a:t>, and </a:t>
            </a:r>
            <a:r>
              <a:rPr lang="it-IT" dirty="0" err="1"/>
              <a:t>many</a:t>
            </a:r>
            <a:r>
              <a:rPr lang="it-IT" dirty="0"/>
              <a:t> </a:t>
            </a:r>
            <a:r>
              <a:rPr lang="it-IT" dirty="0" err="1"/>
              <a:t>other</a:t>
            </a:r>
            <a:r>
              <a:rPr lang="it-IT" dirty="0"/>
              <a:t> data</a:t>
            </a:r>
            <a:r>
              <a:rPr lang="en-US" dirty="0"/>
              <a:t>​</a:t>
            </a:r>
          </a:p>
          <a:p>
            <a:pPr marL="0" indent="0" fontAlgn="base">
              <a:buNone/>
            </a:pPr>
            <a:endParaRPr lang="en-US" dirty="0"/>
          </a:p>
          <a:p>
            <a:pPr marL="0" indent="0" fontAlgn="base">
              <a:buNone/>
            </a:pPr>
            <a:r>
              <a:rPr lang="it-IT" dirty="0" err="1"/>
              <a:t>Eurostat’s</a:t>
            </a:r>
            <a:r>
              <a:rPr lang="it-IT" dirty="0"/>
              <a:t> OJA data </a:t>
            </a:r>
            <a:r>
              <a:rPr lang="it-IT" dirty="0" err="1"/>
              <a:t>collection</a:t>
            </a:r>
            <a:r>
              <a:rPr lang="it-IT" dirty="0"/>
              <a:t> </a:t>
            </a:r>
            <a:r>
              <a:rPr lang="it-IT" dirty="0" err="1"/>
              <a:t>does</a:t>
            </a:r>
            <a:r>
              <a:rPr lang="it-IT" dirty="0"/>
              <a:t> lead to the </a:t>
            </a:r>
            <a:r>
              <a:rPr lang="it-IT" dirty="0" err="1"/>
              <a:t>collection</a:t>
            </a:r>
            <a:r>
              <a:rPr lang="it-IT" dirty="0"/>
              <a:t> of </a:t>
            </a:r>
            <a:r>
              <a:rPr lang="it-IT" dirty="0" err="1"/>
              <a:t>several</a:t>
            </a:r>
            <a:r>
              <a:rPr lang="it-IT" dirty="0"/>
              <a:t> </a:t>
            </a:r>
            <a:r>
              <a:rPr lang="it-IT" dirty="0" err="1"/>
              <a:t>types</a:t>
            </a:r>
            <a:r>
              <a:rPr lang="it-IT" dirty="0"/>
              <a:t> of PII :</a:t>
            </a:r>
            <a:r>
              <a:rPr lang="en-US" dirty="0"/>
              <a:t>​</a:t>
            </a:r>
          </a:p>
          <a:p>
            <a:pPr fontAlgn="base"/>
            <a:r>
              <a:rPr lang="it-IT" dirty="0"/>
              <a:t>Names of people (first names, family names)</a:t>
            </a:r>
            <a:r>
              <a:rPr lang="en-US" dirty="0"/>
              <a:t>​</a:t>
            </a:r>
          </a:p>
          <a:p>
            <a:pPr fontAlgn="base"/>
            <a:r>
              <a:rPr lang="it-IT" dirty="0"/>
              <a:t>Social </a:t>
            </a:r>
            <a:r>
              <a:rPr lang="it-IT" dirty="0" err="1"/>
              <a:t>profiles</a:t>
            </a:r>
            <a:r>
              <a:rPr lang="it-IT" dirty="0"/>
              <a:t> </a:t>
            </a:r>
            <a:r>
              <a:rPr lang="it-IT" dirty="0" err="1"/>
              <a:t>URLs</a:t>
            </a:r>
            <a:r>
              <a:rPr lang="it-IT" dirty="0"/>
              <a:t> (LinkedIn, Instagram, Twitter, X, TikTok, Facebook)</a:t>
            </a:r>
            <a:r>
              <a:rPr lang="en-US" dirty="0"/>
              <a:t>​</a:t>
            </a:r>
          </a:p>
          <a:p>
            <a:pPr fontAlgn="base"/>
            <a:r>
              <a:rPr lang="it-IT" dirty="0"/>
              <a:t>Phone </a:t>
            </a:r>
            <a:r>
              <a:rPr lang="it-IT" dirty="0" err="1"/>
              <a:t>numbers</a:t>
            </a:r>
            <a:r>
              <a:rPr lang="en-US" dirty="0"/>
              <a:t>​</a:t>
            </a:r>
          </a:p>
          <a:p>
            <a:pPr fontAlgn="base"/>
            <a:r>
              <a:rPr lang="it-IT" dirty="0"/>
              <a:t>Email </a:t>
            </a:r>
            <a:r>
              <a:rPr lang="it-IT" dirty="0" err="1"/>
              <a:t>addresses</a:t>
            </a:r>
            <a:endParaRPr lang="en-US" dirty="0"/>
          </a:p>
        </p:txBody>
      </p:sp>
    </p:spTree>
    <p:extLst>
      <p:ext uri="{BB962C8B-B14F-4D97-AF65-F5344CB8AC3E}">
        <p14:creationId xmlns:p14="http://schemas.microsoft.com/office/powerpoint/2010/main" val="1528903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57;g34a4a63e50f_1_17">
            <a:extLst>
              <a:ext uri="{FF2B5EF4-FFF2-40B4-BE49-F238E27FC236}">
                <a16:creationId xmlns:a16="http://schemas.microsoft.com/office/drawing/2014/main" id="{77ECD063-DE6E-2B8E-8E52-4EDD9C283D77}"/>
              </a:ext>
            </a:extLst>
          </p:cNvPr>
          <p:cNvSpPr txBox="1">
            <a:spLocks/>
          </p:cNvSpPr>
          <p:nvPr/>
        </p:nvSpPr>
        <p:spPr>
          <a:xfrm>
            <a:off x="609600" y="412432"/>
            <a:ext cx="10972800" cy="936400"/>
          </a:xfrm>
          <a:prstGeom prst="rect">
            <a:avLst/>
          </a:prstGeom>
          <a:noFill/>
          <a:ln>
            <a:noFill/>
          </a:ln>
        </p:spPr>
        <p:txBody>
          <a:bodyPr spcFirstLastPara="1" vert="horz" wrap="square" lIns="121900" tIns="60933" rIns="121900" bIns="60933" rtlCol="0" anchor="ctr" anchorCtr="0">
            <a:noAutofit/>
          </a:bodyPr>
          <a:lstStyle>
            <a:lvl1pPr algn="l" defTabSz="914400" rtl="0" eaLnBrk="1" latinLnBrk="0" hangingPunct="1">
              <a:lnSpc>
                <a:spcPct val="90000"/>
              </a:lnSpc>
              <a:spcBef>
                <a:spcPct val="0"/>
              </a:spcBef>
              <a:buNone/>
              <a:defRPr sz="4400" kern="1200">
                <a:solidFill>
                  <a:schemeClr val="tx2"/>
                </a:solidFill>
                <a:latin typeface="+mj-lt"/>
                <a:ea typeface="+mj-ea"/>
                <a:cs typeface="+mj-cs"/>
              </a:defRPr>
            </a:lvl1pPr>
          </a:lstStyle>
          <a:p>
            <a:pPr>
              <a:buClr>
                <a:srgbClr val="0B5394"/>
              </a:buClr>
              <a:buSzPts val="4000"/>
              <a:buFontTx/>
            </a:pPr>
            <a:r>
              <a:rPr lang="it-IT" dirty="0"/>
              <a:t>PII </a:t>
            </a:r>
            <a:r>
              <a:rPr lang="it-IT" dirty="0" err="1"/>
              <a:t>redaction</a:t>
            </a:r>
            <a:r>
              <a:rPr lang="it-IT" dirty="0"/>
              <a:t> </a:t>
            </a:r>
            <a:r>
              <a:rPr lang="it-IT" dirty="0" err="1"/>
              <a:t>using</a:t>
            </a:r>
            <a:r>
              <a:rPr lang="it-IT" dirty="0"/>
              <a:t> PRESIDIO framework</a:t>
            </a:r>
          </a:p>
        </p:txBody>
      </p:sp>
      <p:pic>
        <p:nvPicPr>
          <p:cNvPr id="4" name="Google Shape;258;g34a4a63e50f_1_17">
            <a:extLst>
              <a:ext uri="{FF2B5EF4-FFF2-40B4-BE49-F238E27FC236}">
                <a16:creationId xmlns:a16="http://schemas.microsoft.com/office/drawing/2014/main" id="{4A9D97A9-51C9-3E19-5DE8-E5A7E5B701B1}"/>
              </a:ext>
            </a:extLst>
          </p:cNvPr>
          <p:cNvPicPr preferRelativeResize="0"/>
          <p:nvPr/>
        </p:nvPicPr>
        <p:blipFill>
          <a:blip r:embed="rId2">
            <a:alphaModFix/>
          </a:blip>
          <a:stretch>
            <a:fillRect/>
          </a:stretch>
        </p:blipFill>
        <p:spPr>
          <a:xfrm>
            <a:off x="342181" y="2182483"/>
            <a:ext cx="7605770" cy="3484334"/>
          </a:xfrm>
          <a:prstGeom prst="rect">
            <a:avLst/>
          </a:prstGeom>
          <a:noFill/>
          <a:ln>
            <a:noFill/>
          </a:ln>
        </p:spPr>
      </p:pic>
      <p:sp>
        <p:nvSpPr>
          <p:cNvPr id="2" name="Content Placeholder 2">
            <a:extLst>
              <a:ext uri="{FF2B5EF4-FFF2-40B4-BE49-F238E27FC236}">
                <a16:creationId xmlns:a16="http://schemas.microsoft.com/office/drawing/2014/main" id="{BF5D1521-285B-E629-31F7-D1A20CA51A02}"/>
              </a:ext>
            </a:extLst>
          </p:cNvPr>
          <p:cNvSpPr txBox="1">
            <a:spLocks/>
          </p:cNvSpPr>
          <p:nvPr/>
        </p:nvSpPr>
        <p:spPr>
          <a:xfrm>
            <a:off x="8186614" y="2915728"/>
            <a:ext cx="3663205" cy="2199736"/>
          </a:xfrm>
          <a:prstGeom prst="rect">
            <a:avLst/>
          </a:prstGeom>
        </p:spPr>
        <p:txBody>
          <a:bodyPr/>
          <a:lstStyle>
            <a:lvl1pPr marL="342900" indent="-342900" algn="l" defTabSz="914400" rtl="0" eaLnBrk="1" latinLnBrk="0" hangingPunct="1">
              <a:lnSpc>
                <a:spcPct val="90000"/>
              </a:lnSpc>
              <a:spcBef>
                <a:spcPts val="1000"/>
              </a:spcBef>
              <a:buClr>
                <a:schemeClr val="tx2"/>
              </a:buClr>
              <a:buFont typeface="Arial" panose="020B0604020202020204" pitchFamily="34" charset="0"/>
              <a:buChar char="•"/>
              <a:defRPr sz="2000" kern="1200">
                <a:solidFill>
                  <a:schemeClr val="tx1">
                    <a:lumMod val="95000"/>
                    <a:lumOff val="5000"/>
                  </a:schemeClr>
                </a:solidFill>
                <a:latin typeface="+mn-lt"/>
                <a:ea typeface="+mn-ea"/>
                <a:cs typeface="+mn-cs"/>
              </a:defRPr>
            </a:lvl1pPr>
            <a:lvl2pPr marL="742950" indent="-28575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Font typeface="Arial" panose="020B0604020202020204" pitchFamily="34" charset="0"/>
              <a:buNone/>
            </a:pPr>
            <a:r>
              <a:rPr lang="en-IE" b="1" dirty="0"/>
              <a:t>Status</a:t>
            </a:r>
            <a:r>
              <a:rPr lang="en-IE" dirty="0"/>
              <a:t>: PII redaction has been applied to the so-called “NLP sample” for years 2024 and 2025 (sample of job descriptions to be made available for research / scientific purposes)</a:t>
            </a:r>
            <a:endParaRPr lang="en-US" dirty="0"/>
          </a:p>
        </p:txBody>
      </p:sp>
    </p:spTree>
    <p:extLst>
      <p:ext uri="{BB962C8B-B14F-4D97-AF65-F5344CB8AC3E}">
        <p14:creationId xmlns:p14="http://schemas.microsoft.com/office/powerpoint/2010/main" val="779386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89FAE5-D3E9-8389-A22F-2F63C0FC09E9}"/>
              </a:ext>
            </a:extLst>
          </p:cNvPr>
          <p:cNvSpPr>
            <a:spLocks noGrp="1"/>
          </p:cNvSpPr>
          <p:nvPr>
            <p:ph type="title" idx="4294967295"/>
          </p:nvPr>
        </p:nvSpPr>
        <p:spPr>
          <a:xfrm>
            <a:off x="838200" y="2256739"/>
            <a:ext cx="10515600" cy="1020337"/>
          </a:xfrm>
        </p:spPr>
        <p:txBody>
          <a:bodyPr/>
          <a:lstStyle/>
          <a:p>
            <a:r>
              <a:rPr lang="en-US" sz="8000" dirty="0"/>
              <a:t>Thank you</a:t>
            </a:r>
            <a:endParaRPr lang="en-GB" sz="8000" dirty="0"/>
          </a:p>
        </p:txBody>
      </p:sp>
      <p:sp>
        <p:nvSpPr>
          <p:cNvPr id="5" name="Text Placeholder 4">
            <a:extLst>
              <a:ext uri="{FF2B5EF4-FFF2-40B4-BE49-F238E27FC236}">
                <a16:creationId xmlns:a16="http://schemas.microsoft.com/office/drawing/2014/main" id="{EE55C0DC-F406-3C80-40AD-12D2D17E9A9F}"/>
              </a:ext>
            </a:extLst>
          </p:cNvPr>
          <p:cNvSpPr>
            <a:spLocks noGrp="1"/>
          </p:cNvSpPr>
          <p:nvPr>
            <p:ph type="body" sz="quarter" idx="10"/>
          </p:nvPr>
        </p:nvSpPr>
        <p:spPr>
          <a:xfrm>
            <a:off x="838200" y="3996499"/>
            <a:ext cx="10515600" cy="575501"/>
          </a:xfrm>
        </p:spPr>
        <p:txBody>
          <a:bodyPr/>
          <a:lstStyle/>
          <a:p>
            <a:endParaRPr lang="en-GB" dirty="0"/>
          </a:p>
        </p:txBody>
      </p:sp>
      <p:sp>
        <p:nvSpPr>
          <p:cNvPr id="6" name="Google Shape;445;p20">
            <a:extLst>
              <a:ext uri="{FF2B5EF4-FFF2-40B4-BE49-F238E27FC236}">
                <a16:creationId xmlns:a16="http://schemas.microsoft.com/office/drawing/2014/main" id="{38E61E29-8603-546B-ECBD-D4F8E851B3FC}"/>
              </a:ext>
            </a:extLst>
          </p:cNvPr>
          <p:cNvSpPr txBox="1"/>
          <p:nvPr/>
        </p:nvSpPr>
        <p:spPr>
          <a:xfrm>
            <a:off x="838200" y="4652301"/>
            <a:ext cx="8941016" cy="12926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dirty="0">
                <a:solidFill>
                  <a:schemeClr val="tx2"/>
                </a:solidFill>
                <a:latin typeface="+mj-lt"/>
                <a:ea typeface="Arial"/>
                <a:cs typeface="Arial"/>
                <a:sym typeface="Arial"/>
              </a:rPr>
              <a:t>© European Union 2025</a:t>
            </a:r>
            <a:endParaRPr sz="1200" dirty="0">
              <a:solidFill>
                <a:schemeClr val="tx2"/>
              </a:solidFill>
              <a:latin typeface="+mj-lt"/>
            </a:endParaRPr>
          </a:p>
          <a:p>
            <a:pPr marL="0" marR="0" lvl="0" indent="0" algn="l" rtl="0">
              <a:spcBef>
                <a:spcPts val="1800"/>
              </a:spcBef>
              <a:spcAft>
                <a:spcPts val="0"/>
              </a:spcAft>
              <a:buNone/>
            </a:pPr>
            <a:r>
              <a:rPr lang="en-GB" sz="1200" dirty="0">
                <a:solidFill>
                  <a:schemeClr val="tx2"/>
                </a:solidFill>
                <a:latin typeface="+mj-lt"/>
                <a:ea typeface="Arial"/>
                <a:cs typeface="Arial"/>
                <a:sym typeface="Arial"/>
              </a:rPr>
              <a:t>Unless otherwise noted the reuse of this presentation is authorised under the </a:t>
            </a:r>
            <a:r>
              <a:rPr lang="en-GB" sz="1200" u="sng" dirty="0">
                <a:solidFill>
                  <a:schemeClr val="tx2"/>
                </a:solidFill>
                <a:latin typeface="+mj-lt"/>
                <a:ea typeface="Arial"/>
                <a:cs typeface="Arial"/>
                <a:sym typeface="Arial"/>
                <a:hlinkClick r:id="rId2">
                  <a:extLst>
                    <a:ext uri="{A12FA001-AC4F-418D-AE19-62706E023703}">
                      <ahyp:hlinkClr xmlns:ahyp="http://schemas.microsoft.com/office/drawing/2018/hyperlinkcolor" val="tx"/>
                    </a:ext>
                  </a:extLst>
                </a:hlinkClick>
              </a:rPr>
              <a:t>CC BY 4.0</a:t>
            </a:r>
            <a:r>
              <a:rPr lang="en-GB" sz="1200" dirty="0">
                <a:solidFill>
                  <a:schemeClr val="tx2"/>
                </a:solidFill>
                <a:latin typeface="+mj-lt"/>
                <a:ea typeface="Arial"/>
                <a:cs typeface="Arial"/>
                <a:sym typeface="Arial"/>
              </a:rPr>
              <a:t> license. For any use or reproduction of elements that are not owned by the EU, permission may need to be sought directly from the respective right holders.</a:t>
            </a:r>
            <a:endParaRPr sz="1200" dirty="0">
              <a:solidFill>
                <a:schemeClr val="tx2"/>
              </a:solidFill>
              <a:latin typeface="+mj-lt"/>
            </a:endParaRPr>
          </a:p>
          <a:p>
            <a:pPr marL="0" marR="0" lvl="0" indent="0" algn="l" rtl="0">
              <a:spcBef>
                <a:spcPts val="1800"/>
              </a:spcBef>
              <a:spcAft>
                <a:spcPts val="0"/>
              </a:spcAft>
              <a:buNone/>
            </a:pPr>
            <a:r>
              <a:rPr lang="en-GB" sz="1200" dirty="0">
                <a:solidFill>
                  <a:schemeClr val="tx2"/>
                </a:solidFill>
                <a:latin typeface="+mj-lt"/>
                <a:ea typeface="Arial"/>
                <a:cs typeface="Arial"/>
                <a:sym typeface="Arial"/>
              </a:rPr>
              <a:t>Slide </a:t>
            </a:r>
            <a:r>
              <a:rPr lang="en-GB" sz="1200" dirty="0">
                <a:solidFill>
                  <a:srgbClr val="FF0000"/>
                </a:solidFill>
                <a:latin typeface="+mj-lt"/>
                <a:ea typeface="Arial"/>
                <a:cs typeface="Arial"/>
                <a:sym typeface="Arial"/>
              </a:rPr>
              <a:t>xx</a:t>
            </a:r>
            <a:r>
              <a:rPr lang="en-GB" sz="1200" dirty="0">
                <a:solidFill>
                  <a:schemeClr val="tx2"/>
                </a:solidFill>
                <a:latin typeface="+mj-lt"/>
                <a:ea typeface="Arial"/>
                <a:cs typeface="Arial"/>
                <a:sym typeface="Arial"/>
              </a:rPr>
              <a:t>: </a:t>
            </a:r>
            <a:r>
              <a:rPr lang="en-GB" sz="1200" b="0" i="0" u="none" strike="noStrike" cap="none" dirty="0">
                <a:solidFill>
                  <a:srgbClr val="FF0000"/>
                </a:solidFill>
                <a:latin typeface="+mj-lt"/>
                <a:ea typeface="Arial"/>
                <a:cs typeface="Arial"/>
                <a:sym typeface="Arial"/>
              </a:rPr>
              <a:t>element concerned</a:t>
            </a:r>
            <a:r>
              <a:rPr lang="en-GB" sz="1200" dirty="0">
                <a:solidFill>
                  <a:schemeClr val="tx2"/>
                </a:solidFill>
                <a:latin typeface="+mj-lt"/>
                <a:ea typeface="Arial"/>
                <a:cs typeface="Arial"/>
                <a:sym typeface="Arial"/>
              </a:rPr>
              <a:t>, source: </a:t>
            </a:r>
            <a:r>
              <a:rPr lang="en-GB" sz="1200" b="0" i="0" u="none" strike="noStrike" cap="none" dirty="0">
                <a:solidFill>
                  <a:srgbClr val="FF0000"/>
                </a:solidFill>
                <a:latin typeface="+mj-lt"/>
                <a:ea typeface="Arial"/>
                <a:cs typeface="Arial"/>
                <a:sym typeface="Arial"/>
              </a:rPr>
              <a:t>e.g. Fotolia.com</a:t>
            </a:r>
            <a:r>
              <a:rPr lang="en-GB" sz="1200" dirty="0">
                <a:solidFill>
                  <a:schemeClr val="tx2"/>
                </a:solidFill>
                <a:latin typeface="+mj-lt"/>
                <a:ea typeface="Arial"/>
                <a:cs typeface="Arial"/>
                <a:sym typeface="Arial"/>
              </a:rPr>
              <a:t>; Slide </a:t>
            </a:r>
            <a:r>
              <a:rPr lang="en-GB" sz="1200" dirty="0">
                <a:solidFill>
                  <a:srgbClr val="FF0000"/>
                </a:solidFill>
                <a:latin typeface="+mj-lt"/>
                <a:ea typeface="Arial"/>
                <a:cs typeface="Arial"/>
                <a:sym typeface="Arial"/>
              </a:rPr>
              <a:t>xx</a:t>
            </a:r>
            <a:r>
              <a:rPr lang="en-GB" sz="1200" dirty="0">
                <a:solidFill>
                  <a:schemeClr val="tx2"/>
                </a:solidFill>
                <a:latin typeface="+mj-lt"/>
                <a:ea typeface="Arial"/>
                <a:cs typeface="Arial"/>
                <a:sym typeface="Arial"/>
              </a:rPr>
              <a:t>: </a:t>
            </a:r>
            <a:r>
              <a:rPr lang="en-GB" sz="1200" dirty="0">
                <a:solidFill>
                  <a:srgbClr val="FF0000"/>
                </a:solidFill>
                <a:latin typeface="+mj-lt"/>
                <a:ea typeface="Arial"/>
                <a:cs typeface="Arial"/>
                <a:sym typeface="Arial"/>
              </a:rPr>
              <a:t>element concerned</a:t>
            </a:r>
            <a:r>
              <a:rPr lang="en-GB" sz="1200" dirty="0">
                <a:solidFill>
                  <a:schemeClr val="tx2"/>
                </a:solidFill>
                <a:latin typeface="+mj-lt"/>
                <a:ea typeface="Arial"/>
                <a:cs typeface="Arial"/>
                <a:sym typeface="Arial"/>
              </a:rPr>
              <a:t>, source</a:t>
            </a:r>
            <a:r>
              <a:rPr lang="en-GB" sz="1200" dirty="0">
                <a:solidFill>
                  <a:srgbClr val="FF0000"/>
                </a:solidFill>
                <a:latin typeface="+mj-lt"/>
                <a:ea typeface="Arial"/>
                <a:cs typeface="Arial"/>
                <a:sym typeface="Arial"/>
              </a:rPr>
              <a:t>: e.g. iStock.com </a:t>
            </a:r>
            <a:endParaRPr sz="1200" dirty="0">
              <a:solidFill>
                <a:srgbClr val="FF0000"/>
              </a:solidFill>
              <a:latin typeface="+mj-lt"/>
              <a:ea typeface="Arial"/>
              <a:cs typeface="Arial"/>
              <a:sym typeface="Arial"/>
            </a:endParaRPr>
          </a:p>
        </p:txBody>
      </p:sp>
      <p:sp>
        <p:nvSpPr>
          <p:cNvPr id="2" name="Google Shape;412;p46">
            <a:extLst>
              <a:ext uri="{FF2B5EF4-FFF2-40B4-BE49-F238E27FC236}">
                <a16:creationId xmlns:a16="http://schemas.microsoft.com/office/drawing/2014/main" id="{36D114E6-D0BC-BDB4-8662-B5C3F4389BB5}"/>
              </a:ext>
            </a:extLst>
          </p:cNvPr>
          <p:cNvSpPr txBox="1"/>
          <p:nvPr/>
        </p:nvSpPr>
        <p:spPr>
          <a:xfrm>
            <a:off x="9510079" y="0"/>
            <a:ext cx="2681921" cy="369302"/>
          </a:xfrm>
          <a:prstGeom prst="rect">
            <a:avLst/>
          </a:prstGeom>
          <a:solidFill>
            <a:schemeClr val="accent2"/>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fr-BE" sz="1200" b="0" i="0" u="none" strike="noStrike" cap="none" dirty="0">
                <a:solidFill>
                  <a:schemeClr val="bg2"/>
                </a:solidFill>
                <a:latin typeface="Arial"/>
                <a:ea typeface="Arial"/>
                <a:cs typeface="Arial"/>
                <a:sym typeface="Arial"/>
              </a:rPr>
              <a:t>Fill in copyright information.</a:t>
            </a:r>
            <a:endParaRPr sz="1200" b="0" i="0" u="none" strike="noStrike" cap="none" dirty="0">
              <a:solidFill>
                <a:schemeClr val="bg2"/>
              </a:solidFill>
              <a:latin typeface="Arial"/>
              <a:ea typeface="Arial"/>
              <a:cs typeface="Arial"/>
              <a:sym typeface="Arial"/>
            </a:endParaRPr>
          </a:p>
        </p:txBody>
      </p:sp>
    </p:spTree>
    <p:extLst>
      <p:ext uri="{BB962C8B-B14F-4D97-AF65-F5344CB8AC3E}">
        <p14:creationId xmlns:p14="http://schemas.microsoft.com/office/powerpoint/2010/main" val="878372291"/>
      </p:ext>
    </p:extLst>
  </p:cSld>
  <p:clrMapOvr>
    <a:masterClrMapping/>
  </p:clrMapOvr>
</p:sld>
</file>

<file path=ppt/theme/theme1.xml><?xml version="1.0" encoding="utf-8"?>
<a:theme xmlns:a="http://schemas.openxmlformats.org/drawingml/2006/main" name="colour palette new PPT">
  <a:themeElements>
    <a:clrScheme name="EC Colour Palette 2024">
      <a:dk1>
        <a:sysClr val="windowText" lastClr="000000"/>
      </a:dk1>
      <a:lt1>
        <a:sysClr val="window" lastClr="FFFFFF"/>
      </a:lt1>
      <a:dk2>
        <a:srgbClr val="003399"/>
      </a:dk2>
      <a:lt2>
        <a:srgbClr val="C6E5DF"/>
      </a:lt2>
      <a:accent1>
        <a:srgbClr val="44BA7E"/>
      </a:accent1>
      <a:accent2>
        <a:srgbClr val="000083"/>
      </a:accent2>
      <a:accent3>
        <a:srgbClr val="48038C"/>
      </a:accent3>
      <a:accent4>
        <a:srgbClr val="FF712C"/>
      </a:accent4>
      <a:accent5>
        <a:srgbClr val="FFD34E"/>
      </a:accent5>
      <a:accent6>
        <a:srgbClr val="DD0C86"/>
      </a:accent6>
      <a:hlink>
        <a:srgbClr val="003399"/>
      </a:hlink>
      <a:folHlink>
        <a:srgbClr val="003399"/>
      </a:folHlink>
    </a:clrScheme>
    <a:fontScheme name="EC reva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vamp_VI_EC_Corporate_PPT_Template_2024 2.pptx" id="{82638BCC-62B9-435A-B3D4-91B8F41A0F82}" vid="{331CF50E-8039-4F5B-9C47-F59CDFBC17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05d83ceaa0bbd2e3bc716e6e66bd857a">
  <xsd:schema xmlns:xsd="http://www.w3.org/2001/XMLSchema" xmlns:xs="http://www.w3.org/2001/XMLSchema" xmlns:p="http://schemas.microsoft.com/office/2006/metadata/properties" targetNamespace="http://schemas.microsoft.com/office/2006/metadata/properties" ma:root="true" ma:fieldsID="b3d69fe45253d5ff147bb69036b756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578E49-555D-4D0C-B802-355039F0D82E}">
  <ds:schemaRefs>
    <ds:schemaRef ds:uri="http://schemas.microsoft.com/sharepoint/v3/contenttype/forms"/>
  </ds:schemaRefs>
</ds:datastoreItem>
</file>

<file path=customXml/itemProps2.xml><?xml version="1.0" encoding="utf-8"?>
<ds:datastoreItem xmlns:ds="http://schemas.openxmlformats.org/officeDocument/2006/customXml" ds:itemID="{537B6F83-6DDD-48D8-857B-BE72EE2D0B99}">
  <ds:schemaRefs>
    <ds:schemaRef ds:uri="http://schemas.microsoft.com/office/2006/metadata/properties"/>
    <ds:schemaRef ds:uri="http://www.w3.org/XML/1998/namespace"/>
    <ds:schemaRef ds:uri="http://purl.org/dc/elements/1.1/"/>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4CD81E1F-6DA9-4707-BA36-9D5427D78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blank</Template>
  <TotalTime>354</TotalTime>
  <Words>978</Words>
  <Application>Microsoft Office PowerPoint</Application>
  <PresentationFormat>Widescreen</PresentationFormat>
  <Paragraphs>95</Paragraphs>
  <Slides>13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Arial</vt:lpstr>
      <vt:lpstr>colour palette new PPT</vt:lpstr>
      <vt:lpstr>Job title cleaning pipelines</vt:lpstr>
      <vt:lpstr>Eurostat’s Web Intelligence Hub</vt:lpstr>
      <vt:lpstr>Web Intelligence Hub - Online Job Advertisements</vt:lpstr>
      <vt:lpstr>OJA Job Titles</vt:lpstr>
      <vt:lpstr>Raw job title example</vt:lpstr>
      <vt:lpstr>Job title cleaning pipeline</vt:lpstr>
      <vt:lpstr>Step 4 – Classifying tokens by occupational relevance</vt:lpstr>
      <vt:lpstr>Step 6 - rank top cleaned titles by occupation  </vt:lpstr>
      <vt:lpstr>Availability and next steps</vt:lpstr>
      <vt:lpstr>Updates on other topics – PII redaction</vt:lpstr>
      <vt:lpstr>OJA data collection and personal data</vt:lpstr>
      <vt:lpstr>PowerPoint Presentation</vt:lpstr>
      <vt:lpstr>Thank you</vt:lpstr>
    </vt:vector>
  </TitlesOfParts>
  <Company>European Commission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GRAMAGLIA Luca (ESTAT)</dc:creator>
  <cp:lastModifiedBy>GRAMAGLIA Luca (ESTAT)</cp:lastModifiedBy>
  <cp:revision>1</cp:revision>
  <dcterms:created xsi:type="dcterms:W3CDTF">2026-09-16T08:23:35Z</dcterms:created>
  <dcterms:modified xsi:type="dcterms:W3CDTF">2026-09-17T08:17:42Z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0x010100AF098AE41A192E4C85C747A9850AEF9A</vt:lpwstr>
  </property>
  <property fmtid="{D5CDD505-2E9C-101B-9397-08002B2CF9AE}" pid="3" name="MSIP_Label_6bd9ddd1-4d20-43f6-abfa-fc3c07406f94_Enabled">
    <vt:lpwstr>true</vt:lpwstr>
  </property>
  <property fmtid="{D5CDD505-2E9C-101B-9397-08002B2CF9AE}" pid="4" name="MSIP_Label_6bd9ddd1-4d20-43f6-abfa-fc3c07406f94_SetDate">
    <vt:lpwstr>2023-09-26T10:27:54Z</vt:lpwstr>
  </property>
  <property fmtid="{D5CDD505-2E9C-101B-9397-08002B2CF9AE}" pid="5" name="MSIP_Label_6bd9ddd1-4d20-43f6-abfa-fc3c07406f94_Method">
    <vt:lpwstr>Standard</vt:lpwstr>
  </property>
  <property fmtid="{D5CDD505-2E9C-101B-9397-08002B2CF9AE}" pid="6" name="MSIP_Label_6bd9ddd1-4d20-43f6-abfa-fc3c07406f94_Name">
    <vt:lpwstr>Commission Use</vt:lpwstr>
  </property>
  <property fmtid="{D5CDD505-2E9C-101B-9397-08002B2CF9AE}" pid="7" name="MSIP_Label_6bd9ddd1-4d20-43f6-abfa-fc3c07406f94_SiteId">
    <vt:lpwstr>b24c8b06-522c-46fe-9080-70926f8dddb1</vt:lpwstr>
  </property>
  <property fmtid="{D5CDD505-2E9C-101B-9397-08002B2CF9AE}" pid="8" name="MSIP_Label_6bd9ddd1-4d20-43f6-abfa-fc3c07406f94_ActionId">
    <vt:lpwstr>5f9041e0-26c3-439f-9557-91c751557f9e</vt:lpwstr>
  </property>
  <property fmtid="{D5CDD505-2E9C-101B-9397-08002B2CF9AE}" pid="9" name="MSIP_Label_6bd9ddd1-4d20-43f6-abfa-fc3c07406f94_ContentBits">
    <vt:lpwstr>0</vt:lpwstr>
  </property>
</Properties>
</file>