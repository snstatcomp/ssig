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2" r:id="rId1"/>
  </p:sldMasterIdLst>
  <p:notesMasterIdLst>
    <p:notesMasterId r:id="rId6"/>
  </p:notesMasterIdLst>
  <p:handoutMasterIdLst>
    <p:handoutMasterId r:id="rId7"/>
  </p:handoutMasterIdLst>
  <p:sldIdLst>
    <p:sldId id="260" r:id="rId2"/>
    <p:sldId id="261" r:id="rId3"/>
    <p:sldId id="262" r:id="rId4"/>
    <p:sldId id="263" r:id="rId5"/>
  </p:sldIdLst>
  <p:sldSz cx="12192000" cy="6858000"/>
  <p:notesSz cx="9944100" cy="680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DDF3"/>
    <a:srgbClr val="479651"/>
    <a:srgbClr val="394B87"/>
    <a:srgbClr val="0F78C8"/>
    <a:srgbClr val="FFFFFF"/>
    <a:srgbClr val="A3CCEE"/>
    <a:srgbClr val="5E9AC4"/>
    <a:srgbClr val="619DC9"/>
    <a:srgbClr val="0091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llemlayout 2 - Markerin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llemlayout 2 - Markerin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71781" autoAdjust="0"/>
  </p:normalViewPr>
  <p:slideViewPr>
    <p:cSldViewPr snapToGrid="0">
      <p:cViewPr varScale="1">
        <p:scale>
          <a:sx n="109" d="100"/>
          <a:sy n="109" d="100"/>
        </p:scale>
        <p:origin x="108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8" d="100"/>
          <a:sy n="108" d="100"/>
        </p:scale>
        <p:origin x="1548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A9AB11-212F-426A-B73D-F10ED240D17F}" type="doc">
      <dgm:prSet loTypeId="urn:microsoft.com/office/officeart/2008/layout/BendingPictureBlocks" loCatId="picture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da-DK"/>
        </a:p>
      </dgm:t>
    </dgm:pt>
    <dgm:pt modelId="{80209056-E916-4B88-9C64-7729A4FFDF18}">
      <dgm:prSet phldrT="[Tekst]" phldr="0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da-DK" dirty="0"/>
            <a:t>Webshop</a:t>
          </a:r>
        </a:p>
      </dgm:t>
    </dgm:pt>
    <dgm:pt modelId="{73B825D5-E4BF-4252-9FF6-76DB19E89BCB}" type="parTrans" cxnId="{EF7A90F2-F0E1-4CE4-B815-B7FAA5BD377D}">
      <dgm:prSet/>
      <dgm:spPr/>
      <dgm:t>
        <a:bodyPr/>
        <a:lstStyle/>
        <a:p>
          <a:endParaRPr lang="da-DK"/>
        </a:p>
      </dgm:t>
    </dgm:pt>
    <dgm:pt modelId="{683A3940-D49C-4A2C-994B-8AD6DA0D8D4D}" type="sibTrans" cxnId="{EF7A90F2-F0E1-4CE4-B815-B7FAA5BD377D}">
      <dgm:prSet/>
      <dgm:spPr/>
      <dgm:t>
        <a:bodyPr/>
        <a:lstStyle/>
        <a:p>
          <a:endParaRPr lang="da-DK"/>
        </a:p>
      </dgm:t>
    </dgm:pt>
    <dgm:pt modelId="{DB08418E-8977-4532-A3ED-9D747A6DD151}">
      <dgm:prSet phldrT="[Tekst]" phldr="0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da-DK" dirty="0"/>
            <a:t>Booking</a:t>
          </a:r>
        </a:p>
      </dgm:t>
    </dgm:pt>
    <dgm:pt modelId="{C45B729F-D74F-4BCB-B5A2-863D9398BDCF}" type="parTrans" cxnId="{C851EF72-0592-4172-A838-C968B3086945}">
      <dgm:prSet/>
      <dgm:spPr/>
      <dgm:t>
        <a:bodyPr/>
        <a:lstStyle/>
        <a:p>
          <a:endParaRPr lang="da-DK"/>
        </a:p>
      </dgm:t>
    </dgm:pt>
    <dgm:pt modelId="{3F4AA18C-2970-45CE-A887-FDB55B492694}" type="sibTrans" cxnId="{C851EF72-0592-4172-A838-C968B3086945}">
      <dgm:prSet/>
      <dgm:spPr/>
      <dgm:t>
        <a:bodyPr/>
        <a:lstStyle/>
        <a:p>
          <a:endParaRPr lang="da-DK"/>
        </a:p>
      </dgm:t>
    </dgm:pt>
    <dgm:pt modelId="{4DBFF4BF-AADE-4C42-9A9F-6D1A409A019D}">
      <dgm:prSet phldrT="[Tekst]" phldr="0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da-DK" dirty="0"/>
            <a:t>Login</a:t>
          </a:r>
        </a:p>
      </dgm:t>
    </dgm:pt>
    <dgm:pt modelId="{8083BE8A-9A0D-4298-92D5-89D5417CDD47}" type="parTrans" cxnId="{A0714A8E-C876-4C71-8C1A-A990F9A9C84E}">
      <dgm:prSet/>
      <dgm:spPr/>
      <dgm:t>
        <a:bodyPr/>
        <a:lstStyle/>
        <a:p>
          <a:endParaRPr lang="da-DK"/>
        </a:p>
      </dgm:t>
    </dgm:pt>
    <dgm:pt modelId="{655EEE2C-B1B6-4803-BABD-7B393646B5E5}" type="sibTrans" cxnId="{A0714A8E-C876-4C71-8C1A-A990F9A9C84E}">
      <dgm:prSet/>
      <dgm:spPr/>
      <dgm:t>
        <a:bodyPr/>
        <a:lstStyle/>
        <a:p>
          <a:endParaRPr lang="da-DK"/>
        </a:p>
      </dgm:t>
    </dgm:pt>
    <dgm:pt modelId="{2C22B828-0B52-40DF-8BD0-FD5706316CA7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da-DK" dirty="0"/>
            <a:t>Social media</a:t>
          </a:r>
        </a:p>
      </dgm:t>
    </dgm:pt>
    <dgm:pt modelId="{F6405828-CB29-42C4-9030-4C6C54675738}" type="parTrans" cxnId="{2F6C46E3-F094-416D-9B7B-374A69815BC9}">
      <dgm:prSet/>
      <dgm:spPr/>
      <dgm:t>
        <a:bodyPr/>
        <a:lstStyle/>
        <a:p>
          <a:endParaRPr lang="da-DK"/>
        </a:p>
      </dgm:t>
    </dgm:pt>
    <dgm:pt modelId="{7538439D-3ABE-4A95-8179-0794922E9FC6}" type="sibTrans" cxnId="{2F6C46E3-F094-416D-9B7B-374A69815BC9}">
      <dgm:prSet/>
      <dgm:spPr/>
      <dgm:t>
        <a:bodyPr/>
        <a:lstStyle/>
        <a:p>
          <a:endParaRPr lang="da-DK"/>
        </a:p>
      </dgm:t>
    </dgm:pt>
    <dgm:pt modelId="{072CF63C-2ABD-4EC2-AE0F-9A74658281F7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da-DK" dirty="0"/>
            <a:t>20%</a:t>
          </a:r>
        </a:p>
      </dgm:t>
    </dgm:pt>
    <dgm:pt modelId="{527429C2-2AEA-4E83-BC01-95B73098DBC2}" type="parTrans" cxnId="{6D713144-4400-4A93-9E0C-192035C0D04B}">
      <dgm:prSet/>
      <dgm:spPr/>
      <dgm:t>
        <a:bodyPr/>
        <a:lstStyle/>
        <a:p>
          <a:endParaRPr lang="da-DK"/>
        </a:p>
      </dgm:t>
    </dgm:pt>
    <dgm:pt modelId="{499F5D81-51F8-4697-A9EF-C638FC9B0D09}" type="sibTrans" cxnId="{6D713144-4400-4A93-9E0C-192035C0D04B}">
      <dgm:prSet/>
      <dgm:spPr/>
      <dgm:t>
        <a:bodyPr/>
        <a:lstStyle/>
        <a:p>
          <a:endParaRPr lang="da-DK"/>
        </a:p>
      </dgm:t>
    </dgm:pt>
    <dgm:pt modelId="{AE8EEA47-8521-4E8C-9ABF-5BB402667E04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da-DK" dirty="0"/>
            <a:t>9 %</a:t>
          </a:r>
        </a:p>
      </dgm:t>
    </dgm:pt>
    <dgm:pt modelId="{185C89F4-2B0C-47B5-9CD9-A20439860A83}" type="parTrans" cxnId="{A4734213-16C0-459B-82C6-2E1A15232036}">
      <dgm:prSet/>
      <dgm:spPr/>
      <dgm:t>
        <a:bodyPr/>
        <a:lstStyle/>
        <a:p>
          <a:endParaRPr lang="da-DK"/>
        </a:p>
      </dgm:t>
    </dgm:pt>
    <dgm:pt modelId="{848843E5-72AD-4AB5-9C2E-0A2844952C58}" type="sibTrans" cxnId="{A4734213-16C0-459B-82C6-2E1A15232036}">
      <dgm:prSet/>
      <dgm:spPr/>
      <dgm:t>
        <a:bodyPr/>
        <a:lstStyle/>
        <a:p>
          <a:endParaRPr lang="da-DK"/>
        </a:p>
      </dgm:t>
    </dgm:pt>
    <dgm:pt modelId="{BCCA6198-5881-4D58-A7A4-52877BF45190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da-DK" dirty="0"/>
            <a:t>10 %</a:t>
          </a:r>
        </a:p>
      </dgm:t>
    </dgm:pt>
    <dgm:pt modelId="{6B242381-618B-4E93-B796-C44304108D19}" type="parTrans" cxnId="{B54CE4AD-2E5F-40A0-8E74-CA01DAFC4E49}">
      <dgm:prSet/>
      <dgm:spPr/>
      <dgm:t>
        <a:bodyPr/>
        <a:lstStyle/>
        <a:p>
          <a:endParaRPr lang="da-DK"/>
        </a:p>
      </dgm:t>
    </dgm:pt>
    <dgm:pt modelId="{D9965709-7216-4CA7-865F-5FC7775A27B1}" type="sibTrans" cxnId="{B54CE4AD-2E5F-40A0-8E74-CA01DAFC4E49}">
      <dgm:prSet/>
      <dgm:spPr/>
      <dgm:t>
        <a:bodyPr/>
        <a:lstStyle/>
        <a:p>
          <a:endParaRPr lang="da-DK"/>
        </a:p>
      </dgm:t>
    </dgm:pt>
    <dgm:pt modelId="{C2D48541-0EC3-4A80-91B9-B8D03EB669B6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da-DK" dirty="0"/>
            <a:t>31 %</a:t>
          </a:r>
        </a:p>
      </dgm:t>
    </dgm:pt>
    <dgm:pt modelId="{679E46D4-A0F5-4AFE-8776-56735AC57FE4}" type="parTrans" cxnId="{B322AA3E-BE71-4344-A300-8C213E1C72CB}">
      <dgm:prSet/>
      <dgm:spPr/>
      <dgm:t>
        <a:bodyPr/>
        <a:lstStyle/>
        <a:p>
          <a:endParaRPr lang="da-DK"/>
        </a:p>
      </dgm:t>
    </dgm:pt>
    <dgm:pt modelId="{DBCF9E2E-E0FE-43CF-AF8C-D175D34695E4}" type="sibTrans" cxnId="{B322AA3E-BE71-4344-A300-8C213E1C72CB}">
      <dgm:prSet/>
      <dgm:spPr/>
      <dgm:t>
        <a:bodyPr/>
        <a:lstStyle/>
        <a:p>
          <a:endParaRPr lang="da-DK"/>
        </a:p>
      </dgm:t>
    </dgm:pt>
    <dgm:pt modelId="{44143C1C-F0E0-43CC-B472-3D8C9B522C71}" type="pres">
      <dgm:prSet presAssocID="{C6A9AB11-212F-426A-B73D-F10ED240D17F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da-DK"/>
        </a:p>
      </dgm:t>
    </dgm:pt>
    <dgm:pt modelId="{F2D5ABFF-7095-4724-9E78-2384F8EE16D7}" type="pres">
      <dgm:prSet presAssocID="{80209056-E916-4B88-9C64-7729A4FFDF18}" presName="composite" presStyleCnt="0"/>
      <dgm:spPr/>
    </dgm:pt>
    <dgm:pt modelId="{8FA57061-4309-4655-9F46-CB2C7DA12E55}" type="pres">
      <dgm:prSet presAssocID="{80209056-E916-4B88-9C64-7729A4FFDF18}" presName="rect1" presStyleLbl="bgImgPlace1" presStyleIdx="0" presStyleCnt="4"/>
      <dgm:spPr>
        <a:blipFill>
          <a:blip xmlns:r="http://schemas.openxmlformats.org/officeDocument/2006/relationships" r:embed="rId1"/>
          <a:srcRect/>
          <a:stretch>
            <a:fillRect l="-10000" r="-10000"/>
          </a:stretch>
        </a:blipFill>
      </dgm:spPr>
    </dgm:pt>
    <dgm:pt modelId="{9A6F1D0E-C599-47D3-95AE-8FC3107BA42F}" type="pres">
      <dgm:prSet presAssocID="{80209056-E916-4B88-9C64-7729A4FFDF18}" presName="rect2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da-DK"/>
        </a:p>
      </dgm:t>
    </dgm:pt>
    <dgm:pt modelId="{6CB296FC-1C21-4819-AAE4-F9B3E08EA478}" type="pres">
      <dgm:prSet presAssocID="{683A3940-D49C-4A2C-994B-8AD6DA0D8D4D}" presName="sibTrans" presStyleCnt="0"/>
      <dgm:spPr/>
    </dgm:pt>
    <dgm:pt modelId="{5654B151-0A50-4AF1-AAEC-0C98D6CDE855}" type="pres">
      <dgm:prSet presAssocID="{DB08418E-8977-4532-A3ED-9D747A6DD151}" presName="composite" presStyleCnt="0"/>
      <dgm:spPr/>
    </dgm:pt>
    <dgm:pt modelId="{1D2513F2-045C-4ECF-BA6B-B4E0A8FE82CF}" type="pres">
      <dgm:prSet presAssocID="{DB08418E-8977-4532-A3ED-9D747A6DD151}" presName="rect1" presStyleLbl="bgImgPlace1" presStyleIdx="1" presStyleCnt="4"/>
      <dgm:spPr>
        <a:blipFill>
          <a:blip xmlns:r="http://schemas.openxmlformats.org/officeDocument/2006/relationships" r:embed="rId2"/>
          <a:srcRect/>
          <a:stretch>
            <a:fillRect t="-9000" b="-9000"/>
          </a:stretch>
        </a:blipFill>
      </dgm:spPr>
    </dgm:pt>
    <dgm:pt modelId="{95A17A37-C15D-4429-B45B-B92A608A4383}" type="pres">
      <dgm:prSet presAssocID="{DB08418E-8977-4532-A3ED-9D747A6DD151}" presName="rect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da-DK"/>
        </a:p>
      </dgm:t>
    </dgm:pt>
    <dgm:pt modelId="{1DD917F5-E01E-448E-AC8B-3482E825440C}" type="pres">
      <dgm:prSet presAssocID="{3F4AA18C-2970-45CE-A887-FDB55B492694}" presName="sibTrans" presStyleCnt="0"/>
      <dgm:spPr/>
    </dgm:pt>
    <dgm:pt modelId="{9543C42F-BBDA-4668-990A-18BD27069E78}" type="pres">
      <dgm:prSet presAssocID="{4DBFF4BF-AADE-4C42-9A9F-6D1A409A019D}" presName="composite" presStyleCnt="0"/>
      <dgm:spPr/>
    </dgm:pt>
    <dgm:pt modelId="{674BA7AB-D4BF-4E3B-ABBB-031237AEE73B}" type="pres">
      <dgm:prSet presAssocID="{4DBFF4BF-AADE-4C42-9A9F-6D1A409A019D}" presName="rect1" presStyleLbl="bgImgPlace1" presStyleIdx="2" presStyleCnt="4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8263C37A-8B6F-440B-9EA2-12931056588E}" type="pres">
      <dgm:prSet presAssocID="{4DBFF4BF-AADE-4C42-9A9F-6D1A409A019D}" presName="rect2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da-DK"/>
        </a:p>
      </dgm:t>
    </dgm:pt>
    <dgm:pt modelId="{E1D44459-1C95-4BFD-8880-E0A8F5D34348}" type="pres">
      <dgm:prSet presAssocID="{655EEE2C-B1B6-4803-BABD-7B393646B5E5}" presName="sibTrans" presStyleCnt="0"/>
      <dgm:spPr/>
    </dgm:pt>
    <dgm:pt modelId="{CDE27547-0D38-47B9-97AE-AE6DBD3EA276}" type="pres">
      <dgm:prSet presAssocID="{2C22B828-0B52-40DF-8BD0-FD5706316CA7}" presName="composite" presStyleCnt="0"/>
      <dgm:spPr/>
    </dgm:pt>
    <dgm:pt modelId="{2E854515-9DF4-48DB-BBF9-CDD1EEE9BA3A}" type="pres">
      <dgm:prSet presAssocID="{2C22B828-0B52-40DF-8BD0-FD5706316CA7}" presName="rect1" presStyleLbl="bgImgPlace1" presStyleIdx="3" presStyleCnt="4"/>
      <dgm:spPr>
        <a:blipFill>
          <a:blip xmlns:r="http://schemas.openxmlformats.org/officeDocument/2006/relationships" r:embed="rId4"/>
          <a:srcRect/>
          <a:stretch>
            <a:fillRect l="-25000" r="-25000"/>
          </a:stretch>
        </a:blipFill>
      </dgm:spPr>
    </dgm:pt>
    <dgm:pt modelId="{C60E7262-25BE-489D-A84B-E18672501FFB}" type="pres">
      <dgm:prSet presAssocID="{2C22B828-0B52-40DF-8BD0-FD5706316CA7}" presName="rect2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da-DK"/>
        </a:p>
      </dgm:t>
    </dgm:pt>
  </dgm:ptLst>
  <dgm:cxnLst>
    <dgm:cxn modelId="{4BD983DF-A992-4805-BD68-BCA50FA70FD4}" type="presOf" srcId="{072CF63C-2ABD-4EC2-AE0F-9A74658281F7}" destId="{9A6F1D0E-C599-47D3-95AE-8FC3107BA42F}" srcOrd="0" destOrd="1" presId="urn:microsoft.com/office/officeart/2008/layout/BendingPictureBlocks"/>
    <dgm:cxn modelId="{A0714A8E-C876-4C71-8C1A-A990F9A9C84E}" srcId="{C6A9AB11-212F-426A-B73D-F10ED240D17F}" destId="{4DBFF4BF-AADE-4C42-9A9F-6D1A409A019D}" srcOrd="2" destOrd="0" parTransId="{8083BE8A-9A0D-4298-92D5-89D5417CDD47}" sibTransId="{655EEE2C-B1B6-4803-BABD-7B393646B5E5}"/>
    <dgm:cxn modelId="{B54CE4AD-2E5F-40A0-8E74-CA01DAFC4E49}" srcId="{4DBFF4BF-AADE-4C42-9A9F-6D1A409A019D}" destId="{BCCA6198-5881-4D58-A7A4-52877BF45190}" srcOrd="0" destOrd="0" parTransId="{6B242381-618B-4E93-B796-C44304108D19}" sibTransId="{D9965709-7216-4CA7-865F-5FC7775A27B1}"/>
    <dgm:cxn modelId="{A4734213-16C0-459B-82C6-2E1A15232036}" srcId="{DB08418E-8977-4532-A3ED-9D747A6DD151}" destId="{AE8EEA47-8521-4E8C-9ABF-5BB402667E04}" srcOrd="0" destOrd="0" parTransId="{185C89F4-2B0C-47B5-9CD9-A20439860A83}" sibTransId="{848843E5-72AD-4AB5-9C2E-0A2844952C58}"/>
    <dgm:cxn modelId="{D17402D1-15B1-4481-84A9-4A97E232B59E}" type="presOf" srcId="{C6A9AB11-212F-426A-B73D-F10ED240D17F}" destId="{44143C1C-F0E0-43CC-B472-3D8C9B522C71}" srcOrd="0" destOrd="0" presId="urn:microsoft.com/office/officeart/2008/layout/BendingPictureBlocks"/>
    <dgm:cxn modelId="{B322AA3E-BE71-4344-A300-8C213E1C72CB}" srcId="{2C22B828-0B52-40DF-8BD0-FD5706316CA7}" destId="{C2D48541-0EC3-4A80-91B9-B8D03EB669B6}" srcOrd="0" destOrd="0" parTransId="{679E46D4-A0F5-4AFE-8776-56735AC57FE4}" sibTransId="{DBCF9E2E-E0FE-43CF-AF8C-D175D34695E4}"/>
    <dgm:cxn modelId="{EF7A90F2-F0E1-4CE4-B815-B7FAA5BD377D}" srcId="{C6A9AB11-212F-426A-B73D-F10ED240D17F}" destId="{80209056-E916-4B88-9C64-7729A4FFDF18}" srcOrd="0" destOrd="0" parTransId="{73B825D5-E4BF-4252-9FF6-76DB19E89BCB}" sibTransId="{683A3940-D49C-4A2C-994B-8AD6DA0D8D4D}"/>
    <dgm:cxn modelId="{E32B2E26-4435-4548-BB96-D36203B0EE73}" type="presOf" srcId="{2C22B828-0B52-40DF-8BD0-FD5706316CA7}" destId="{C60E7262-25BE-489D-A84B-E18672501FFB}" srcOrd="0" destOrd="0" presId="urn:microsoft.com/office/officeart/2008/layout/BendingPictureBlocks"/>
    <dgm:cxn modelId="{36599793-6F49-4CDD-89C1-5FC30A90905D}" type="presOf" srcId="{BCCA6198-5881-4D58-A7A4-52877BF45190}" destId="{8263C37A-8B6F-440B-9EA2-12931056588E}" srcOrd="0" destOrd="1" presId="urn:microsoft.com/office/officeart/2008/layout/BendingPictureBlocks"/>
    <dgm:cxn modelId="{6D713144-4400-4A93-9E0C-192035C0D04B}" srcId="{80209056-E916-4B88-9C64-7729A4FFDF18}" destId="{072CF63C-2ABD-4EC2-AE0F-9A74658281F7}" srcOrd="0" destOrd="0" parTransId="{527429C2-2AEA-4E83-BC01-95B73098DBC2}" sibTransId="{499F5D81-51F8-4697-A9EF-C638FC9B0D09}"/>
    <dgm:cxn modelId="{C851EF72-0592-4172-A838-C968B3086945}" srcId="{C6A9AB11-212F-426A-B73D-F10ED240D17F}" destId="{DB08418E-8977-4532-A3ED-9D747A6DD151}" srcOrd="1" destOrd="0" parTransId="{C45B729F-D74F-4BCB-B5A2-863D9398BDCF}" sibTransId="{3F4AA18C-2970-45CE-A887-FDB55B492694}"/>
    <dgm:cxn modelId="{D0398D10-97C4-4873-9E9B-4022C4DF26FD}" type="presOf" srcId="{4DBFF4BF-AADE-4C42-9A9F-6D1A409A019D}" destId="{8263C37A-8B6F-440B-9EA2-12931056588E}" srcOrd="0" destOrd="0" presId="urn:microsoft.com/office/officeart/2008/layout/BendingPictureBlocks"/>
    <dgm:cxn modelId="{E7DCD009-51F1-4887-83B8-475C37D2468C}" type="presOf" srcId="{80209056-E916-4B88-9C64-7729A4FFDF18}" destId="{9A6F1D0E-C599-47D3-95AE-8FC3107BA42F}" srcOrd="0" destOrd="0" presId="urn:microsoft.com/office/officeart/2008/layout/BendingPictureBlocks"/>
    <dgm:cxn modelId="{C9B59CE4-FDC7-42A9-BE7B-35DCA93B9834}" type="presOf" srcId="{AE8EEA47-8521-4E8C-9ABF-5BB402667E04}" destId="{95A17A37-C15D-4429-B45B-B92A608A4383}" srcOrd="0" destOrd="1" presId="urn:microsoft.com/office/officeart/2008/layout/BendingPictureBlocks"/>
    <dgm:cxn modelId="{A024372C-CDA7-44E7-B643-E65B1523088B}" type="presOf" srcId="{C2D48541-0EC3-4A80-91B9-B8D03EB669B6}" destId="{C60E7262-25BE-489D-A84B-E18672501FFB}" srcOrd="0" destOrd="1" presId="urn:microsoft.com/office/officeart/2008/layout/BendingPictureBlocks"/>
    <dgm:cxn modelId="{7C10940A-11D1-483B-B84E-E1619592AFA0}" type="presOf" srcId="{DB08418E-8977-4532-A3ED-9D747A6DD151}" destId="{95A17A37-C15D-4429-B45B-B92A608A4383}" srcOrd="0" destOrd="0" presId="urn:microsoft.com/office/officeart/2008/layout/BendingPictureBlocks"/>
    <dgm:cxn modelId="{2F6C46E3-F094-416D-9B7B-374A69815BC9}" srcId="{C6A9AB11-212F-426A-B73D-F10ED240D17F}" destId="{2C22B828-0B52-40DF-8BD0-FD5706316CA7}" srcOrd="3" destOrd="0" parTransId="{F6405828-CB29-42C4-9030-4C6C54675738}" sibTransId="{7538439D-3ABE-4A95-8179-0794922E9FC6}"/>
    <dgm:cxn modelId="{2AF631FD-A517-4B4E-A06A-A7387C4F3DD6}" type="presParOf" srcId="{44143C1C-F0E0-43CC-B472-3D8C9B522C71}" destId="{F2D5ABFF-7095-4724-9E78-2384F8EE16D7}" srcOrd="0" destOrd="0" presId="urn:microsoft.com/office/officeart/2008/layout/BendingPictureBlocks"/>
    <dgm:cxn modelId="{DCBA80CF-78FE-4123-AA0D-F6D41D134DC3}" type="presParOf" srcId="{F2D5ABFF-7095-4724-9E78-2384F8EE16D7}" destId="{8FA57061-4309-4655-9F46-CB2C7DA12E55}" srcOrd="0" destOrd="0" presId="urn:microsoft.com/office/officeart/2008/layout/BendingPictureBlocks"/>
    <dgm:cxn modelId="{0BC3BA4F-141A-467D-B6F0-616BA30BC567}" type="presParOf" srcId="{F2D5ABFF-7095-4724-9E78-2384F8EE16D7}" destId="{9A6F1D0E-C599-47D3-95AE-8FC3107BA42F}" srcOrd="1" destOrd="0" presId="urn:microsoft.com/office/officeart/2008/layout/BendingPictureBlocks"/>
    <dgm:cxn modelId="{B0C16B64-3302-4F79-A099-7492E479C727}" type="presParOf" srcId="{44143C1C-F0E0-43CC-B472-3D8C9B522C71}" destId="{6CB296FC-1C21-4819-AAE4-F9B3E08EA478}" srcOrd="1" destOrd="0" presId="urn:microsoft.com/office/officeart/2008/layout/BendingPictureBlocks"/>
    <dgm:cxn modelId="{994A19FA-9317-42E8-B412-38844C5737CB}" type="presParOf" srcId="{44143C1C-F0E0-43CC-B472-3D8C9B522C71}" destId="{5654B151-0A50-4AF1-AAEC-0C98D6CDE855}" srcOrd="2" destOrd="0" presId="urn:microsoft.com/office/officeart/2008/layout/BendingPictureBlocks"/>
    <dgm:cxn modelId="{34201546-220C-41F9-B810-EC6BDD4B0C77}" type="presParOf" srcId="{5654B151-0A50-4AF1-AAEC-0C98D6CDE855}" destId="{1D2513F2-045C-4ECF-BA6B-B4E0A8FE82CF}" srcOrd="0" destOrd="0" presId="urn:microsoft.com/office/officeart/2008/layout/BendingPictureBlocks"/>
    <dgm:cxn modelId="{6B03ABBB-53CF-4532-BEFF-712AEA6B381F}" type="presParOf" srcId="{5654B151-0A50-4AF1-AAEC-0C98D6CDE855}" destId="{95A17A37-C15D-4429-B45B-B92A608A4383}" srcOrd="1" destOrd="0" presId="urn:microsoft.com/office/officeart/2008/layout/BendingPictureBlocks"/>
    <dgm:cxn modelId="{739987AD-0DB0-4F71-90E7-178B1F110D40}" type="presParOf" srcId="{44143C1C-F0E0-43CC-B472-3D8C9B522C71}" destId="{1DD917F5-E01E-448E-AC8B-3482E825440C}" srcOrd="3" destOrd="0" presId="urn:microsoft.com/office/officeart/2008/layout/BendingPictureBlocks"/>
    <dgm:cxn modelId="{60ABB038-97DB-4B11-BA22-0B66C9FA7D89}" type="presParOf" srcId="{44143C1C-F0E0-43CC-B472-3D8C9B522C71}" destId="{9543C42F-BBDA-4668-990A-18BD27069E78}" srcOrd="4" destOrd="0" presId="urn:microsoft.com/office/officeart/2008/layout/BendingPictureBlocks"/>
    <dgm:cxn modelId="{F0EB1FE3-F14D-470E-A3AE-FEADD6EFFDDF}" type="presParOf" srcId="{9543C42F-BBDA-4668-990A-18BD27069E78}" destId="{674BA7AB-D4BF-4E3B-ABBB-031237AEE73B}" srcOrd="0" destOrd="0" presId="urn:microsoft.com/office/officeart/2008/layout/BendingPictureBlocks"/>
    <dgm:cxn modelId="{E708D650-5A99-468C-9952-C22F4E5C120A}" type="presParOf" srcId="{9543C42F-BBDA-4668-990A-18BD27069E78}" destId="{8263C37A-8B6F-440B-9EA2-12931056588E}" srcOrd="1" destOrd="0" presId="urn:microsoft.com/office/officeart/2008/layout/BendingPictureBlocks"/>
    <dgm:cxn modelId="{40DFD6B0-4600-4592-B42E-22B47D3872FB}" type="presParOf" srcId="{44143C1C-F0E0-43CC-B472-3D8C9B522C71}" destId="{E1D44459-1C95-4BFD-8880-E0A8F5D34348}" srcOrd="5" destOrd="0" presId="urn:microsoft.com/office/officeart/2008/layout/BendingPictureBlocks"/>
    <dgm:cxn modelId="{44A4CFE2-E8F2-4944-9594-EDD78708B90A}" type="presParOf" srcId="{44143C1C-F0E0-43CC-B472-3D8C9B522C71}" destId="{CDE27547-0D38-47B9-97AE-AE6DBD3EA276}" srcOrd="6" destOrd="0" presId="urn:microsoft.com/office/officeart/2008/layout/BendingPictureBlocks"/>
    <dgm:cxn modelId="{195B952B-375C-49C6-BC97-E9CD303EEE56}" type="presParOf" srcId="{CDE27547-0D38-47B9-97AE-AE6DBD3EA276}" destId="{2E854515-9DF4-48DB-BBF9-CDD1EEE9BA3A}" srcOrd="0" destOrd="0" presId="urn:microsoft.com/office/officeart/2008/layout/BendingPictureBlocks"/>
    <dgm:cxn modelId="{3FD235CF-2CFF-4D0C-AB66-E74C176F0234}" type="presParOf" srcId="{CDE27547-0D38-47B9-97AE-AE6DBD3EA276}" destId="{C60E7262-25BE-489D-A84B-E18672501FFB}" srcOrd="1" destOrd="0" presId="urn:microsoft.com/office/officeart/2008/layout/Bend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57061-4309-4655-9F46-CB2C7DA12E55}">
      <dsp:nvSpPr>
        <dsp:cNvPr id="0" name=""/>
        <dsp:cNvSpPr/>
      </dsp:nvSpPr>
      <dsp:spPr>
        <a:xfrm>
          <a:off x="1343891" y="244038"/>
          <a:ext cx="2324620" cy="1955171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0000" r="-10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6F1D0E-C599-47D3-95AE-8FC3107BA42F}">
      <dsp:nvSpPr>
        <dsp:cNvPr id="0" name=""/>
        <dsp:cNvSpPr/>
      </dsp:nvSpPr>
      <dsp:spPr>
        <a:xfrm>
          <a:off x="477887" y="1065958"/>
          <a:ext cx="1259861" cy="1259861"/>
        </a:xfrm>
        <a:prstGeom prst="rect">
          <a:avLst/>
        </a:prstGeom>
        <a:solidFill>
          <a:schemeClr val="tx2">
            <a:lumMod val="60000"/>
            <a:lumOff val="4000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a-DK" sz="2000" kern="1200" dirty="0"/>
            <a:t>Webshop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a-DK" sz="1600" kern="1200" dirty="0"/>
            <a:t>20%</a:t>
          </a:r>
        </a:p>
      </dsp:txBody>
      <dsp:txXfrm>
        <a:off x="477887" y="1065958"/>
        <a:ext cx="1259861" cy="1259861"/>
      </dsp:txXfrm>
    </dsp:sp>
    <dsp:sp modelId="{1D2513F2-045C-4ECF-BA6B-B4E0A8FE82CF}">
      <dsp:nvSpPr>
        <dsp:cNvPr id="0" name=""/>
        <dsp:cNvSpPr/>
      </dsp:nvSpPr>
      <dsp:spPr>
        <a:xfrm>
          <a:off x="4942829" y="244038"/>
          <a:ext cx="2324620" cy="1955171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t="-9000" b="-9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A17A37-C15D-4429-B45B-B92A608A4383}">
      <dsp:nvSpPr>
        <dsp:cNvPr id="0" name=""/>
        <dsp:cNvSpPr/>
      </dsp:nvSpPr>
      <dsp:spPr>
        <a:xfrm>
          <a:off x="4076825" y="1065958"/>
          <a:ext cx="1259861" cy="1259861"/>
        </a:xfrm>
        <a:prstGeom prst="rect">
          <a:avLst/>
        </a:prstGeom>
        <a:solidFill>
          <a:schemeClr val="tx2">
            <a:lumMod val="60000"/>
            <a:lumOff val="4000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a-DK" sz="2000" kern="1200" dirty="0"/>
            <a:t>Booking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a-DK" sz="1600" kern="1200" dirty="0"/>
            <a:t>9 %</a:t>
          </a:r>
        </a:p>
      </dsp:txBody>
      <dsp:txXfrm>
        <a:off x="4076825" y="1065958"/>
        <a:ext cx="1259861" cy="1259861"/>
      </dsp:txXfrm>
    </dsp:sp>
    <dsp:sp modelId="{674BA7AB-D4BF-4E3B-ABBB-031237AEE73B}">
      <dsp:nvSpPr>
        <dsp:cNvPr id="0" name=""/>
        <dsp:cNvSpPr/>
      </dsp:nvSpPr>
      <dsp:spPr>
        <a:xfrm>
          <a:off x="8541766" y="244038"/>
          <a:ext cx="2324620" cy="1955171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63C37A-8B6F-440B-9EA2-12931056588E}">
      <dsp:nvSpPr>
        <dsp:cNvPr id="0" name=""/>
        <dsp:cNvSpPr/>
      </dsp:nvSpPr>
      <dsp:spPr>
        <a:xfrm>
          <a:off x="7675762" y="1065958"/>
          <a:ext cx="1259861" cy="1259861"/>
        </a:xfrm>
        <a:prstGeom prst="rect">
          <a:avLst/>
        </a:prstGeom>
        <a:solidFill>
          <a:schemeClr val="tx2">
            <a:lumMod val="60000"/>
            <a:lumOff val="4000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a-DK" sz="2000" kern="1200" dirty="0"/>
            <a:t>Login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a-DK" sz="1600" kern="1200" dirty="0"/>
            <a:t>10 %</a:t>
          </a:r>
        </a:p>
      </dsp:txBody>
      <dsp:txXfrm>
        <a:off x="7675762" y="1065958"/>
        <a:ext cx="1259861" cy="1259861"/>
      </dsp:txXfrm>
    </dsp:sp>
    <dsp:sp modelId="{2E854515-9DF4-48DB-BBF9-CDD1EEE9BA3A}">
      <dsp:nvSpPr>
        <dsp:cNvPr id="0" name=""/>
        <dsp:cNvSpPr/>
      </dsp:nvSpPr>
      <dsp:spPr>
        <a:xfrm>
          <a:off x="4942829" y="2677980"/>
          <a:ext cx="2324620" cy="1955171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25000" r="-25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E7262-25BE-489D-A84B-E18672501FFB}">
      <dsp:nvSpPr>
        <dsp:cNvPr id="0" name=""/>
        <dsp:cNvSpPr/>
      </dsp:nvSpPr>
      <dsp:spPr>
        <a:xfrm>
          <a:off x="4076825" y="3499900"/>
          <a:ext cx="1259861" cy="1259861"/>
        </a:xfrm>
        <a:prstGeom prst="rect">
          <a:avLst/>
        </a:prstGeom>
        <a:solidFill>
          <a:schemeClr val="tx2">
            <a:lumMod val="60000"/>
            <a:lumOff val="4000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a-DK" sz="2000" kern="1200" dirty="0"/>
            <a:t>Social media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a-DK" sz="1600" kern="1200" dirty="0"/>
            <a:t>31 %</a:t>
          </a:r>
        </a:p>
      </dsp:txBody>
      <dsp:txXfrm>
        <a:off x="4076825" y="3499900"/>
        <a:ext cx="1259861" cy="12598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Blocks">
  <dgm:title val=""/>
  <dgm:desc val=""/>
  <dgm:catLst>
    <dgm:cat type="picture" pri="8000"/>
    <dgm:cat type="pictureconvert" pri="8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61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908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3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.63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847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 dirty="0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5632450" y="0"/>
            <a:ext cx="431006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CB6D93-777F-49F6-B9B6-E1F2EEEC6DE2}" type="datetimeFigureOut">
              <a:rPr lang="da-DK" smtClean="0"/>
              <a:t>14-09-2026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6464300"/>
            <a:ext cx="4308475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5632450" y="6464300"/>
            <a:ext cx="4310063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472F5-2DD6-4C47-BB9E-013D3022732E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04375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847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5632450" y="0"/>
            <a:ext cx="431006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71D9185-078C-4C4B-80B1-42EC62536488}" type="datetimeFigureOut">
              <a:rPr lang="da-DK" smtClean="0"/>
              <a:pPr/>
              <a:t>14-09-2026</a:t>
            </a:fld>
            <a:endParaRPr lang="da-DK" dirty="0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930525" y="850900"/>
            <a:ext cx="4083050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 dirty="0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993775" y="3275013"/>
            <a:ext cx="7956550" cy="2679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 dirty="0"/>
              <a:t>Rediger typografien i masterens</a:t>
            </a:r>
          </a:p>
          <a:p>
            <a:pPr lvl="1"/>
            <a:r>
              <a:rPr lang="da-DK" dirty="0"/>
              <a:t>Andet niveau</a:t>
            </a:r>
          </a:p>
          <a:p>
            <a:pPr lvl="1"/>
            <a:r>
              <a:rPr lang="da-DK" dirty="0"/>
              <a:t>Tredje niveau</a:t>
            </a:r>
          </a:p>
          <a:p>
            <a:pPr lvl="1"/>
            <a:r>
              <a:rPr lang="da-DK" dirty="0"/>
              <a:t>Fjerde niveau</a:t>
            </a:r>
          </a:p>
          <a:p>
            <a:pPr lvl="1"/>
            <a:r>
              <a:rPr lang="da-DK" dirty="0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6464300"/>
            <a:ext cx="4308475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5632450" y="6464300"/>
            <a:ext cx="4310063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360982-E579-47F1-B569-E630C2F4D843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18095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1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28650" indent="-171450" algn="l" defTabSz="914400" rtl="0" eaLnBrk="1" latinLnBrk="0" hangingPunct="1">
      <a:buFont typeface="Wingdings" panose="05000000000000000000" pitchFamily="2" charset="2"/>
      <a:buChar char="§"/>
      <a:defRPr sz="11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1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1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1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360982-E579-47F1-B569-E630C2F4D843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65937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, blå baggr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Billede 2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55"/>
          <a:stretch/>
        </p:blipFill>
        <p:spPr>
          <a:xfrm>
            <a:off x="6451599" y="-187518"/>
            <a:ext cx="5697989" cy="7068239"/>
          </a:xfrm>
          <a:prstGeom prst="rect">
            <a:avLst/>
          </a:prstGeom>
        </p:spPr>
      </p:pic>
      <p:sp>
        <p:nvSpPr>
          <p:cNvPr id="6" name="Titel 26"/>
          <p:cNvSpPr>
            <a:spLocks noGrp="1"/>
          </p:cNvSpPr>
          <p:nvPr>
            <p:ph type="title" hasCustomPrompt="1"/>
          </p:nvPr>
        </p:nvSpPr>
        <p:spPr>
          <a:xfrm>
            <a:off x="1058173" y="2264745"/>
            <a:ext cx="7068339" cy="108185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da-DK" dirty="0"/>
              <a:t>Titel på præsentation</a:t>
            </a:r>
          </a:p>
        </p:txBody>
      </p:sp>
      <p:sp>
        <p:nvSpPr>
          <p:cNvPr id="7" name="Pladsholder til tekst 28"/>
          <p:cNvSpPr>
            <a:spLocks noGrp="1"/>
          </p:cNvSpPr>
          <p:nvPr>
            <p:ph type="body" sz="quarter" idx="16" hasCustomPrompt="1"/>
          </p:nvPr>
        </p:nvSpPr>
        <p:spPr>
          <a:xfrm>
            <a:off x="1058863" y="3567088"/>
            <a:ext cx="7066565" cy="1035050"/>
          </a:xfrm>
          <a:prstGeom prst="rect">
            <a:avLst/>
          </a:prstGeom>
        </p:spPr>
        <p:txBody>
          <a:bodyPr lIns="0" tIns="0" rIns="0" bIns="0"/>
          <a:lstStyle>
            <a:lvl1pPr marL="72000" indent="0">
              <a:buNone/>
              <a:defRPr baseline="0"/>
            </a:lvl1pPr>
          </a:lstStyle>
          <a:p>
            <a:pPr lvl="0"/>
            <a:r>
              <a:rPr lang="da-DK" dirty="0"/>
              <a:t>Tilføj navn og dato</a:t>
            </a:r>
          </a:p>
        </p:txBody>
      </p:sp>
      <p:grpSp>
        <p:nvGrpSpPr>
          <p:cNvPr id="8" name="Group 26"/>
          <p:cNvGrpSpPr>
            <a:grpSpLocks noChangeAspect="1"/>
          </p:cNvGrpSpPr>
          <p:nvPr userDrawn="1"/>
        </p:nvGrpSpPr>
        <p:grpSpPr bwMode="auto">
          <a:xfrm>
            <a:off x="10127018" y="89601"/>
            <a:ext cx="1616631" cy="860403"/>
            <a:chOff x="0" y="2247"/>
            <a:chExt cx="3352" cy="1784"/>
          </a:xfrm>
          <a:solidFill>
            <a:schemeClr val="tx1"/>
          </a:solidFill>
        </p:grpSpPr>
        <p:sp>
          <p:nvSpPr>
            <p:cNvPr id="9" name="Freeform 27"/>
            <p:cNvSpPr>
              <a:spLocks/>
            </p:cNvSpPr>
            <p:nvPr/>
          </p:nvSpPr>
          <p:spPr bwMode="auto">
            <a:xfrm>
              <a:off x="532" y="3584"/>
              <a:ext cx="260" cy="447"/>
            </a:xfrm>
            <a:custGeom>
              <a:avLst/>
              <a:gdLst>
                <a:gd name="T0" fmla="*/ 244 w 260"/>
                <a:gd name="T1" fmla="*/ 373 h 447"/>
                <a:gd name="T2" fmla="*/ 88 w 260"/>
                <a:gd name="T3" fmla="*/ 373 h 447"/>
                <a:gd name="T4" fmla="*/ 88 w 260"/>
                <a:gd name="T5" fmla="*/ 251 h 447"/>
                <a:gd name="T6" fmla="*/ 226 w 260"/>
                <a:gd name="T7" fmla="*/ 251 h 447"/>
                <a:gd name="T8" fmla="*/ 226 w 260"/>
                <a:gd name="T9" fmla="*/ 251 h 447"/>
                <a:gd name="T10" fmla="*/ 234 w 260"/>
                <a:gd name="T11" fmla="*/ 251 h 447"/>
                <a:gd name="T12" fmla="*/ 240 w 260"/>
                <a:gd name="T13" fmla="*/ 247 h 447"/>
                <a:gd name="T14" fmla="*/ 242 w 260"/>
                <a:gd name="T15" fmla="*/ 243 h 447"/>
                <a:gd name="T16" fmla="*/ 244 w 260"/>
                <a:gd name="T17" fmla="*/ 235 h 447"/>
                <a:gd name="T18" fmla="*/ 244 w 260"/>
                <a:gd name="T19" fmla="*/ 196 h 447"/>
                <a:gd name="T20" fmla="*/ 244 w 260"/>
                <a:gd name="T21" fmla="*/ 196 h 447"/>
                <a:gd name="T22" fmla="*/ 242 w 260"/>
                <a:gd name="T23" fmla="*/ 188 h 447"/>
                <a:gd name="T24" fmla="*/ 240 w 260"/>
                <a:gd name="T25" fmla="*/ 182 h 447"/>
                <a:gd name="T26" fmla="*/ 234 w 260"/>
                <a:gd name="T27" fmla="*/ 180 h 447"/>
                <a:gd name="T28" fmla="*/ 226 w 260"/>
                <a:gd name="T29" fmla="*/ 180 h 447"/>
                <a:gd name="T30" fmla="*/ 88 w 260"/>
                <a:gd name="T31" fmla="*/ 180 h 447"/>
                <a:gd name="T32" fmla="*/ 88 w 260"/>
                <a:gd name="T33" fmla="*/ 72 h 447"/>
                <a:gd name="T34" fmla="*/ 238 w 260"/>
                <a:gd name="T35" fmla="*/ 72 h 447"/>
                <a:gd name="T36" fmla="*/ 238 w 260"/>
                <a:gd name="T37" fmla="*/ 72 h 447"/>
                <a:gd name="T38" fmla="*/ 244 w 260"/>
                <a:gd name="T39" fmla="*/ 72 h 447"/>
                <a:gd name="T40" fmla="*/ 250 w 260"/>
                <a:gd name="T41" fmla="*/ 70 h 447"/>
                <a:gd name="T42" fmla="*/ 254 w 260"/>
                <a:gd name="T43" fmla="*/ 64 h 447"/>
                <a:gd name="T44" fmla="*/ 254 w 260"/>
                <a:gd name="T45" fmla="*/ 56 h 447"/>
                <a:gd name="T46" fmla="*/ 254 w 260"/>
                <a:gd name="T47" fmla="*/ 16 h 447"/>
                <a:gd name="T48" fmla="*/ 254 w 260"/>
                <a:gd name="T49" fmla="*/ 16 h 447"/>
                <a:gd name="T50" fmla="*/ 254 w 260"/>
                <a:gd name="T51" fmla="*/ 8 h 447"/>
                <a:gd name="T52" fmla="*/ 250 w 260"/>
                <a:gd name="T53" fmla="*/ 2 h 447"/>
                <a:gd name="T54" fmla="*/ 244 w 260"/>
                <a:gd name="T55" fmla="*/ 0 h 447"/>
                <a:gd name="T56" fmla="*/ 238 w 260"/>
                <a:gd name="T57" fmla="*/ 0 h 447"/>
                <a:gd name="T58" fmla="*/ 14 w 260"/>
                <a:gd name="T59" fmla="*/ 0 h 447"/>
                <a:gd name="T60" fmla="*/ 14 w 260"/>
                <a:gd name="T61" fmla="*/ 0 h 447"/>
                <a:gd name="T62" fmla="*/ 8 w 260"/>
                <a:gd name="T63" fmla="*/ 0 h 447"/>
                <a:gd name="T64" fmla="*/ 2 w 260"/>
                <a:gd name="T65" fmla="*/ 4 h 447"/>
                <a:gd name="T66" fmla="*/ 0 w 260"/>
                <a:gd name="T67" fmla="*/ 8 h 447"/>
                <a:gd name="T68" fmla="*/ 0 w 260"/>
                <a:gd name="T69" fmla="*/ 16 h 447"/>
                <a:gd name="T70" fmla="*/ 0 w 260"/>
                <a:gd name="T71" fmla="*/ 431 h 447"/>
                <a:gd name="T72" fmla="*/ 0 w 260"/>
                <a:gd name="T73" fmla="*/ 431 h 447"/>
                <a:gd name="T74" fmla="*/ 0 w 260"/>
                <a:gd name="T75" fmla="*/ 439 h 447"/>
                <a:gd name="T76" fmla="*/ 2 w 260"/>
                <a:gd name="T77" fmla="*/ 443 h 447"/>
                <a:gd name="T78" fmla="*/ 8 w 260"/>
                <a:gd name="T79" fmla="*/ 447 h 447"/>
                <a:gd name="T80" fmla="*/ 14 w 260"/>
                <a:gd name="T81" fmla="*/ 447 h 447"/>
                <a:gd name="T82" fmla="*/ 244 w 260"/>
                <a:gd name="T83" fmla="*/ 447 h 447"/>
                <a:gd name="T84" fmla="*/ 244 w 260"/>
                <a:gd name="T85" fmla="*/ 447 h 447"/>
                <a:gd name="T86" fmla="*/ 252 w 260"/>
                <a:gd name="T87" fmla="*/ 447 h 447"/>
                <a:gd name="T88" fmla="*/ 256 w 260"/>
                <a:gd name="T89" fmla="*/ 443 h 447"/>
                <a:gd name="T90" fmla="*/ 260 w 260"/>
                <a:gd name="T91" fmla="*/ 439 h 447"/>
                <a:gd name="T92" fmla="*/ 260 w 260"/>
                <a:gd name="T93" fmla="*/ 431 h 447"/>
                <a:gd name="T94" fmla="*/ 260 w 260"/>
                <a:gd name="T95" fmla="*/ 389 h 447"/>
                <a:gd name="T96" fmla="*/ 260 w 260"/>
                <a:gd name="T97" fmla="*/ 389 h 447"/>
                <a:gd name="T98" fmla="*/ 260 w 260"/>
                <a:gd name="T99" fmla="*/ 383 h 447"/>
                <a:gd name="T100" fmla="*/ 256 w 260"/>
                <a:gd name="T101" fmla="*/ 377 h 447"/>
                <a:gd name="T102" fmla="*/ 252 w 260"/>
                <a:gd name="T103" fmla="*/ 375 h 447"/>
                <a:gd name="T104" fmla="*/ 244 w 260"/>
                <a:gd name="T105" fmla="*/ 373 h 447"/>
                <a:gd name="T106" fmla="*/ 244 w 260"/>
                <a:gd name="T107" fmla="*/ 373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0" h="447">
                  <a:moveTo>
                    <a:pt x="244" y="373"/>
                  </a:moveTo>
                  <a:lnTo>
                    <a:pt x="88" y="373"/>
                  </a:lnTo>
                  <a:lnTo>
                    <a:pt x="88" y="251"/>
                  </a:lnTo>
                  <a:lnTo>
                    <a:pt x="226" y="251"/>
                  </a:lnTo>
                  <a:lnTo>
                    <a:pt x="226" y="251"/>
                  </a:lnTo>
                  <a:lnTo>
                    <a:pt x="234" y="251"/>
                  </a:lnTo>
                  <a:lnTo>
                    <a:pt x="240" y="247"/>
                  </a:lnTo>
                  <a:lnTo>
                    <a:pt x="242" y="243"/>
                  </a:lnTo>
                  <a:lnTo>
                    <a:pt x="244" y="235"/>
                  </a:lnTo>
                  <a:lnTo>
                    <a:pt x="244" y="196"/>
                  </a:lnTo>
                  <a:lnTo>
                    <a:pt x="244" y="196"/>
                  </a:lnTo>
                  <a:lnTo>
                    <a:pt x="242" y="188"/>
                  </a:lnTo>
                  <a:lnTo>
                    <a:pt x="240" y="182"/>
                  </a:lnTo>
                  <a:lnTo>
                    <a:pt x="234" y="180"/>
                  </a:lnTo>
                  <a:lnTo>
                    <a:pt x="226" y="180"/>
                  </a:lnTo>
                  <a:lnTo>
                    <a:pt x="88" y="180"/>
                  </a:lnTo>
                  <a:lnTo>
                    <a:pt x="88" y="72"/>
                  </a:lnTo>
                  <a:lnTo>
                    <a:pt x="238" y="72"/>
                  </a:lnTo>
                  <a:lnTo>
                    <a:pt x="238" y="72"/>
                  </a:lnTo>
                  <a:lnTo>
                    <a:pt x="244" y="72"/>
                  </a:lnTo>
                  <a:lnTo>
                    <a:pt x="250" y="70"/>
                  </a:lnTo>
                  <a:lnTo>
                    <a:pt x="254" y="64"/>
                  </a:lnTo>
                  <a:lnTo>
                    <a:pt x="254" y="56"/>
                  </a:lnTo>
                  <a:lnTo>
                    <a:pt x="254" y="16"/>
                  </a:lnTo>
                  <a:lnTo>
                    <a:pt x="254" y="16"/>
                  </a:lnTo>
                  <a:lnTo>
                    <a:pt x="254" y="8"/>
                  </a:lnTo>
                  <a:lnTo>
                    <a:pt x="250" y="2"/>
                  </a:lnTo>
                  <a:lnTo>
                    <a:pt x="244" y="0"/>
                  </a:lnTo>
                  <a:lnTo>
                    <a:pt x="23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8" y="0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2" y="443"/>
                  </a:lnTo>
                  <a:lnTo>
                    <a:pt x="8" y="447"/>
                  </a:lnTo>
                  <a:lnTo>
                    <a:pt x="14" y="447"/>
                  </a:lnTo>
                  <a:lnTo>
                    <a:pt x="244" y="447"/>
                  </a:lnTo>
                  <a:lnTo>
                    <a:pt x="244" y="447"/>
                  </a:lnTo>
                  <a:lnTo>
                    <a:pt x="252" y="447"/>
                  </a:lnTo>
                  <a:lnTo>
                    <a:pt x="256" y="443"/>
                  </a:lnTo>
                  <a:lnTo>
                    <a:pt x="260" y="439"/>
                  </a:lnTo>
                  <a:lnTo>
                    <a:pt x="260" y="431"/>
                  </a:lnTo>
                  <a:lnTo>
                    <a:pt x="260" y="389"/>
                  </a:lnTo>
                  <a:lnTo>
                    <a:pt x="260" y="389"/>
                  </a:lnTo>
                  <a:lnTo>
                    <a:pt x="260" y="383"/>
                  </a:lnTo>
                  <a:lnTo>
                    <a:pt x="256" y="377"/>
                  </a:lnTo>
                  <a:lnTo>
                    <a:pt x="252" y="375"/>
                  </a:lnTo>
                  <a:lnTo>
                    <a:pt x="244" y="373"/>
                  </a:lnTo>
                  <a:lnTo>
                    <a:pt x="244" y="3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0" name="Freeform 28"/>
            <p:cNvSpPr>
              <a:spLocks noEditPoints="1"/>
            </p:cNvSpPr>
            <p:nvPr/>
          </p:nvSpPr>
          <p:spPr bwMode="auto">
            <a:xfrm>
              <a:off x="80" y="3584"/>
              <a:ext cx="320" cy="447"/>
            </a:xfrm>
            <a:custGeom>
              <a:avLst/>
              <a:gdLst>
                <a:gd name="T0" fmla="*/ 16 w 320"/>
                <a:gd name="T1" fmla="*/ 0 h 447"/>
                <a:gd name="T2" fmla="*/ 8 w 320"/>
                <a:gd name="T3" fmla="*/ 0 h 447"/>
                <a:gd name="T4" fmla="*/ 0 w 320"/>
                <a:gd name="T5" fmla="*/ 8 h 447"/>
                <a:gd name="T6" fmla="*/ 0 w 320"/>
                <a:gd name="T7" fmla="*/ 431 h 447"/>
                <a:gd name="T8" fmla="*/ 0 w 320"/>
                <a:gd name="T9" fmla="*/ 437 h 447"/>
                <a:gd name="T10" fmla="*/ 8 w 320"/>
                <a:gd name="T11" fmla="*/ 447 h 447"/>
                <a:gd name="T12" fmla="*/ 160 w 320"/>
                <a:gd name="T13" fmla="*/ 447 h 447"/>
                <a:gd name="T14" fmla="*/ 182 w 320"/>
                <a:gd name="T15" fmla="*/ 447 h 447"/>
                <a:gd name="T16" fmla="*/ 220 w 320"/>
                <a:gd name="T17" fmla="*/ 443 h 447"/>
                <a:gd name="T18" fmla="*/ 250 w 320"/>
                <a:gd name="T19" fmla="*/ 433 h 447"/>
                <a:gd name="T20" fmla="*/ 274 w 320"/>
                <a:gd name="T21" fmla="*/ 421 h 447"/>
                <a:gd name="T22" fmla="*/ 294 w 320"/>
                <a:gd name="T23" fmla="*/ 407 h 447"/>
                <a:gd name="T24" fmla="*/ 308 w 320"/>
                <a:gd name="T25" fmla="*/ 389 h 447"/>
                <a:gd name="T26" fmla="*/ 318 w 320"/>
                <a:gd name="T27" fmla="*/ 361 h 447"/>
                <a:gd name="T28" fmla="*/ 320 w 320"/>
                <a:gd name="T29" fmla="*/ 106 h 447"/>
                <a:gd name="T30" fmla="*/ 318 w 320"/>
                <a:gd name="T31" fmla="*/ 86 h 447"/>
                <a:gd name="T32" fmla="*/ 308 w 320"/>
                <a:gd name="T33" fmla="*/ 58 h 447"/>
                <a:gd name="T34" fmla="*/ 294 w 320"/>
                <a:gd name="T35" fmla="*/ 40 h 447"/>
                <a:gd name="T36" fmla="*/ 274 w 320"/>
                <a:gd name="T37" fmla="*/ 26 h 447"/>
                <a:gd name="T38" fmla="*/ 250 w 320"/>
                <a:gd name="T39" fmla="*/ 14 h 447"/>
                <a:gd name="T40" fmla="*/ 220 w 320"/>
                <a:gd name="T41" fmla="*/ 4 h 447"/>
                <a:gd name="T42" fmla="*/ 182 w 320"/>
                <a:gd name="T43" fmla="*/ 0 h 447"/>
                <a:gd name="T44" fmla="*/ 160 w 320"/>
                <a:gd name="T45" fmla="*/ 0 h 447"/>
                <a:gd name="T46" fmla="*/ 232 w 320"/>
                <a:gd name="T47" fmla="*/ 325 h 447"/>
                <a:gd name="T48" fmla="*/ 226 w 320"/>
                <a:gd name="T49" fmla="*/ 347 h 447"/>
                <a:gd name="T50" fmla="*/ 212 w 320"/>
                <a:gd name="T51" fmla="*/ 361 h 447"/>
                <a:gd name="T52" fmla="*/ 190 w 320"/>
                <a:gd name="T53" fmla="*/ 371 h 447"/>
                <a:gd name="T54" fmla="*/ 160 w 320"/>
                <a:gd name="T55" fmla="*/ 373 h 447"/>
                <a:gd name="T56" fmla="*/ 90 w 320"/>
                <a:gd name="T57" fmla="*/ 74 h 447"/>
                <a:gd name="T58" fmla="*/ 160 w 320"/>
                <a:gd name="T59" fmla="*/ 74 h 447"/>
                <a:gd name="T60" fmla="*/ 190 w 320"/>
                <a:gd name="T61" fmla="*/ 76 h 447"/>
                <a:gd name="T62" fmla="*/ 212 w 320"/>
                <a:gd name="T63" fmla="*/ 86 h 447"/>
                <a:gd name="T64" fmla="*/ 226 w 320"/>
                <a:gd name="T65" fmla="*/ 100 h 447"/>
                <a:gd name="T66" fmla="*/ 232 w 320"/>
                <a:gd name="T67" fmla="*/ 122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0" h="447">
                  <a:moveTo>
                    <a:pt x="160" y="0"/>
                  </a:move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7"/>
                  </a:lnTo>
                  <a:lnTo>
                    <a:pt x="2" y="443"/>
                  </a:lnTo>
                  <a:lnTo>
                    <a:pt x="8" y="447"/>
                  </a:lnTo>
                  <a:lnTo>
                    <a:pt x="14" y="447"/>
                  </a:lnTo>
                  <a:lnTo>
                    <a:pt x="160" y="447"/>
                  </a:lnTo>
                  <a:lnTo>
                    <a:pt x="160" y="447"/>
                  </a:lnTo>
                  <a:lnTo>
                    <a:pt x="182" y="447"/>
                  </a:lnTo>
                  <a:lnTo>
                    <a:pt x="202" y="445"/>
                  </a:lnTo>
                  <a:lnTo>
                    <a:pt x="220" y="443"/>
                  </a:lnTo>
                  <a:lnTo>
                    <a:pt x="236" y="439"/>
                  </a:lnTo>
                  <a:lnTo>
                    <a:pt x="250" y="433"/>
                  </a:lnTo>
                  <a:lnTo>
                    <a:pt x="264" y="429"/>
                  </a:lnTo>
                  <a:lnTo>
                    <a:pt x="274" y="421"/>
                  </a:lnTo>
                  <a:lnTo>
                    <a:pt x="286" y="415"/>
                  </a:lnTo>
                  <a:lnTo>
                    <a:pt x="294" y="407"/>
                  </a:lnTo>
                  <a:lnTo>
                    <a:pt x="302" y="399"/>
                  </a:lnTo>
                  <a:lnTo>
                    <a:pt x="308" y="389"/>
                  </a:lnTo>
                  <a:lnTo>
                    <a:pt x="312" y="381"/>
                  </a:lnTo>
                  <a:lnTo>
                    <a:pt x="318" y="361"/>
                  </a:lnTo>
                  <a:lnTo>
                    <a:pt x="320" y="341"/>
                  </a:lnTo>
                  <a:lnTo>
                    <a:pt x="320" y="106"/>
                  </a:lnTo>
                  <a:lnTo>
                    <a:pt x="320" y="106"/>
                  </a:lnTo>
                  <a:lnTo>
                    <a:pt x="318" y="86"/>
                  </a:lnTo>
                  <a:lnTo>
                    <a:pt x="312" y="66"/>
                  </a:lnTo>
                  <a:lnTo>
                    <a:pt x="308" y="58"/>
                  </a:lnTo>
                  <a:lnTo>
                    <a:pt x="302" y="48"/>
                  </a:lnTo>
                  <a:lnTo>
                    <a:pt x="294" y="40"/>
                  </a:lnTo>
                  <a:lnTo>
                    <a:pt x="286" y="32"/>
                  </a:lnTo>
                  <a:lnTo>
                    <a:pt x="274" y="26"/>
                  </a:lnTo>
                  <a:lnTo>
                    <a:pt x="264" y="18"/>
                  </a:lnTo>
                  <a:lnTo>
                    <a:pt x="250" y="14"/>
                  </a:lnTo>
                  <a:lnTo>
                    <a:pt x="236" y="8"/>
                  </a:lnTo>
                  <a:lnTo>
                    <a:pt x="220" y="4"/>
                  </a:lnTo>
                  <a:lnTo>
                    <a:pt x="202" y="2"/>
                  </a:lnTo>
                  <a:lnTo>
                    <a:pt x="182" y="0"/>
                  </a:lnTo>
                  <a:lnTo>
                    <a:pt x="160" y="0"/>
                  </a:lnTo>
                  <a:lnTo>
                    <a:pt x="160" y="0"/>
                  </a:lnTo>
                  <a:close/>
                  <a:moveTo>
                    <a:pt x="232" y="325"/>
                  </a:moveTo>
                  <a:lnTo>
                    <a:pt x="232" y="325"/>
                  </a:lnTo>
                  <a:lnTo>
                    <a:pt x="230" y="337"/>
                  </a:lnTo>
                  <a:lnTo>
                    <a:pt x="226" y="347"/>
                  </a:lnTo>
                  <a:lnTo>
                    <a:pt x="220" y="355"/>
                  </a:lnTo>
                  <a:lnTo>
                    <a:pt x="212" y="361"/>
                  </a:lnTo>
                  <a:lnTo>
                    <a:pt x="202" y="367"/>
                  </a:lnTo>
                  <a:lnTo>
                    <a:pt x="190" y="371"/>
                  </a:lnTo>
                  <a:lnTo>
                    <a:pt x="176" y="373"/>
                  </a:lnTo>
                  <a:lnTo>
                    <a:pt x="160" y="373"/>
                  </a:lnTo>
                  <a:lnTo>
                    <a:pt x="90" y="373"/>
                  </a:lnTo>
                  <a:lnTo>
                    <a:pt x="90" y="74"/>
                  </a:lnTo>
                  <a:lnTo>
                    <a:pt x="160" y="74"/>
                  </a:lnTo>
                  <a:lnTo>
                    <a:pt x="160" y="74"/>
                  </a:lnTo>
                  <a:lnTo>
                    <a:pt x="176" y="74"/>
                  </a:lnTo>
                  <a:lnTo>
                    <a:pt x="190" y="76"/>
                  </a:lnTo>
                  <a:lnTo>
                    <a:pt x="202" y="80"/>
                  </a:lnTo>
                  <a:lnTo>
                    <a:pt x="212" y="86"/>
                  </a:lnTo>
                  <a:lnTo>
                    <a:pt x="220" y="92"/>
                  </a:lnTo>
                  <a:lnTo>
                    <a:pt x="226" y="100"/>
                  </a:lnTo>
                  <a:lnTo>
                    <a:pt x="230" y="110"/>
                  </a:lnTo>
                  <a:lnTo>
                    <a:pt x="232" y="122"/>
                  </a:lnTo>
                  <a:lnTo>
                    <a:pt x="232" y="3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1866" y="3584"/>
              <a:ext cx="348" cy="447"/>
            </a:xfrm>
            <a:custGeom>
              <a:avLst/>
              <a:gdLst>
                <a:gd name="T0" fmla="*/ 224 w 348"/>
                <a:gd name="T1" fmla="*/ 16 h 447"/>
                <a:gd name="T2" fmla="*/ 224 w 348"/>
                <a:gd name="T3" fmla="*/ 16 h 447"/>
                <a:gd name="T4" fmla="*/ 220 w 348"/>
                <a:gd name="T5" fmla="*/ 8 h 447"/>
                <a:gd name="T6" fmla="*/ 216 w 348"/>
                <a:gd name="T7" fmla="*/ 4 h 447"/>
                <a:gd name="T8" fmla="*/ 210 w 348"/>
                <a:gd name="T9" fmla="*/ 0 h 447"/>
                <a:gd name="T10" fmla="*/ 202 w 348"/>
                <a:gd name="T11" fmla="*/ 0 h 447"/>
                <a:gd name="T12" fmla="*/ 146 w 348"/>
                <a:gd name="T13" fmla="*/ 0 h 447"/>
                <a:gd name="T14" fmla="*/ 146 w 348"/>
                <a:gd name="T15" fmla="*/ 0 h 447"/>
                <a:gd name="T16" fmla="*/ 138 w 348"/>
                <a:gd name="T17" fmla="*/ 0 h 447"/>
                <a:gd name="T18" fmla="*/ 132 w 348"/>
                <a:gd name="T19" fmla="*/ 4 h 447"/>
                <a:gd name="T20" fmla="*/ 128 w 348"/>
                <a:gd name="T21" fmla="*/ 8 h 447"/>
                <a:gd name="T22" fmla="*/ 124 w 348"/>
                <a:gd name="T23" fmla="*/ 16 h 447"/>
                <a:gd name="T24" fmla="*/ 2 w 348"/>
                <a:gd name="T25" fmla="*/ 431 h 447"/>
                <a:gd name="T26" fmla="*/ 2 w 348"/>
                <a:gd name="T27" fmla="*/ 431 h 447"/>
                <a:gd name="T28" fmla="*/ 0 w 348"/>
                <a:gd name="T29" fmla="*/ 439 h 447"/>
                <a:gd name="T30" fmla="*/ 2 w 348"/>
                <a:gd name="T31" fmla="*/ 443 h 447"/>
                <a:gd name="T32" fmla="*/ 6 w 348"/>
                <a:gd name="T33" fmla="*/ 447 h 447"/>
                <a:gd name="T34" fmla="*/ 14 w 348"/>
                <a:gd name="T35" fmla="*/ 447 h 447"/>
                <a:gd name="T36" fmla="*/ 68 w 348"/>
                <a:gd name="T37" fmla="*/ 447 h 447"/>
                <a:gd name="T38" fmla="*/ 68 w 348"/>
                <a:gd name="T39" fmla="*/ 447 h 447"/>
                <a:gd name="T40" fmla="*/ 76 w 348"/>
                <a:gd name="T41" fmla="*/ 447 h 447"/>
                <a:gd name="T42" fmla="*/ 80 w 348"/>
                <a:gd name="T43" fmla="*/ 443 h 447"/>
                <a:gd name="T44" fmla="*/ 84 w 348"/>
                <a:gd name="T45" fmla="*/ 439 h 447"/>
                <a:gd name="T46" fmla="*/ 88 w 348"/>
                <a:gd name="T47" fmla="*/ 431 h 447"/>
                <a:gd name="T48" fmla="*/ 110 w 348"/>
                <a:gd name="T49" fmla="*/ 351 h 447"/>
                <a:gd name="T50" fmla="*/ 234 w 348"/>
                <a:gd name="T51" fmla="*/ 351 h 447"/>
                <a:gd name="T52" fmla="*/ 256 w 348"/>
                <a:gd name="T53" fmla="*/ 431 h 447"/>
                <a:gd name="T54" fmla="*/ 256 w 348"/>
                <a:gd name="T55" fmla="*/ 431 h 447"/>
                <a:gd name="T56" fmla="*/ 260 w 348"/>
                <a:gd name="T57" fmla="*/ 439 h 447"/>
                <a:gd name="T58" fmla="*/ 262 w 348"/>
                <a:gd name="T59" fmla="*/ 443 h 447"/>
                <a:gd name="T60" fmla="*/ 268 w 348"/>
                <a:gd name="T61" fmla="*/ 447 h 447"/>
                <a:gd name="T62" fmla="*/ 276 w 348"/>
                <a:gd name="T63" fmla="*/ 447 h 447"/>
                <a:gd name="T64" fmla="*/ 334 w 348"/>
                <a:gd name="T65" fmla="*/ 447 h 447"/>
                <a:gd name="T66" fmla="*/ 334 w 348"/>
                <a:gd name="T67" fmla="*/ 447 h 447"/>
                <a:gd name="T68" fmla="*/ 342 w 348"/>
                <a:gd name="T69" fmla="*/ 447 h 447"/>
                <a:gd name="T70" fmla="*/ 346 w 348"/>
                <a:gd name="T71" fmla="*/ 443 h 447"/>
                <a:gd name="T72" fmla="*/ 348 w 348"/>
                <a:gd name="T73" fmla="*/ 439 h 447"/>
                <a:gd name="T74" fmla="*/ 346 w 348"/>
                <a:gd name="T75" fmla="*/ 431 h 447"/>
                <a:gd name="T76" fmla="*/ 224 w 348"/>
                <a:gd name="T77" fmla="*/ 16 h 447"/>
                <a:gd name="T78" fmla="*/ 130 w 348"/>
                <a:gd name="T79" fmla="*/ 281 h 447"/>
                <a:gd name="T80" fmla="*/ 172 w 348"/>
                <a:gd name="T81" fmla="*/ 92 h 447"/>
                <a:gd name="T82" fmla="*/ 214 w 348"/>
                <a:gd name="T83" fmla="*/ 281 h 447"/>
                <a:gd name="T84" fmla="*/ 130 w 348"/>
                <a:gd name="T85" fmla="*/ 28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48" h="447">
                  <a:moveTo>
                    <a:pt x="224" y="16"/>
                  </a:moveTo>
                  <a:lnTo>
                    <a:pt x="224" y="16"/>
                  </a:lnTo>
                  <a:lnTo>
                    <a:pt x="220" y="8"/>
                  </a:lnTo>
                  <a:lnTo>
                    <a:pt x="216" y="4"/>
                  </a:lnTo>
                  <a:lnTo>
                    <a:pt x="210" y="0"/>
                  </a:lnTo>
                  <a:lnTo>
                    <a:pt x="202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38" y="0"/>
                  </a:lnTo>
                  <a:lnTo>
                    <a:pt x="132" y="4"/>
                  </a:lnTo>
                  <a:lnTo>
                    <a:pt x="128" y="8"/>
                  </a:lnTo>
                  <a:lnTo>
                    <a:pt x="124" y="16"/>
                  </a:lnTo>
                  <a:lnTo>
                    <a:pt x="2" y="431"/>
                  </a:lnTo>
                  <a:lnTo>
                    <a:pt x="2" y="431"/>
                  </a:lnTo>
                  <a:lnTo>
                    <a:pt x="0" y="439"/>
                  </a:lnTo>
                  <a:lnTo>
                    <a:pt x="2" y="443"/>
                  </a:lnTo>
                  <a:lnTo>
                    <a:pt x="6" y="447"/>
                  </a:lnTo>
                  <a:lnTo>
                    <a:pt x="14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0" y="443"/>
                  </a:lnTo>
                  <a:lnTo>
                    <a:pt x="84" y="439"/>
                  </a:lnTo>
                  <a:lnTo>
                    <a:pt x="88" y="431"/>
                  </a:lnTo>
                  <a:lnTo>
                    <a:pt x="110" y="351"/>
                  </a:lnTo>
                  <a:lnTo>
                    <a:pt x="234" y="351"/>
                  </a:lnTo>
                  <a:lnTo>
                    <a:pt x="256" y="431"/>
                  </a:lnTo>
                  <a:lnTo>
                    <a:pt x="256" y="431"/>
                  </a:lnTo>
                  <a:lnTo>
                    <a:pt x="260" y="439"/>
                  </a:lnTo>
                  <a:lnTo>
                    <a:pt x="262" y="443"/>
                  </a:lnTo>
                  <a:lnTo>
                    <a:pt x="268" y="447"/>
                  </a:lnTo>
                  <a:lnTo>
                    <a:pt x="276" y="447"/>
                  </a:lnTo>
                  <a:lnTo>
                    <a:pt x="334" y="447"/>
                  </a:lnTo>
                  <a:lnTo>
                    <a:pt x="334" y="447"/>
                  </a:lnTo>
                  <a:lnTo>
                    <a:pt x="342" y="447"/>
                  </a:lnTo>
                  <a:lnTo>
                    <a:pt x="346" y="443"/>
                  </a:lnTo>
                  <a:lnTo>
                    <a:pt x="348" y="439"/>
                  </a:lnTo>
                  <a:lnTo>
                    <a:pt x="346" y="431"/>
                  </a:lnTo>
                  <a:lnTo>
                    <a:pt x="224" y="16"/>
                  </a:lnTo>
                  <a:close/>
                  <a:moveTo>
                    <a:pt x="130" y="281"/>
                  </a:moveTo>
                  <a:lnTo>
                    <a:pt x="172" y="92"/>
                  </a:lnTo>
                  <a:lnTo>
                    <a:pt x="214" y="281"/>
                  </a:lnTo>
                  <a:lnTo>
                    <a:pt x="130" y="2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3" name="Freeform 30"/>
            <p:cNvSpPr>
              <a:spLocks/>
            </p:cNvSpPr>
            <p:nvPr/>
          </p:nvSpPr>
          <p:spPr bwMode="auto">
            <a:xfrm>
              <a:off x="922" y="3584"/>
              <a:ext cx="322" cy="447"/>
            </a:xfrm>
            <a:custGeom>
              <a:avLst/>
              <a:gdLst>
                <a:gd name="T0" fmla="*/ 306 w 322"/>
                <a:gd name="T1" fmla="*/ 0 h 447"/>
                <a:gd name="T2" fmla="*/ 254 w 322"/>
                <a:gd name="T3" fmla="*/ 0 h 447"/>
                <a:gd name="T4" fmla="*/ 254 w 322"/>
                <a:gd name="T5" fmla="*/ 0 h 447"/>
                <a:gd name="T6" fmla="*/ 246 w 322"/>
                <a:gd name="T7" fmla="*/ 0 h 447"/>
                <a:gd name="T8" fmla="*/ 242 w 322"/>
                <a:gd name="T9" fmla="*/ 4 h 447"/>
                <a:gd name="T10" fmla="*/ 238 w 322"/>
                <a:gd name="T11" fmla="*/ 8 h 447"/>
                <a:gd name="T12" fmla="*/ 238 w 322"/>
                <a:gd name="T13" fmla="*/ 16 h 447"/>
                <a:gd name="T14" fmla="*/ 238 w 322"/>
                <a:gd name="T15" fmla="*/ 285 h 447"/>
                <a:gd name="T16" fmla="*/ 222 w 322"/>
                <a:gd name="T17" fmla="*/ 245 h 447"/>
                <a:gd name="T18" fmla="*/ 82 w 322"/>
                <a:gd name="T19" fmla="*/ 6 h 447"/>
                <a:gd name="T20" fmla="*/ 82 w 322"/>
                <a:gd name="T21" fmla="*/ 6 h 447"/>
                <a:gd name="T22" fmla="*/ 78 w 322"/>
                <a:gd name="T23" fmla="*/ 2 h 447"/>
                <a:gd name="T24" fmla="*/ 68 w 322"/>
                <a:gd name="T25" fmla="*/ 0 h 447"/>
                <a:gd name="T26" fmla="*/ 16 w 322"/>
                <a:gd name="T27" fmla="*/ 0 h 447"/>
                <a:gd name="T28" fmla="*/ 16 w 322"/>
                <a:gd name="T29" fmla="*/ 0 h 447"/>
                <a:gd name="T30" fmla="*/ 10 w 322"/>
                <a:gd name="T31" fmla="*/ 0 h 447"/>
                <a:gd name="T32" fmla="*/ 4 w 322"/>
                <a:gd name="T33" fmla="*/ 4 h 447"/>
                <a:gd name="T34" fmla="*/ 2 w 322"/>
                <a:gd name="T35" fmla="*/ 8 h 447"/>
                <a:gd name="T36" fmla="*/ 0 w 322"/>
                <a:gd name="T37" fmla="*/ 16 h 447"/>
                <a:gd name="T38" fmla="*/ 0 w 322"/>
                <a:gd name="T39" fmla="*/ 431 h 447"/>
                <a:gd name="T40" fmla="*/ 0 w 322"/>
                <a:gd name="T41" fmla="*/ 431 h 447"/>
                <a:gd name="T42" fmla="*/ 2 w 322"/>
                <a:gd name="T43" fmla="*/ 439 h 447"/>
                <a:gd name="T44" fmla="*/ 4 w 322"/>
                <a:gd name="T45" fmla="*/ 443 h 447"/>
                <a:gd name="T46" fmla="*/ 10 w 322"/>
                <a:gd name="T47" fmla="*/ 447 h 447"/>
                <a:gd name="T48" fmla="*/ 16 w 322"/>
                <a:gd name="T49" fmla="*/ 447 h 447"/>
                <a:gd name="T50" fmla="*/ 68 w 322"/>
                <a:gd name="T51" fmla="*/ 447 h 447"/>
                <a:gd name="T52" fmla="*/ 68 w 322"/>
                <a:gd name="T53" fmla="*/ 447 h 447"/>
                <a:gd name="T54" fmla="*/ 76 w 322"/>
                <a:gd name="T55" fmla="*/ 447 h 447"/>
                <a:gd name="T56" fmla="*/ 82 w 322"/>
                <a:gd name="T57" fmla="*/ 443 h 447"/>
                <a:gd name="T58" fmla="*/ 84 w 322"/>
                <a:gd name="T59" fmla="*/ 439 h 447"/>
                <a:gd name="T60" fmla="*/ 84 w 322"/>
                <a:gd name="T61" fmla="*/ 431 h 447"/>
                <a:gd name="T62" fmla="*/ 84 w 322"/>
                <a:gd name="T63" fmla="*/ 158 h 447"/>
                <a:gd name="T64" fmla="*/ 84 w 322"/>
                <a:gd name="T65" fmla="*/ 158 h 447"/>
                <a:gd name="T66" fmla="*/ 104 w 322"/>
                <a:gd name="T67" fmla="*/ 208 h 447"/>
                <a:gd name="T68" fmla="*/ 238 w 322"/>
                <a:gd name="T69" fmla="*/ 439 h 447"/>
                <a:gd name="T70" fmla="*/ 238 w 322"/>
                <a:gd name="T71" fmla="*/ 439 h 447"/>
                <a:gd name="T72" fmla="*/ 242 w 322"/>
                <a:gd name="T73" fmla="*/ 443 h 447"/>
                <a:gd name="T74" fmla="*/ 244 w 322"/>
                <a:gd name="T75" fmla="*/ 445 h 447"/>
                <a:gd name="T76" fmla="*/ 248 w 322"/>
                <a:gd name="T77" fmla="*/ 447 h 447"/>
                <a:gd name="T78" fmla="*/ 254 w 322"/>
                <a:gd name="T79" fmla="*/ 447 h 447"/>
                <a:gd name="T80" fmla="*/ 306 w 322"/>
                <a:gd name="T81" fmla="*/ 447 h 447"/>
                <a:gd name="T82" fmla="*/ 306 w 322"/>
                <a:gd name="T83" fmla="*/ 447 h 447"/>
                <a:gd name="T84" fmla="*/ 314 w 322"/>
                <a:gd name="T85" fmla="*/ 447 h 447"/>
                <a:gd name="T86" fmla="*/ 318 w 322"/>
                <a:gd name="T87" fmla="*/ 443 h 447"/>
                <a:gd name="T88" fmla="*/ 320 w 322"/>
                <a:gd name="T89" fmla="*/ 439 h 447"/>
                <a:gd name="T90" fmla="*/ 322 w 322"/>
                <a:gd name="T91" fmla="*/ 431 h 447"/>
                <a:gd name="T92" fmla="*/ 322 w 322"/>
                <a:gd name="T93" fmla="*/ 16 h 447"/>
                <a:gd name="T94" fmla="*/ 322 w 322"/>
                <a:gd name="T95" fmla="*/ 16 h 447"/>
                <a:gd name="T96" fmla="*/ 320 w 322"/>
                <a:gd name="T97" fmla="*/ 8 h 447"/>
                <a:gd name="T98" fmla="*/ 318 w 322"/>
                <a:gd name="T99" fmla="*/ 4 h 447"/>
                <a:gd name="T100" fmla="*/ 314 w 322"/>
                <a:gd name="T101" fmla="*/ 0 h 447"/>
                <a:gd name="T102" fmla="*/ 306 w 322"/>
                <a:gd name="T103" fmla="*/ 0 h 447"/>
                <a:gd name="T104" fmla="*/ 306 w 322"/>
                <a:gd name="T10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22" h="447">
                  <a:moveTo>
                    <a:pt x="306" y="0"/>
                  </a:moveTo>
                  <a:lnTo>
                    <a:pt x="254" y="0"/>
                  </a:lnTo>
                  <a:lnTo>
                    <a:pt x="254" y="0"/>
                  </a:lnTo>
                  <a:lnTo>
                    <a:pt x="246" y="0"/>
                  </a:lnTo>
                  <a:lnTo>
                    <a:pt x="242" y="4"/>
                  </a:lnTo>
                  <a:lnTo>
                    <a:pt x="238" y="8"/>
                  </a:lnTo>
                  <a:lnTo>
                    <a:pt x="238" y="16"/>
                  </a:lnTo>
                  <a:lnTo>
                    <a:pt x="238" y="285"/>
                  </a:lnTo>
                  <a:lnTo>
                    <a:pt x="222" y="245"/>
                  </a:lnTo>
                  <a:lnTo>
                    <a:pt x="82" y="6"/>
                  </a:lnTo>
                  <a:lnTo>
                    <a:pt x="82" y="6"/>
                  </a:lnTo>
                  <a:lnTo>
                    <a:pt x="78" y="2"/>
                  </a:lnTo>
                  <a:lnTo>
                    <a:pt x="68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0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2" y="439"/>
                  </a:lnTo>
                  <a:lnTo>
                    <a:pt x="4" y="443"/>
                  </a:lnTo>
                  <a:lnTo>
                    <a:pt x="10" y="447"/>
                  </a:lnTo>
                  <a:lnTo>
                    <a:pt x="16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2" y="443"/>
                  </a:lnTo>
                  <a:lnTo>
                    <a:pt x="84" y="439"/>
                  </a:lnTo>
                  <a:lnTo>
                    <a:pt x="84" y="431"/>
                  </a:lnTo>
                  <a:lnTo>
                    <a:pt x="84" y="158"/>
                  </a:lnTo>
                  <a:lnTo>
                    <a:pt x="84" y="158"/>
                  </a:lnTo>
                  <a:lnTo>
                    <a:pt x="104" y="208"/>
                  </a:lnTo>
                  <a:lnTo>
                    <a:pt x="238" y="439"/>
                  </a:lnTo>
                  <a:lnTo>
                    <a:pt x="238" y="439"/>
                  </a:lnTo>
                  <a:lnTo>
                    <a:pt x="242" y="443"/>
                  </a:lnTo>
                  <a:lnTo>
                    <a:pt x="244" y="445"/>
                  </a:lnTo>
                  <a:lnTo>
                    <a:pt x="248" y="447"/>
                  </a:lnTo>
                  <a:lnTo>
                    <a:pt x="254" y="447"/>
                  </a:lnTo>
                  <a:lnTo>
                    <a:pt x="306" y="447"/>
                  </a:lnTo>
                  <a:lnTo>
                    <a:pt x="306" y="447"/>
                  </a:lnTo>
                  <a:lnTo>
                    <a:pt x="314" y="447"/>
                  </a:lnTo>
                  <a:lnTo>
                    <a:pt x="318" y="443"/>
                  </a:lnTo>
                  <a:lnTo>
                    <a:pt x="320" y="439"/>
                  </a:lnTo>
                  <a:lnTo>
                    <a:pt x="322" y="431"/>
                  </a:lnTo>
                  <a:lnTo>
                    <a:pt x="322" y="16"/>
                  </a:lnTo>
                  <a:lnTo>
                    <a:pt x="322" y="16"/>
                  </a:lnTo>
                  <a:lnTo>
                    <a:pt x="320" y="8"/>
                  </a:lnTo>
                  <a:lnTo>
                    <a:pt x="318" y="4"/>
                  </a:lnTo>
                  <a:lnTo>
                    <a:pt x="314" y="0"/>
                  </a:lnTo>
                  <a:lnTo>
                    <a:pt x="306" y="0"/>
                  </a:lnTo>
                  <a:lnTo>
                    <a:pt x="3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4" name="Freeform 31"/>
            <p:cNvSpPr>
              <a:spLocks/>
            </p:cNvSpPr>
            <p:nvPr/>
          </p:nvSpPr>
          <p:spPr bwMode="auto">
            <a:xfrm>
              <a:off x="1374" y="3584"/>
              <a:ext cx="400" cy="447"/>
            </a:xfrm>
            <a:custGeom>
              <a:avLst/>
              <a:gdLst>
                <a:gd name="T0" fmla="*/ 330 w 400"/>
                <a:gd name="T1" fmla="*/ 0 h 447"/>
                <a:gd name="T2" fmla="*/ 320 w 400"/>
                <a:gd name="T3" fmla="*/ 2 h 447"/>
                <a:gd name="T4" fmla="*/ 316 w 400"/>
                <a:gd name="T5" fmla="*/ 8 h 447"/>
                <a:gd name="T6" fmla="*/ 200 w 400"/>
                <a:gd name="T7" fmla="*/ 285 h 447"/>
                <a:gd name="T8" fmla="*/ 82 w 400"/>
                <a:gd name="T9" fmla="*/ 8 h 447"/>
                <a:gd name="T10" fmla="*/ 80 w 400"/>
                <a:gd name="T11" fmla="*/ 4 h 447"/>
                <a:gd name="T12" fmla="*/ 74 w 400"/>
                <a:gd name="T13" fmla="*/ 0 h 447"/>
                <a:gd name="T14" fmla="*/ 16 w 400"/>
                <a:gd name="T15" fmla="*/ 0 h 447"/>
                <a:gd name="T16" fmla="*/ 8 w 400"/>
                <a:gd name="T17" fmla="*/ 0 h 447"/>
                <a:gd name="T18" fmla="*/ 0 w 400"/>
                <a:gd name="T19" fmla="*/ 8 h 447"/>
                <a:gd name="T20" fmla="*/ 0 w 400"/>
                <a:gd name="T21" fmla="*/ 431 h 447"/>
                <a:gd name="T22" fmla="*/ 0 w 400"/>
                <a:gd name="T23" fmla="*/ 439 h 447"/>
                <a:gd name="T24" fmla="*/ 8 w 400"/>
                <a:gd name="T25" fmla="*/ 447 h 447"/>
                <a:gd name="T26" fmla="*/ 68 w 400"/>
                <a:gd name="T27" fmla="*/ 447 h 447"/>
                <a:gd name="T28" fmla="*/ 76 w 400"/>
                <a:gd name="T29" fmla="*/ 447 h 447"/>
                <a:gd name="T30" fmla="*/ 84 w 400"/>
                <a:gd name="T31" fmla="*/ 439 h 447"/>
                <a:gd name="T32" fmla="*/ 84 w 400"/>
                <a:gd name="T33" fmla="*/ 176 h 447"/>
                <a:gd name="T34" fmla="*/ 156 w 400"/>
                <a:gd name="T35" fmla="*/ 363 h 447"/>
                <a:gd name="T36" fmla="*/ 158 w 400"/>
                <a:gd name="T37" fmla="*/ 371 h 447"/>
                <a:gd name="T38" fmla="*/ 168 w 400"/>
                <a:gd name="T39" fmla="*/ 379 h 447"/>
                <a:gd name="T40" fmla="*/ 224 w 400"/>
                <a:gd name="T41" fmla="*/ 379 h 447"/>
                <a:gd name="T42" fmla="*/ 230 w 400"/>
                <a:gd name="T43" fmla="*/ 379 h 447"/>
                <a:gd name="T44" fmla="*/ 242 w 400"/>
                <a:gd name="T45" fmla="*/ 371 h 447"/>
                <a:gd name="T46" fmla="*/ 298 w 400"/>
                <a:gd name="T47" fmla="*/ 233 h 447"/>
                <a:gd name="T48" fmla="*/ 314 w 400"/>
                <a:gd name="T49" fmla="*/ 431 h 447"/>
                <a:gd name="T50" fmla="*/ 316 w 400"/>
                <a:gd name="T51" fmla="*/ 439 h 447"/>
                <a:gd name="T52" fmla="*/ 322 w 400"/>
                <a:gd name="T53" fmla="*/ 447 h 447"/>
                <a:gd name="T54" fmla="*/ 386 w 400"/>
                <a:gd name="T55" fmla="*/ 447 h 447"/>
                <a:gd name="T56" fmla="*/ 392 w 400"/>
                <a:gd name="T57" fmla="*/ 447 h 447"/>
                <a:gd name="T58" fmla="*/ 400 w 400"/>
                <a:gd name="T59" fmla="*/ 439 h 447"/>
                <a:gd name="T60" fmla="*/ 400 w 400"/>
                <a:gd name="T61" fmla="*/ 16 h 447"/>
                <a:gd name="T62" fmla="*/ 400 w 400"/>
                <a:gd name="T63" fmla="*/ 8 h 447"/>
                <a:gd name="T64" fmla="*/ 392 w 400"/>
                <a:gd name="T65" fmla="*/ 0 h 447"/>
                <a:gd name="T66" fmla="*/ 386 w 400"/>
                <a:gd name="T67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00" h="447">
                  <a:moveTo>
                    <a:pt x="386" y="0"/>
                  </a:moveTo>
                  <a:lnTo>
                    <a:pt x="330" y="0"/>
                  </a:lnTo>
                  <a:lnTo>
                    <a:pt x="330" y="0"/>
                  </a:lnTo>
                  <a:lnTo>
                    <a:pt x="320" y="2"/>
                  </a:lnTo>
                  <a:lnTo>
                    <a:pt x="318" y="4"/>
                  </a:lnTo>
                  <a:lnTo>
                    <a:pt x="316" y="8"/>
                  </a:lnTo>
                  <a:lnTo>
                    <a:pt x="218" y="239"/>
                  </a:lnTo>
                  <a:lnTo>
                    <a:pt x="200" y="285"/>
                  </a:lnTo>
                  <a:lnTo>
                    <a:pt x="184" y="239"/>
                  </a:lnTo>
                  <a:lnTo>
                    <a:pt x="82" y="8"/>
                  </a:lnTo>
                  <a:lnTo>
                    <a:pt x="82" y="8"/>
                  </a:lnTo>
                  <a:lnTo>
                    <a:pt x="80" y="4"/>
                  </a:lnTo>
                  <a:lnTo>
                    <a:pt x="78" y="2"/>
                  </a:lnTo>
                  <a:lnTo>
                    <a:pt x="74" y="0"/>
                  </a:lnTo>
                  <a:lnTo>
                    <a:pt x="68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4" y="443"/>
                  </a:lnTo>
                  <a:lnTo>
                    <a:pt x="8" y="447"/>
                  </a:lnTo>
                  <a:lnTo>
                    <a:pt x="16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0" y="443"/>
                  </a:lnTo>
                  <a:lnTo>
                    <a:pt x="84" y="439"/>
                  </a:lnTo>
                  <a:lnTo>
                    <a:pt x="84" y="431"/>
                  </a:lnTo>
                  <a:lnTo>
                    <a:pt x="84" y="176"/>
                  </a:lnTo>
                  <a:lnTo>
                    <a:pt x="100" y="231"/>
                  </a:lnTo>
                  <a:lnTo>
                    <a:pt x="156" y="363"/>
                  </a:lnTo>
                  <a:lnTo>
                    <a:pt x="156" y="363"/>
                  </a:lnTo>
                  <a:lnTo>
                    <a:pt x="158" y="371"/>
                  </a:lnTo>
                  <a:lnTo>
                    <a:pt x="164" y="375"/>
                  </a:lnTo>
                  <a:lnTo>
                    <a:pt x="168" y="379"/>
                  </a:lnTo>
                  <a:lnTo>
                    <a:pt x="176" y="379"/>
                  </a:lnTo>
                  <a:lnTo>
                    <a:pt x="224" y="379"/>
                  </a:lnTo>
                  <a:lnTo>
                    <a:pt x="224" y="379"/>
                  </a:lnTo>
                  <a:lnTo>
                    <a:pt x="230" y="379"/>
                  </a:lnTo>
                  <a:lnTo>
                    <a:pt x="236" y="375"/>
                  </a:lnTo>
                  <a:lnTo>
                    <a:pt x="242" y="371"/>
                  </a:lnTo>
                  <a:lnTo>
                    <a:pt x="246" y="363"/>
                  </a:lnTo>
                  <a:lnTo>
                    <a:pt x="298" y="233"/>
                  </a:lnTo>
                  <a:lnTo>
                    <a:pt x="314" y="174"/>
                  </a:lnTo>
                  <a:lnTo>
                    <a:pt x="314" y="431"/>
                  </a:lnTo>
                  <a:lnTo>
                    <a:pt x="314" y="431"/>
                  </a:lnTo>
                  <a:lnTo>
                    <a:pt x="316" y="439"/>
                  </a:lnTo>
                  <a:lnTo>
                    <a:pt x="318" y="443"/>
                  </a:lnTo>
                  <a:lnTo>
                    <a:pt x="322" y="447"/>
                  </a:lnTo>
                  <a:lnTo>
                    <a:pt x="330" y="447"/>
                  </a:lnTo>
                  <a:lnTo>
                    <a:pt x="386" y="447"/>
                  </a:lnTo>
                  <a:lnTo>
                    <a:pt x="386" y="447"/>
                  </a:lnTo>
                  <a:lnTo>
                    <a:pt x="392" y="447"/>
                  </a:lnTo>
                  <a:lnTo>
                    <a:pt x="398" y="443"/>
                  </a:lnTo>
                  <a:lnTo>
                    <a:pt x="400" y="439"/>
                  </a:lnTo>
                  <a:lnTo>
                    <a:pt x="400" y="431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8"/>
                  </a:lnTo>
                  <a:lnTo>
                    <a:pt x="398" y="4"/>
                  </a:lnTo>
                  <a:lnTo>
                    <a:pt x="392" y="0"/>
                  </a:lnTo>
                  <a:lnTo>
                    <a:pt x="386" y="0"/>
                  </a:lnTo>
                  <a:lnTo>
                    <a:pt x="38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5" name="Freeform 32"/>
            <p:cNvSpPr>
              <a:spLocks noEditPoints="1"/>
            </p:cNvSpPr>
            <p:nvPr/>
          </p:nvSpPr>
          <p:spPr bwMode="auto">
            <a:xfrm>
              <a:off x="2302" y="3584"/>
              <a:ext cx="320" cy="447"/>
            </a:xfrm>
            <a:custGeom>
              <a:avLst/>
              <a:gdLst>
                <a:gd name="T0" fmla="*/ 242 w 320"/>
                <a:gd name="T1" fmla="*/ 265 h 447"/>
                <a:gd name="T2" fmla="*/ 276 w 320"/>
                <a:gd name="T3" fmla="*/ 247 h 447"/>
                <a:gd name="T4" fmla="*/ 298 w 320"/>
                <a:gd name="T5" fmla="*/ 225 h 447"/>
                <a:gd name="T6" fmla="*/ 310 w 320"/>
                <a:gd name="T7" fmla="*/ 198 h 447"/>
                <a:gd name="T8" fmla="*/ 314 w 320"/>
                <a:gd name="T9" fmla="*/ 170 h 447"/>
                <a:gd name="T10" fmla="*/ 314 w 320"/>
                <a:gd name="T11" fmla="*/ 106 h 447"/>
                <a:gd name="T12" fmla="*/ 306 w 320"/>
                <a:gd name="T13" fmla="*/ 66 h 447"/>
                <a:gd name="T14" fmla="*/ 296 w 320"/>
                <a:gd name="T15" fmla="*/ 48 h 447"/>
                <a:gd name="T16" fmla="*/ 280 w 320"/>
                <a:gd name="T17" fmla="*/ 32 h 447"/>
                <a:gd name="T18" fmla="*/ 258 w 320"/>
                <a:gd name="T19" fmla="*/ 18 h 447"/>
                <a:gd name="T20" fmla="*/ 230 w 320"/>
                <a:gd name="T21" fmla="*/ 8 h 447"/>
                <a:gd name="T22" fmla="*/ 196 w 320"/>
                <a:gd name="T23" fmla="*/ 2 h 447"/>
                <a:gd name="T24" fmla="*/ 154 w 320"/>
                <a:gd name="T25" fmla="*/ 0 h 447"/>
                <a:gd name="T26" fmla="*/ 16 w 320"/>
                <a:gd name="T27" fmla="*/ 0 h 447"/>
                <a:gd name="T28" fmla="*/ 4 w 320"/>
                <a:gd name="T29" fmla="*/ 4 h 447"/>
                <a:gd name="T30" fmla="*/ 0 w 320"/>
                <a:gd name="T31" fmla="*/ 16 h 447"/>
                <a:gd name="T32" fmla="*/ 0 w 320"/>
                <a:gd name="T33" fmla="*/ 431 h 447"/>
                <a:gd name="T34" fmla="*/ 4 w 320"/>
                <a:gd name="T35" fmla="*/ 443 h 447"/>
                <a:gd name="T36" fmla="*/ 16 w 320"/>
                <a:gd name="T37" fmla="*/ 447 h 447"/>
                <a:gd name="T38" fmla="*/ 74 w 320"/>
                <a:gd name="T39" fmla="*/ 447 h 447"/>
                <a:gd name="T40" fmla="*/ 86 w 320"/>
                <a:gd name="T41" fmla="*/ 443 h 447"/>
                <a:gd name="T42" fmla="*/ 90 w 320"/>
                <a:gd name="T43" fmla="*/ 431 h 447"/>
                <a:gd name="T44" fmla="*/ 158 w 320"/>
                <a:gd name="T45" fmla="*/ 277 h 447"/>
                <a:gd name="T46" fmla="*/ 228 w 320"/>
                <a:gd name="T47" fmla="*/ 431 h 447"/>
                <a:gd name="T48" fmla="*/ 240 w 320"/>
                <a:gd name="T49" fmla="*/ 447 h 447"/>
                <a:gd name="T50" fmla="*/ 304 w 320"/>
                <a:gd name="T51" fmla="*/ 447 h 447"/>
                <a:gd name="T52" fmla="*/ 312 w 320"/>
                <a:gd name="T53" fmla="*/ 447 h 447"/>
                <a:gd name="T54" fmla="*/ 320 w 320"/>
                <a:gd name="T55" fmla="*/ 437 h 447"/>
                <a:gd name="T56" fmla="*/ 242 w 320"/>
                <a:gd name="T57" fmla="*/ 265 h 447"/>
                <a:gd name="T58" fmla="*/ 226 w 320"/>
                <a:gd name="T59" fmla="*/ 154 h 447"/>
                <a:gd name="T60" fmla="*/ 222 w 320"/>
                <a:gd name="T61" fmla="*/ 174 h 447"/>
                <a:gd name="T62" fmla="*/ 208 w 320"/>
                <a:gd name="T63" fmla="*/ 190 h 447"/>
                <a:gd name="T64" fmla="*/ 184 w 320"/>
                <a:gd name="T65" fmla="*/ 200 h 447"/>
                <a:gd name="T66" fmla="*/ 154 w 320"/>
                <a:gd name="T67" fmla="*/ 202 h 447"/>
                <a:gd name="T68" fmla="*/ 90 w 320"/>
                <a:gd name="T69" fmla="*/ 74 h 447"/>
                <a:gd name="T70" fmla="*/ 154 w 320"/>
                <a:gd name="T71" fmla="*/ 74 h 447"/>
                <a:gd name="T72" fmla="*/ 184 w 320"/>
                <a:gd name="T73" fmla="*/ 76 h 447"/>
                <a:gd name="T74" fmla="*/ 208 w 320"/>
                <a:gd name="T75" fmla="*/ 86 h 447"/>
                <a:gd name="T76" fmla="*/ 222 w 320"/>
                <a:gd name="T77" fmla="*/ 100 h 447"/>
                <a:gd name="T78" fmla="*/ 226 w 320"/>
                <a:gd name="T79" fmla="*/ 122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0" h="447">
                  <a:moveTo>
                    <a:pt x="242" y="265"/>
                  </a:moveTo>
                  <a:lnTo>
                    <a:pt x="242" y="265"/>
                  </a:lnTo>
                  <a:lnTo>
                    <a:pt x="260" y="257"/>
                  </a:lnTo>
                  <a:lnTo>
                    <a:pt x="276" y="247"/>
                  </a:lnTo>
                  <a:lnTo>
                    <a:pt x="288" y="237"/>
                  </a:lnTo>
                  <a:lnTo>
                    <a:pt x="298" y="225"/>
                  </a:lnTo>
                  <a:lnTo>
                    <a:pt x="306" y="212"/>
                  </a:lnTo>
                  <a:lnTo>
                    <a:pt x="310" y="198"/>
                  </a:lnTo>
                  <a:lnTo>
                    <a:pt x="314" y="184"/>
                  </a:lnTo>
                  <a:lnTo>
                    <a:pt x="314" y="170"/>
                  </a:lnTo>
                  <a:lnTo>
                    <a:pt x="314" y="106"/>
                  </a:lnTo>
                  <a:lnTo>
                    <a:pt x="314" y="106"/>
                  </a:lnTo>
                  <a:lnTo>
                    <a:pt x="312" y="86"/>
                  </a:lnTo>
                  <a:lnTo>
                    <a:pt x="306" y="66"/>
                  </a:lnTo>
                  <a:lnTo>
                    <a:pt x="302" y="58"/>
                  </a:lnTo>
                  <a:lnTo>
                    <a:pt x="296" y="48"/>
                  </a:lnTo>
                  <a:lnTo>
                    <a:pt x="288" y="40"/>
                  </a:lnTo>
                  <a:lnTo>
                    <a:pt x="280" y="32"/>
                  </a:lnTo>
                  <a:lnTo>
                    <a:pt x="270" y="26"/>
                  </a:lnTo>
                  <a:lnTo>
                    <a:pt x="258" y="18"/>
                  </a:lnTo>
                  <a:lnTo>
                    <a:pt x="244" y="14"/>
                  </a:lnTo>
                  <a:lnTo>
                    <a:pt x="230" y="8"/>
                  </a:lnTo>
                  <a:lnTo>
                    <a:pt x="214" y="4"/>
                  </a:lnTo>
                  <a:lnTo>
                    <a:pt x="196" y="2"/>
                  </a:lnTo>
                  <a:lnTo>
                    <a:pt x="176" y="0"/>
                  </a:lnTo>
                  <a:lnTo>
                    <a:pt x="15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2" y="437"/>
                  </a:lnTo>
                  <a:lnTo>
                    <a:pt x="4" y="443"/>
                  </a:lnTo>
                  <a:lnTo>
                    <a:pt x="8" y="447"/>
                  </a:lnTo>
                  <a:lnTo>
                    <a:pt x="16" y="447"/>
                  </a:lnTo>
                  <a:lnTo>
                    <a:pt x="74" y="447"/>
                  </a:lnTo>
                  <a:lnTo>
                    <a:pt x="74" y="447"/>
                  </a:lnTo>
                  <a:lnTo>
                    <a:pt x="82" y="447"/>
                  </a:lnTo>
                  <a:lnTo>
                    <a:pt x="86" y="443"/>
                  </a:lnTo>
                  <a:lnTo>
                    <a:pt x="88" y="437"/>
                  </a:lnTo>
                  <a:lnTo>
                    <a:pt x="90" y="431"/>
                  </a:lnTo>
                  <a:lnTo>
                    <a:pt x="90" y="277"/>
                  </a:lnTo>
                  <a:lnTo>
                    <a:pt x="158" y="277"/>
                  </a:lnTo>
                  <a:lnTo>
                    <a:pt x="228" y="431"/>
                  </a:lnTo>
                  <a:lnTo>
                    <a:pt x="228" y="431"/>
                  </a:lnTo>
                  <a:lnTo>
                    <a:pt x="234" y="443"/>
                  </a:lnTo>
                  <a:lnTo>
                    <a:pt x="240" y="447"/>
                  </a:lnTo>
                  <a:lnTo>
                    <a:pt x="244" y="447"/>
                  </a:lnTo>
                  <a:lnTo>
                    <a:pt x="304" y="447"/>
                  </a:lnTo>
                  <a:lnTo>
                    <a:pt x="304" y="447"/>
                  </a:lnTo>
                  <a:lnTo>
                    <a:pt x="312" y="447"/>
                  </a:lnTo>
                  <a:lnTo>
                    <a:pt x="316" y="443"/>
                  </a:lnTo>
                  <a:lnTo>
                    <a:pt x="320" y="437"/>
                  </a:lnTo>
                  <a:lnTo>
                    <a:pt x="318" y="431"/>
                  </a:lnTo>
                  <a:lnTo>
                    <a:pt x="242" y="265"/>
                  </a:lnTo>
                  <a:close/>
                  <a:moveTo>
                    <a:pt x="226" y="154"/>
                  </a:moveTo>
                  <a:lnTo>
                    <a:pt x="226" y="154"/>
                  </a:lnTo>
                  <a:lnTo>
                    <a:pt x="224" y="164"/>
                  </a:lnTo>
                  <a:lnTo>
                    <a:pt x="222" y="174"/>
                  </a:lnTo>
                  <a:lnTo>
                    <a:pt x="216" y="184"/>
                  </a:lnTo>
                  <a:lnTo>
                    <a:pt x="208" y="190"/>
                  </a:lnTo>
                  <a:lnTo>
                    <a:pt x="196" y="196"/>
                  </a:lnTo>
                  <a:lnTo>
                    <a:pt x="184" y="200"/>
                  </a:lnTo>
                  <a:lnTo>
                    <a:pt x="170" y="202"/>
                  </a:lnTo>
                  <a:lnTo>
                    <a:pt x="154" y="202"/>
                  </a:lnTo>
                  <a:lnTo>
                    <a:pt x="90" y="202"/>
                  </a:lnTo>
                  <a:lnTo>
                    <a:pt x="90" y="74"/>
                  </a:lnTo>
                  <a:lnTo>
                    <a:pt x="154" y="74"/>
                  </a:lnTo>
                  <a:lnTo>
                    <a:pt x="154" y="74"/>
                  </a:lnTo>
                  <a:lnTo>
                    <a:pt x="170" y="74"/>
                  </a:lnTo>
                  <a:lnTo>
                    <a:pt x="184" y="76"/>
                  </a:lnTo>
                  <a:lnTo>
                    <a:pt x="196" y="80"/>
                  </a:lnTo>
                  <a:lnTo>
                    <a:pt x="208" y="86"/>
                  </a:lnTo>
                  <a:lnTo>
                    <a:pt x="216" y="92"/>
                  </a:lnTo>
                  <a:lnTo>
                    <a:pt x="222" y="100"/>
                  </a:lnTo>
                  <a:lnTo>
                    <a:pt x="224" y="110"/>
                  </a:lnTo>
                  <a:lnTo>
                    <a:pt x="226" y="122"/>
                  </a:lnTo>
                  <a:lnTo>
                    <a:pt x="226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6" name="Freeform 33"/>
            <p:cNvSpPr>
              <a:spLocks/>
            </p:cNvSpPr>
            <p:nvPr/>
          </p:nvSpPr>
          <p:spPr bwMode="auto">
            <a:xfrm>
              <a:off x="2732" y="3584"/>
              <a:ext cx="342" cy="447"/>
            </a:xfrm>
            <a:custGeom>
              <a:avLst/>
              <a:gdLst>
                <a:gd name="T0" fmla="*/ 186 w 342"/>
                <a:gd name="T1" fmla="*/ 220 h 447"/>
                <a:gd name="T2" fmla="*/ 322 w 342"/>
                <a:gd name="T3" fmla="*/ 16 h 447"/>
                <a:gd name="T4" fmla="*/ 322 w 342"/>
                <a:gd name="T5" fmla="*/ 16 h 447"/>
                <a:gd name="T6" fmla="*/ 326 w 342"/>
                <a:gd name="T7" fmla="*/ 10 h 447"/>
                <a:gd name="T8" fmla="*/ 326 w 342"/>
                <a:gd name="T9" fmla="*/ 4 h 447"/>
                <a:gd name="T10" fmla="*/ 322 w 342"/>
                <a:gd name="T11" fmla="*/ 0 h 447"/>
                <a:gd name="T12" fmla="*/ 314 w 342"/>
                <a:gd name="T13" fmla="*/ 0 h 447"/>
                <a:gd name="T14" fmla="*/ 254 w 342"/>
                <a:gd name="T15" fmla="*/ 0 h 447"/>
                <a:gd name="T16" fmla="*/ 254 w 342"/>
                <a:gd name="T17" fmla="*/ 0 h 447"/>
                <a:gd name="T18" fmla="*/ 246 w 342"/>
                <a:gd name="T19" fmla="*/ 0 h 447"/>
                <a:gd name="T20" fmla="*/ 238 w 342"/>
                <a:gd name="T21" fmla="*/ 4 h 447"/>
                <a:gd name="T22" fmla="*/ 232 w 342"/>
                <a:gd name="T23" fmla="*/ 10 h 447"/>
                <a:gd name="T24" fmla="*/ 228 w 342"/>
                <a:gd name="T25" fmla="*/ 16 h 447"/>
                <a:gd name="T26" fmla="*/ 110 w 342"/>
                <a:gd name="T27" fmla="*/ 192 h 447"/>
                <a:gd name="T28" fmla="*/ 90 w 342"/>
                <a:gd name="T29" fmla="*/ 192 h 447"/>
                <a:gd name="T30" fmla="*/ 90 w 342"/>
                <a:gd name="T31" fmla="*/ 16 h 447"/>
                <a:gd name="T32" fmla="*/ 90 w 342"/>
                <a:gd name="T33" fmla="*/ 16 h 447"/>
                <a:gd name="T34" fmla="*/ 88 w 342"/>
                <a:gd name="T35" fmla="*/ 8 h 447"/>
                <a:gd name="T36" fmla="*/ 86 w 342"/>
                <a:gd name="T37" fmla="*/ 4 h 447"/>
                <a:gd name="T38" fmla="*/ 82 w 342"/>
                <a:gd name="T39" fmla="*/ 0 h 447"/>
                <a:gd name="T40" fmla="*/ 74 w 342"/>
                <a:gd name="T41" fmla="*/ 0 h 447"/>
                <a:gd name="T42" fmla="*/ 16 w 342"/>
                <a:gd name="T43" fmla="*/ 0 h 447"/>
                <a:gd name="T44" fmla="*/ 16 w 342"/>
                <a:gd name="T45" fmla="*/ 0 h 447"/>
                <a:gd name="T46" fmla="*/ 8 w 342"/>
                <a:gd name="T47" fmla="*/ 0 h 447"/>
                <a:gd name="T48" fmla="*/ 4 w 342"/>
                <a:gd name="T49" fmla="*/ 4 h 447"/>
                <a:gd name="T50" fmla="*/ 2 w 342"/>
                <a:gd name="T51" fmla="*/ 8 h 447"/>
                <a:gd name="T52" fmla="*/ 0 w 342"/>
                <a:gd name="T53" fmla="*/ 16 h 447"/>
                <a:gd name="T54" fmla="*/ 0 w 342"/>
                <a:gd name="T55" fmla="*/ 431 h 447"/>
                <a:gd name="T56" fmla="*/ 0 w 342"/>
                <a:gd name="T57" fmla="*/ 431 h 447"/>
                <a:gd name="T58" fmla="*/ 2 w 342"/>
                <a:gd name="T59" fmla="*/ 439 h 447"/>
                <a:gd name="T60" fmla="*/ 4 w 342"/>
                <a:gd name="T61" fmla="*/ 443 h 447"/>
                <a:gd name="T62" fmla="*/ 8 w 342"/>
                <a:gd name="T63" fmla="*/ 447 h 447"/>
                <a:gd name="T64" fmla="*/ 16 w 342"/>
                <a:gd name="T65" fmla="*/ 447 h 447"/>
                <a:gd name="T66" fmla="*/ 74 w 342"/>
                <a:gd name="T67" fmla="*/ 447 h 447"/>
                <a:gd name="T68" fmla="*/ 74 w 342"/>
                <a:gd name="T69" fmla="*/ 447 h 447"/>
                <a:gd name="T70" fmla="*/ 82 w 342"/>
                <a:gd name="T71" fmla="*/ 447 h 447"/>
                <a:gd name="T72" fmla="*/ 86 w 342"/>
                <a:gd name="T73" fmla="*/ 443 h 447"/>
                <a:gd name="T74" fmla="*/ 88 w 342"/>
                <a:gd name="T75" fmla="*/ 439 h 447"/>
                <a:gd name="T76" fmla="*/ 90 w 342"/>
                <a:gd name="T77" fmla="*/ 431 h 447"/>
                <a:gd name="T78" fmla="*/ 90 w 342"/>
                <a:gd name="T79" fmla="*/ 259 h 447"/>
                <a:gd name="T80" fmla="*/ 110 w 342"/>
                <a:gd name="T81" fmla="*/ 259 h 447"/>
                <a:gd name="T82" fmla="*/ 234 w 342"/>
                <a:gd name="T83" fmla="*/ 431 h 447"/>
                <a:gd name="T84" fmla="*/ 234 w 342"/>
                <a:gd name="T85" fmla="*/ 431 h 447"/>
                <a:gd name="T86" fmla="*/ 244 w 342"/>
                <a:gd name="T87" fmla="*/ 443 h 447"/>
                <a:gd name="T88" fmla="*/ 250 w 342"/>
                <a:gd name="T89" fmla="*/ 445 h 447"/>
                <a:gd name="T90" fmla="*/ 258 w 342"/>
                <a:gd name="T91" fmla="*/ 447 h 447"/>
                <a:gd name="T92" fmla="*/ 332 w 342"/>
                <a:gd name="T93" fmla="*/ 447 h 447"/>
                <a:gd name="T94" fmla="*/ 332 w 342"/>
                <a:gd name="T95" fmla="*/ 447 h 447"/>
                <a:gd name="T96" fmla="*/ 338 w 342"/>
                <a:gd name="T97" fmla="*/ 445 h 447"/>
                <a:gd name="T98" fmla="*/ 342 w 342"/>
                <a:gd name="T99" fmla="*/ 443 h 447"/>
                <a:gd name="T100" fmla="*/ 342 w 342"/>
                <a:gd name="T101" fmla="*/ 437 h 447"/>
                <a:gd name="T102" fmla="*/ 340 w 342"/>
                <a:gd name="T103" fmla="*/ 431 h 447"/>
                <a:gd name="T104" fmla="*/ 186 w 342"/>
                <a:gd name="T105" fmla="*/ 22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42" h="447">
                  <a:moveTo>
                    <a:pt x="186" y="220"/>
                  </a:moveTo>
                  <a:lnTo>
                    <a:pt x="322" y="16"/>
                  </a:lnTo>
                  <a:lnTo>
                    <a:pt x="322" y="16"/>
                  </a:lnTo>
                  <a:lnTo>
                    <a:pt x="326" y="10"/>
                  </a:lnTo>
                  <a:lnTo>
                    <a:pt x="326" y="4"/>
                  </a:lnTo>
                  <a:lnTo>
                    <a:pt x="322" y="0"/>
                  </a:lnTo>
                  <a:lnTo>
                    <a:pt x="314" y="0"/>
                  </a:lnTo>
                  <a:lnTo>
                    <a:pt x="254" y="0"/>
                  </a:lnTo>
                  <a:lnTo>
                    <a:pt x="254" y="0"/>
                  </a:lnTo>
                  <a:lnTo>
                    <a:pt x="246" y="0"/>
                  </a:lnTo>
                  <a:lnTo>
                    <a:pt x="238" y="4"/>
                  </a:lnTo>
                  <a:lnTo>
                    <a:pt x="232" y="10"/>
                  </a:lnTo>
                  <a:lnTo>
                    <a:pt x="228" y="16"/>
                  </a:lnTo>
                  <a:lnTo>
                    <a:pt x="110" y="192"/>
                  </a:lnTo>
                  <a:lnTo>
                    <a:pt x="90" y="192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88" y="8"/>
                  </a:lnTo>
                  <a:lnTo>
                    <a:pt x="86" y="4"/>
                  </a:lnTo>
                  <a:lnTo>
                    <a:pt x="82" y="0"/>
                  </a:lnTo>
                  <a:lnTo>
                    <a:pt x="7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2" y="439"/>
                  </a:lnTo>
                  <a:lnTo>
                    <a:pt x="4" y="443"/>
                  </a:lnTo>
                  <a:lnTo>
                    <a:pt x="8" y="447"/>
                  </a:lnTo>
                  <a:lnTo>
                    <a:pt x="16" y="447"/>
                  </a:lnTo>
                  <a:lnTo>
                    <a:pt x="74" y="447"/>
                  </a:lnTo>
                  <a:lnTo>
                    <a:pt x="74" y="447"/>
                  </a:lnTo>
                  <a:lnTo>
                    <a:pt x="82" y="447"/>
                  </a:lnTo>
                  <a:lnTo>
                    <a:pt x="86" y="443"/>
                  </a:lnTo>
                  <a:lnTo>
                    <a:pt x="88" y="439"/>
                  </a:lnTo>
                  <a:lnTo>
                    <a:pt x="90" y="431"/>
                  </a:lnTo>
                  <a:lnTo>
                    <a:pt x="90" y="259"/>
                  </a:lnTo>
                  <a:lnTo>
                    <a:pt x="110" y="259"/>
                  </a:lnTo>
                  <a:lnTo>
                    <a:pt x="234" y="431"/>
                  </a:lnTo>
                  <a:lnTo>
                    <a:pt x="234" y="431"/>
                  </a:lnTo>
                  <a:lnTo>
                    <a:pt x="244" y="443"/>
                  </a:lnTo>
                  <a:lnTo>
                    <a:pt x="250" y="445"/>
                  </a:lnTo>
                  <a:lnTo>
                    <a:pt x="258" y="447"/>
                  </a:lnTo>
                  <a:lnTo>
                    <a:pt x="332" y="447"/>
                  </a:lnTo>
                  <a:lnTo>
                    <a:pt x="332" y="447"/>
                  </a:lnTo>
                  <a:lnTo>
                    <a:pt x="338" y="445"/>
                  </a:lnTo>
                  <a:lnTo>
                    <a:pt x="342" y="443"/>
                  </a:lnTo>
                  <a:lnTo>
                    <a:pt x="342" y="437"/>
                  </a:lnTo>
                  <a:lnTo>
                    <a:pt x="340" y="431"/>
                  </a:lnTo>
                  <a:lnTo>
                    <a:pt x="186" y="2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7" name="Freeform 34"/>
            <p:cNvSpPr>
              <a:spLocks/>
            </p:cNvSpPr>
            <p:nvPr/>
          </p:nvSpPr>
          <p:spPr bwMode="auto">
            <a:xfrm>
              <a:off x="2670" y="2981"/>
              <a:ext cx="300" cy="459"/>
            </a:xfrm>
            <a:custGeom>
              <a:avLst/>
              <a:gdLst>
                <a:gd name="T0" fmla="*/ 300 w 300"/>
                <a:gd name="T1" fmla="*/ 324 h 459"/>
                <a:gd name="T2" fmla="*/ 300 w 300"/>
                <a:gd name="T3" fmla="*/ 316 h 459"/>
                <a:gd name="T4" fmla="*/ 292 w 300"/>
                <a:gd name="T5" fmla="*/ 308 h 459"/>
                <a:gd name="T6" fmla="*/ 230 w 300"/>
                <a:gd name="T7" fmla="*/ 306 h 459"/>
                <a:gd name="T8" fmla="*/ 224 w 300"/>
                <a:gd name="T9" fmla="*/ 308 h 459"/>
                <a:gd name="T10" fmla="*/ 216 w 300"/>
                <a:gd name="T11" fmla="*/ 316 h 459"/>
                <a:gd name="T12" fmla="*/ 214 w 300"/>
                <a:gd name="T13" fmla="*/ 334 h 459"/>
                <a:gd name="T14" fmla="*/ 214 w 300"/>
                <a:gd name="T15" fmla="*/ 346 h 459"/>
                <a:gd name="T16" fmla="*/ 206 w 300"/>
                <a:gd name="T17" fmla="*/ 364 h 459"/>
                <a:gd name="T18" fmla="*/ 190 w 300"/>
                <a:gd name="T19" fmla="*/ 376 h 459"/>
                <a:gd name="T20" fmla="*/ 168 w 300"/>
                <a:gd name="T21" fmla="*/ 385 h 459"/>
                <a:gd name="T22" fmla="*/ 152 w 300"/>
                <a:gd name="T23" fmla="*/ 385 h 459"/>
                <a:gd name="T24" fmla="*/ 124 w 300"/>
                <a:gd name="T25" fmla="*/ 380 h 459"/>
                <a:gd name="T26" fmla="*/ 104 w 300"/>
                <a:gd name="T27" fmla="*/ 372 h 459"/>
                <a:gd name="T28" fmla="*/ 94 w 300"/>
                <a:gd name="T29" fmla="*/ 356 h 459"/>
                <a:gd name="T30" fmla="*/ 90 w 300"/>
                <a:gd name="T31" fmla="*/ 334 h 459"/>
                <a:gd name="T32" fmla="*/ 90 w 300"/>
                <a:gd name="T33" fmla="*/ 122 h 459"/>
                <a:gd name="T34" fmla="*/ 94 w 300"/>
                <a:gd name="T35" fmla="*/ 102 h 459"/>
                <a:gd name="T36" fmla="*/ 104 w 300"/>
                <a:gd name="T37" fmla="*/ 86 h 459"/>
                <a:gd name="T38" fmla="*/ 124 w 300"/>
                <a:gd name="T39" fmla="*/ 76 h 459"/>
                <a:gd name="T40" fmla="*/ 152 w 300"/>
                <a:gd name="T41" fmla="*/ 74 h 459"/>
                <a:gd name="T42" fmla="*/ 168 w 300"/>
                <a:gd name="T43" fmla="*/ 74 h 459"/>
                <a:gd name="T44" fmla="*/ 190 w 300"/>
                <a:gd name="T45" fmla="*/ 80 h 459"/>
                <a:gd name="T46" fmla="*/ 206 w 300"/>
                <a:gd name="T47" fmla="*/ 92 h 459"/>
                <a:gd name="T48" fmla="*/ 214 w 300"/>
                <a:gd name="T49" fmla="*/ 112 h 459"/>
                <a:gd name="T50" fmla="*/ 214 w 300"/>
                <a:gd name="T51" fmla="*/ 124 h 459"/>
                <a:gd name="T52" fmla="*/ 216 w 300"/>
                <a:gd name="T53" fmla="*/ 132 h 459"/>
                <a:gd name="T54" fmla="*/ 224 w 300"/>
                <a:gd name="T55" fmla="*/ 140 h 459"/>
                <a:gd name="T56" fmla="*/ 286 w 300"/>
                <a:gd name="T57" fmla="*/ 140 h 459"/>
                <a:gd name="T58" fmla="*/ 292 w 300"/>
                <a:gd name="T59" fmla="*/ 140 h 459"/>
                <a:gd name="T60" fmla="*/ 300 w 300"/>
                <a:gd name="T61" fmla="*/ 132 h 459"/>
                <a:gd name="T62" fmla="*/ 300 w 300"/>
                <a:gd name="T63" fmla="*/ 108 h 459"/>
                <a:gd name="T64" fmla="*/ 298 w 300"/>
                <a:gd name="T65" fmla="*/ 86 h 459"/>
                <a:gd name="T66" fmla="*/ 290 w 300"/>
                <a:gd name="T67" fmla="*/ 58 h 459"/>
                <a:gd name="T68" fmla="*/ 278 w 300"/>
                <a:gd name="T69" fmla="*/ 40 h 459"/>
                <a:gd name="T70" fmla="*/ 260 w 300"/>
                <a:gd name="T71" fmla="*/ 26 h 459"/>
                <a:gd name="T72" fmla="*/ 238 w 300"/>
                <a:gd name="T73" fmla="*/ 14 h 459"/>
                <a:gd name="T74" fmla="*/ 208 w 300"/>
                <a:gd name="T75" fmla="*/ 6 h 459"/>
                <a:gd name="T76" fmla="*/ 172 w 300"/>
                <a:gd name="T77" fmla="*/ 0 h 459"/>
                <a:gd name="T78" fmla="*/ 150 w 300"/>
                <a:gd name="T79" fmla="*/ 0 h 459"/>
                <a:gd name="T80" fmla="*/ 110 w 300"/>
                <a:gd name="T81" fmla="*/ 2 h 459"/>
                <a:gd name="T82" fmla="*/ 76 w 300"/>
                <a:gd name="T83" fmla="*/ 8 h 459"/>
                <a:gd name="T84" fmla="*/ 50 w 300"/>
                <a:gd name="T85" fmla="*/ 20 h 459"/>
                <a:gd name="T86" fmla="*/ 30 w 300"/>
                <a:gd name="T87" fmla="*/ 32 h 459"/>
                <a:gd name="T88" fmla="*/ 16 w 300"/>
                <a:gd name="T89" fmla="*/ 48 h 459"/>
                <a:gd name="T90" fmla="*/ 8 w 300"/>
                <a:gd name="T91" fmla="*/ 68 h 459"/>
                <a:gd name="T92" fmla="*/ 0 w 300"/>
                <a:gd name="T93" fmla="*/ 108 h 459"/>
                <a:gd name="T94" fmla="*/ 0 w 300"/>
                <a:gd name="T95" fmla="*/ 350 h 459"/>
                <a:gd name="T96" fmla="*/ 8 w 300"/>
                <a:gd name="T97" fmla="*/ 391 h 459"/>
                <a:gd name="T98" fmla="*/ 16 w 300"/>
                <a:gd name="T99" fmla="*/ 409 h 459"/>
                <a:gd name="T100" fmla="*/ 30 w 300"/>
                <a:gd name="T101" fmla="*/ 425 h 459"/>
                <a:gd name="T102" fmla="*/ 50 w 300"/>
                <a:gd name="T103" fmla="*/ 439 h 459"/>
                <a:gd name="T104" fmla="*/ 76 w 300"/>
                <a:gd name="T105" fmla="*/ 449 h 459"/>
                <a:gd name="T106" fmla="*/ 110 w 300"/>
                <a:gd name="T107" fmla="*/ 457 h 459"/>
                <a:gd name="T108" fmla="*/ 150 w 300"/>
                <a:gd name="T109" fmla="*/ 459 h 459"/>
                <a:gd name="T110" fmla="*/ 172 w 300"/>
                <a:gd name="T111" fmla="*/ 457 h 459"/>
                <a:gd name="T112" fmla="*/ 208 w 300"/>
                <a:gd name="T113" fmla="*/ 453 h 459"/>
                <a:gd name="T114" fmla="*/ 238 w 300"/>
                <a:gd name="T115" fmla="*/ 445 h 459"/>
                <a:gd name="T116" fmla="*/ 260 w 300"/>
                <a:gd name="T117" fmla="*/ 433 h 459"/>
                <a:gd name="T118" fmla="*/ 278 w 300"/>
                <a:gd name="T119" fmla="*/ 417 h 459"/>
                <a:gd name="T120" fmla="*/ 290 w 300"/>
                <a:gd name="T121" fmla="*/ 401 h 459"/>
                <a:gd name="T122" fmla="*/ 298 w 300"/>
                <a:gd name="T123" fmla="*/ 370 h 459"/>
                <a:gd name="T124" fmla="*/ 300 w 300"/>
                <a:gd name="T125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00" h="459">
                  <a:moveTo>
                    <a:pt x="300" y="350"/>
                  </a:moveTo>
                  <a:lnTo>
                    <a:pt x="300" y="324"/>
                  </a:lnTo>
                  <a:lnTo>
                    <a:pt x="300" y="324"/>
                  </a:lnTo>
                  <a:lnTo>
                    <a:pt x="300" y="316"/>
                  </a:lnTo>
                  <a:lnTo>
                    <a:pt x="298" y="310"/>
                  </a:lnTo>
                  <a:lnTo>
                    <a:pt x="292" y="308"/>
                  </a:lnTo>
                  <a:lnTo>
                    <a:pt x="286" y="306"/>
                  </a:lnTo>
                  <a:lnTo>
                    <a:pt x="230" y="306"/>
                  </a:lnTo>
                  <a:lnTo>
                    <a:pt x="230" y="306"/>
                  </a:lnTo>
                  <a:lnTo>
                    <a:pt x="224" y="308"/>
                  </a:lnTo>
                  <a:lnTo>
                    <a:pt x="218" y="310"/>
                  </a:lnTo>
                  <a:lnTo>
                    <a:pt x="216" y="316"/>
                  </a:lnTo>
                  <a:lnTo>
                    <a:pt x="214" y="324"/>
                  </a:lnTo>
                  <a:lnTo>
                    <a:pt x="214" y="334"/>
                  </a:lnTo>
                  <a:lnTo>
                    <a:pt x="214" y="334"/>
                  </a:lnTo>
                  <a:lnTo>
                    <a:pt x="214" y="346"/>
                  </a:lnTo>
                  <a:lnTo>
                    <a:pt x="210" y="356"/>
                  </a:lnTo>
                  <a:lnTo>
                    <a:pt x="206" y="364"/>
                  </a:lnTo>
                  <a:lnTo>
                    <a:pt x="200" y="372"/>
                  </a:lnTo>
                  <a:lnTo>
                    <a:pt x="190" y="376"/>
                  </a:lnTo>
                  <a:lnTo>
                    <a:pt x="180" y="380"/>
                  </a:lnTo>
                  <a:lnTo>
                    <a:pt x="168" y="385"/>
                  </a:lnTo>
                  <a:lnTo>
                    <a:pt x="152" y="385"/>
                  </a:lnTo>
                  <a:lnTo>
                    <a:pt x="152" y="385"/>
                  </a:lnTo>
                  <a:lnTo>
                    <a:pt x="136" y="385"/>
                  </a:lnTo>
                  <a:lnTo>
                    <a:pt x="124" y="380"/>
                  </a:lnTo>
                  <a:lnTo>
                    <a:pt x="112" y="376"/>
                  </a:lnTo>
                  <a:lnTo>
                    <a:pt x="104" y="372"/>
                  </a:lnTo>
                  <a:lnTo>
                    <a:pt x="98" y="364"/>
                  </a:lnTo>
                  <a:lnTo>
                    <a:pt x="94" y="356"/>
                  </a:lnTo>
                  <a:lnTo>
                    <a:pt x="90" y="346"/>
                  </a:lnTo>
                  <a:lnTo>
                    <a:pt x="90" y="334"/>
                  </a:lnTo>
                  <a:lnTo>
                    <a:pt x="90" y="122"/>
                  </a:lnTo>
                  <a:lnTo>
                    <a:pt x="90" y="122"/>
                  </a:lnTo>
                  <a:lnTo>
                    <a:pt x="90" y="112"/>
                  </a:lnTo>
                  <a:lnTo>
                    <a:pt x="94" y="102"/>
                  </a:lnTo>
                  <a:lnTo>
                    <a:pt x="98" y="92"/>
                  </a:lnTo>
                  <a:lnTo>
                    <a:pt x="104" y="86"/>
                  </a:lnTo>
                  <a:lnTo>
                    <a:pt x="112" y="80"/>
                  </a:lnTo>
                  <a:lnTo>
                    <a:pt x="124" y="76"/>
                  </a:lnTo>
                  <a:lnTo>
                    <a:pt x="136" y="74"/>
                  </a:lnTo>
                  <a:lnTo>
                    <a:pt x="152" y="74"/>
                  </a:lnTo>
                  <a:lnTo>
                    <a:pt x="152" y="74"/>
                  </a:lnTo>
                  <a:lnTo>
                    <a:pt x="168" y="74"/>
                  </a:lnTo>
                  <a:lnTo>
                    <a:pt x="180" y="76"/>
                  </a:lnTo>
                  <a:lnTo>
                    <a:pt x="190" y="80"/>
                  </a:lnTo>
                  <a:lnTo>
                    <a:pt x="200" y="86"/>
                  </a:lnTo>
                  <a:lnTo>
                    <a:pt x="206" y="92"/>
                  </a:lnTo>
                  <a:lnTo>
                    <a:pt x="210" y="102"/>
                  </a:lnTo>
                  <a:lnTo>
                    <a:pt x="214" y="112"/>
                  </a:lnTo>
                  <a:lnTo>
                    <a:pt x="214" y="122"/>
                  </a:lnTo>
                  <a:lnTo>
                    <a:pt x="214" y="124"/>
                  </a:lnTo>
                  <a:lnTo>
                    <a:pt x="214" y="124"/>
                  </a:lnTo>
                  <a:lnTo>
                    <a:pt x="216" y="132"/>
                  </a:lnTo>
                  <a:lnTo>
                    <a:pt x="218" y="136"/>
                  </a:lnTo>
                  <a:lnTo>
                    <a:pt x="224" y="140"/>
                  </a:lnTo>
                  <a:lnTo>
                    <a:pt x="230" y="140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292" y="140"/>
                  </a:lnTo>
                  <a:lnTo>
                    <a:pt x="298" y="136"/>
                  </a:lnTo>
                  <a:lnTo>
                    <a:pt x="300" y="132"/>
                  </a:lnTo>
                  <a:lnTo>
                    <a:pt x="300" y="124"/>
                  </a:lnTo>
                  <a:lnTo>
                    <a:pt x="300" y="108"/>
                  </a:lnTo>
                  <a:lnTo>
                    <a:pt x="300" y="108"/>
                  </a:lnTo>
                  <a:lnTo>
                    <a:pt x="298" y="86"/>
                  </a:lnTo>
                  <a:lnTo>
                    <a:pt x="294" y="68"/>
                  </a:lnTo>
                  <a:lnTo>
                    <a:pt x="290" y="58"/>
                  </a:lnTo>
                  <a:lnTo>
                    <a:pt x="284" y="48"/>
                  </a:lnTo>
                  <a:lnTo>
                    <a:pt x="278" y="40"/>
                  </a:lnTo>
                  <a:lnTo>
                    <a:pt x="270" y="32"/>
                  </a:lnTo>
                  <a:lnTo>
                    <a:pt x="260" y="26"/>
                  </a:lnTo>
                  <a:lnTo>
                    <a:pt x="250" y="20"/>
                  </a:lnTo>
                  <a:lnTo>
                    <a:pt x="238" y="14"/>
                  </a:lnTo>
                  <a:lnTo>
                    <a:pt x="224" y="8"/>
                  </a:lnTo>
                  <a:lnTo>
                    <a:pt x="208" y="6"/>
                  </a:lnTo>
                  <a:lnTo>
                    <a:pt x="192" y="2"/>
                  </a:lnTo>
                  <a:lnTo>
                    <a:pt x="172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30" y="0"/>
                  </a:lnTo>
                  <a:lnTo>
                    <a:pt x="110" y="2"/>
                  </a:lnTo>
                  <a:lnTo>
                    <a:pt x="92" y="6"/>
                  </a:lnTo>
                  <a:lnTo>
                    <a:pt x="76" y="8"/>
                  </a:lnTo>
                  <a:lnTo>
                    <a:pt x="62" y="14"/>
                  </a:lnTo>
                  <a:lnTo>
                    <a:pt x="50" y="20"/>
                  </a:lnTo>
                  <a:lnTo>
                    <a:pt x="40" y="26"/>
                  </a:lnTo>
                  <a:lnTo>
                    <a:pt x="30" y="32"/>
                  </a:lnTo>
                  <a:lnTo>
                    <a:pt x="22" y="40"/>
                  </a:lnTo>
                  <a:lnTo>
                    <a:pt x="16" y="48"/>
                  </a:lnTo>
                  <a:lnTo>
                    <a:pt x="12" y="58"/>
                  </a:lnTo>
                  <a:lnTo>
                    <a:pt x="8" y="68"/>
                  </a:lnTo>
                  <a:lnTo>
                    <a:pt x="2" y="86"/>
                  </a:lnTo>
                  <a:lnTo>
                    <a:pt x="0" y="108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6" y="409"/>
                  </a:lnTo>
                  <a:lnTo>
                    <a:pt x="22" y="417"/>
                  </a:lnTo>
                  <a:lnTo>
                    <a:pt x="30" y="425"/>
                  </a:lnTo>
                  <a:lnTo>
                    <a:pt x="40" y="433"/>
                  </a:lnTo>
                  <a:lnTo>
                    <a:pt x="50" y="439"/>
                  </a:lnTo>
                  <a:lnTo>
                    <a:pt x="62" y="445"/>
                  </a:lnTo>
                  <a:lnTo>
                    <a:pt x="76" y="449"/>
                  </a:lnTo>
                  <a:lnTo>
                    <a:pt x="92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lnTo>
                    <a:pt x="172" y="457"/>
                  </a:lnTo>
                  <a:lnTo>
                    <a:pt x="192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0" y="433"/>
                  </a:lnTo>
                  <a:lnTo>
                    <a:pt x="270" y="425"/>
                  </a:lnTo>
                  <a:lnTo>
                    <a:pt x="278" y="417"/>
                  </a:lnTo>
                  <a:lnTo>
                    <a:pt x="284" y="409"/>
                  </a:lnTo>
                  <a:lnTo>
                    <a:pt x="290" y="401"/>
                  </a:lnTo>
                  <a:lnTo>
                    <a:pt x="294" y="391"/>
                  </a:lnTo>
                  <a:lnTo>
                    <a:pt x="298" y="370"/>
                  </a:lnTo>
                  <a:lnTo>
                    <a:pt x="300" y="350"/>
                  </a:lnTo>
                  <a:lnTo>
                    <a:pt x="300" y="3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8" name="Freeform 35"/>
            <p:cNvSpPr>
              <a:spLocks noEditPoints="1"/>
            </p:cNvSpPr>
            <p:nvPr/>
          </p:nvSpPr>
          <p:spPr bwMode="auto">
            <a:xfrm>
              <a:off x="748" y="2987"/>
              <a:ext cx="348" cy="447"/>
            </a:xfrm>
            <a:custGeom>
              <a:avLst/>
              <a:gdLst>
                <a:gd name="T0" fmla="*/ 256 w 348"/>
                <a:gd name="T1" fmla="*/ 431 h 447"/>
                <a:gd name="T2" fmla="*/ 256 w 348"/>
                <a:gd name="T3" fmla="*/ 431 h 447"/>
                <a:gd name="T4" fmla="*/ 260 w 348"/>
                <a:gd name="T5" fmla="*/ 437 h 447"/>
                <a:gd name="T6" fmla="*/ 264 w 348"/>
                <a:gd name="T7" fmla="*/ 443 h 447"/>
                <a:gd name="T8" fmla="*/ 268 w 348"/>
                <a:gd name="T9" fmla="*/ 447 h 447"/>
                <a:gd name="T10" fmla="*/ 276 w 348"/>
                <a:gd name="T11" fmla="*/ 447 h 447"/>
                <a:gd name="T12" fmla="*/ 336 w 348"/>
                <a:gd name="T13" fmla="*/ 447 h 447"/>
                <a:gd name="T14" fmla="*/ 336 w 348"/>
                <a:gd name="T15" fmla="*/ 447 h 447"/>
                <a:gd name="T16" fmla="*/ 342 w 348"/>
                <a:gd name="T17" fmla="*/ 447 h 447"/>
                <a:gd name="T18" fmla="*/ 346 w 348"/>
                <a:gd name="T19" fmla="*/ 443 h 447"/>
                <a:gd name="T20" fmla="*/ 348 w 348"/>
                <a:gd name="T21" fmla="*/ 437 h 447"/>
                <a:gd name="T22" fmla="*/ 348 w 348"/>
                <a:gd name="T23" fmla="*/ 431 h 447"/>
                <a:gd name="T24" fmla="*/ 224 w 348"/>
                <a:gd name="T25" fmla="*/ 16 h 447"/>
                <a:gd name="T26" fmla="*/ 224 w 348"/>
                <a:gd name="T27" fmla="*/ 16 h 447"/>
                <a:gd name="T28" fmla="*/ 222 w 348"/>
                <a:gd name="T29" fmla="*/ 8 h 447"/>
                <a:gd name="T30" fmla="*/ 218 w 348"/>
                <a:gd name="T31" fmla="*/ 4 h 447"/>
                <a:gd name="T32" fmla="*/ 212 w 348"/>
                <a:gd name="T33" fmla="*/ 0 h 447"/>
                <a:gd name="T34" fmla="*/ 204 w 348"/>
                <a:gd name="T35" fmla="*/ 0 h 447"/>
                <a:gd name="T36" fmla="*/ 146 w 348"/>
                <a:gd name="T37" fmla="*/ 0 h 447"/>
                <a:gd name="T38" fmla="*/ 146 w 348"/>
                <a:gd name="T39" fmla="*/ 0 h 447"/>
                <a:gd name="T40" fmla="*/ 138 w 348"/>
                <a:gd name="T41" fmla="*/ 0 h 447"/>
                <a:gd name="T42" fmla="*/ 132 w 348"/>
                <a:gd name="T43" fmla="*/ 4 h 447"/>
                <a:gd name="T44" fmla="*/ 128 w 348"/>
                <a:gd name="T45" fmla="*/ 8 h 447"/>
                <a:gd name="T46" fmla="*/ 126 w 348"/>
                <a:gd name="T47" fmla="*/ 16 h 447"/>
                <a:gd name="T48" fmla="*/ 2 w 348"/>
                <a:gd name="T49" fmla="*/ 431 h 447"/>
                <a:gd name="T50" fmla="*/ 2 w 348"/>
                <a:gd name="T51" fmla="*/ 431 h 447"/>
                <a:gd name="T52" fmla="*/ 0 w 348"/>
                <a:gd name="T53" fmla="*/ 437 h 447"/>
                <a:gd name="T54" fmla="*/ 2 w 348"/>
                <a:gd name="T55" fmla="*/ 443 h 447"/>
                <a:gd name="T56" fmla="*/ 8 w 348"/>
                <a:gd name="T57" fmla="*/ 447 h 447"/>
                <a:gd name="T58" fmla="*/ 14 w 348"/>
                <a:gd name="T59" fmla="*/ 447 h 447"/>
                <a:gd name="T60" fmla="*/ 68 w 348"/>
                <a:gd name="T61" fmla="*/ 447 h 447"/>
                <a:gd name="T62" fmla="*/ 68 w 348"/>
                <a:gd name="T63" fmla="*/ 447 h 447"/>
                <a:gd name="T64" fmla="*/ 76 w 348"/>
                <a:gd name="T65" fmla="*/ 447 h 447"/>
                <a:gd name="T66" fmla="*/ 82 w 348"/>
                <a:gd name="T67" fmla="*/ 443 h 447"/>
                <a:gd name="T68" fmla="*/ 84 w 348"/>
                <a:gd name="T69" fmla="*/ 437 h 447"/>
                <a:gd name="T70" fmla="*/ 88 w 348"/>
                <a:gd name="T71" fmla="*/ 431 h 447"/>
                <a:gd name="T72" fmla="*/ 110 w 348"/>
                <a:gd name="T73" fmla="*/ 350 h 447"/>
                <a:gd name="T74" fmla="*/ 234 w 348"/>
                <a:gd name="T75" fmla="*/ 350 h 447"/>
                <a:gd name="T76" fmla="*/ 256 w 348"/>
                <a:gd name="T77" fmla="*/ 431 h 447"/>
                <a:gd name="T78" fmla="*/ 130 w 348"/>
                <a:gd name="T79" fmla="*/ 280 h 447"/>
                <a:gd name="T80" fmla="*/ 172 w 348"/>
                <a:gd name="T81" fmla="*/ 92 h 447"/>
                <a:gd name="T82" fmla="*/ 214 w 348"/>
                <a:gd name="T83" fmla="*/ 280 h 447"/>
                <a:gd name="T84" fmla="*/ 130 w 348"/>
                <a:gd name="T85" fmla="*/ 28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48" h="447">
                  <a:moveTo>
                    <a:pt x="256" y="431"/>
                  </a:moveTo>
                  <a:lnTo>
                    <a:pt x="256" y="431"/>
                  </a:lnTo>
                  <a:lnTo>
                    <a:pt x="260" y="437"/>
                  </a:lnTo>
                  <a:lnTo>
                    <a:pt x="264" y="443"/>
                  </a:lnTo>
                  <a:lnTo>
                    <a:pt x="268" y="447"/>
                  </a:lnTo>
                  <a:lnTo>
                    <a:pt x="276" y="447"/>
                  </a:lnTo>
                  <a:lnTo>
                    <a:pt x="336" y="447"/>
                  </a:lnTo>
                  <a:lnTo>
                    <a:pt x="336" y="447"/>
                  </a:lnTo>
                  <a:lnTo>
                    <a:pt x="342" y="447"/>
                  </a:lnTo>
                  <a:lnTo>
                    <a:pt x="346" y="443"/>
                  </a:lnTo>
                  <a:lnTo>
                    <a:pt x="348" y="437"/>
                  </a:lnTo>
                  <a:lnTo>
                    <a:pt x="348" y="431"/>
                  </a:lnTo>
                  <a:lnTo>
                    <a:pt x="224" y="16"/>
                  </a:lnTo>
                  <a:lnTo>
                    <a:pt x="224" y="16"/>
                  </a:lnTo>
                  <a:lnTo>
                    <a:pt x="222" y="8"/>
                  </a:lnTo>
                  <a:lnTo>
                    <a:pt x="218" y="4"/>
                  </a:lnTo>
                  <a:lnTo>
                    <a:pt x="212" y="0"/>
                  </a:lnTo>
                  <a:lnTo>
                    <a:pt x="204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38" y="0"/>
                  </a:lnTo>
                  <a:lnTo>
                    <a:pt x="132" y="4"/>
                  </a:lnTo>
                  <a:lnTo>
                    <a:pt x="128" y="8"/>
                  </a:lnTo>
                  <a:lnTo>
                    <a:pt x="126" y="16"/>
                  </a:lnTo>
                  <a:lnTo>
                    <a:pt x="2" y="431"/>
                  </a:lnTo>
                  <a:lnTo>
                    <a:pt x="2" y="431"/>
                  </a:lnTo>
                  <a:lnTo>
                    <a:pt x="0" y="437"/>
                  </a:lnTo>
                  <a:lnTo>
                    <a:pt x="2" y="443"/>
                  </a:lnTo>
                  <a:lnTo>
                    <a:pt x="8" y="447"/>
                  </a:lnTo>
                  <a:lnTo>
                    <a:pt x="14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2" y="443"/>
                  </a:lnTo>
                  <a:lnTo>
                    <a:pt x="84" y="437"/>
                  </a:lnTo>
                  <a:lnTo>
                    <a:pt x="88" y="431"/>
                  </a:lnTo>
                  <a:lnTo>
                    <a:pt x="110" y="350"/>
                  </a:lnTo>
                  <a:lnTo>
                    <a:pt x="234" y="350"/>
                  </a:lnTo>
                  <a:lnTo>
                    <a:pt x="256" y="431"/>
                  </a:lnTo>
                  <a:close/>
                  <a:moveTo>
                    <a:pt x="130" y="280"/>
                  </a:moveTo>
                  <a:lnTo>
                    <a:pt x="172" y="92"/>
                  </a:lnTo>
                  <a:lnTo>
                    <a:pt x="214" y="280"/>
                  </a:lnTo>
                  <a:lnTo>
                    <a:pt x="130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9" name="Freeform 36"/>
            <p:cNvSpPr>
              <a:spLocks/>
            </p:cNvSpPr>
            <p:nvPr/>
          </p:nvSpPr>
          <p:spPr bwMode="auto">
            <a:xfrm>
              <a:off x="78" y="2981"/>
              <a:ext cx="302" cy="459"/>
            </a:xfrm>
            <a:custGeom>
              <a:avLst/>
              <a:gdLst>
                <a:gd name="T0" fmla="*/ 172 w 302"/>
                <a:gd name="T1" fmla="*/ 457 h 459"/>
                <a:gd name="T2" fmla="*/ 224 w 302"/>
                <a:gd name="T3" fmla="*/ 449 h 459"/>
                <a:gd name="T4" fmla="*/ 262 w 302"/>
                <a:gd name="T5" fmla="*/ 433 h 459"/>
                <a:gd name="T6" fmla="*/ 286 w 302"/>
                <a:gd name="T7" fmla="*/ 409 h 459"/>
                <a:gd name="T8" fmla="*/ 300 w 302"/>
                <a:gd name="T9" fmla="*/ 370 h 459"/>
                <a:gd name="T10" fmla="*/ 302 w 302"/>
                <a:gd name="T11" fmla="*/ 300 h 459"/>
                <a:gd name="T12" fmla="*/ 290 w 302"/>
                <a:gd name="T13" fmla="*/ 252 h 459"/>
                <a:gd name="T14" fmla="*/ 256 w 302"/>
                <a:gd name="T15" fmla="*/ 220 h 459"/>
                <a:gd name="T16" fmla="*/ 122 w 302"/>
                <a:gd name="T17" fmla="*/ 164 h 459"/>
                <a:gd name="T18" fmla="*/ 104 w 302"/>
                <a:gd name="T19" fmla="*/ 154 h 459"/>
                <a:gd name="T20" fmla="*/ 96 w 302"/>
                <a:gd name="T21" fmla="*/ 136 h 459"/>
                <a:gd name="T22" fmla="*/ 96 w 302"/>
                <a:gd name="T23" fmla="*/ 120 h 459"/>
                <a:gd name="T24" fmla="*/ 102 w 302"/>
                <a:gd name="T25" fmla="*/ 90 h 459"/>
                <a:gd name="T26" fmla="*/ 126 w 302"/>
                <a:gd name="T27" fmla="*/ 74 h 459"/>
                <a:gd name="T28" fmla="*/ 152 w 302"/>
                <a:gd name="T29" fmla="*/ 72 h 459"/>
                <a:gd name="T30" fmla="*/ 190 w 302"/>
                <a:gd name="T31" fmla="*/ 78 h 459"/>
                <a:gd name="T32" fmla="*/ 208 w 302"/>
                <a:gd name="T33" fmla="*/ 98 h 459"/>
                <a:gd name="T34" fmla="*/ 210 w 302"/>
                <a:gd name="T35" fmla="*/ 124 h 459"/>
                <a:gd name="T36" fmla="*/ 214 w 302"/>
                <a:gd name="T37" fmla="*/ 136 h 459"/>
                <a:gd name="T38" fmla="*/ 282 w 302"/>
                <a:gd name="T39" fmla="*/ 140 h 459"/>
                <a:gd name="T40" fmla="*/ 294 w 302"/>
                <a:gd name="T41" fmla="*/ 136 h 459"/>
                <a:gd name="T42" fmla="*/ 298 w 302"/>
                <a:gd name="T43" fmla="*/ 108 h 459"/>
                <a:gd name="T44" fmla="*/ 292 w 302"/>
                <a:gd name="T45" fmla="*/ 68 h 459"/>
                <a:gd name="T46" fmla="*/ 276 w 302"/>
                <a:gd name="T47" fmla="*/ 40 h 459"/>
                <a:gd name="T48" fmla="*/ 248 w 302"/>
                <a:gd name="T49" fmla="*/ 20 h 459"/>
                <a:gd name="T50" fmla="*/ 208 w 302"/>
                <a:gd name="T51" fmla="*/ 6 h 459"/>
                <a:gd name="T52" fmla="*/ 150 w 302"/>
                <a:gd name="T53" fmla="*/ 0 h 459"/>
                <a:gd name="T54" fmla="*/ 112 w 302"/>
                <a:gd name="T55" fmla="*/ 2 h 459"/>
                <a:gd name="T56" fmla="*/ 66 w 302"/>
                <a:gd name="T57" fmla="*/ 14 h 459"/>
                <a:gd name="T58" fmla="*/ 36 w 302"/>
                <a:gd name="T59" fmla="*/ 34 h 459"/>
                <a:gd name="T60" fmla="*/ 14 w 302"/>
                <a:gd name="T61" fmla="*/ 68 h 459"/>
                <a:gd name="T62" fmla="*/ 8 w 302"/>
                <a:gd name="T63" fmla="*/ 146 h 459"/>
                <a:gd name="T64" fmla="*/ 14 w 302"/>
                <a:gd name="T65" fmla="*/ 174 h 459"/>
                <a:gd name="T66" fmla="*/ 36 w 302"/>
                <a:gd name="T67" fmla="*/ 210 h 459"/>
                <a:gd name="T68" fmla="*/ 70 w 302"/>
                <a:gd name="T69" fmla="*/ 230 h 459"/>
                <a:gd name="T70" fmla="*/ 184 w 302"/>
                <a:gd name="T71" fmla="*/ 278 h 459"/>
                <a:gd name="T72" fmla="*/ 210 w 302"/>
                <a:gd name="T73" fmla="*/ 300 h 459"/>
                <a:gd name="T74" fmla="*/ 214 w 302"/>
                <a:gd name="T75" fmla="*/ 338 h 459"/>
                <a:gd name="T76" fmla="*/ 210 w 302"/>
                <a:gd name="T77" fmla="*/ 360 h 459"/>
                <a:gd name="T78" fmla="*/ 190 w 302"/>
                <a:gd name="T79" fmla="*/ 380 h 459"/>
                <a:gd name="T80" fmla="*/ 150 w 302"/>
                <a:gd name="T81" fmla="*/ 387 h 459"/>
                <a:gd name="T82" fmla="*/ 120 w 302"/>
                <a:gd name="T83" fmla="*/ 385 h 459"/>
                <a:gd name="T84" fmla="*/ 96 w 302"/>
                <a:gd name="T85" fmla="*/ 368 h 459"/>
                <a:gd name="T86" fmla="*/ 88 w 302"/>
                <a:gd name="T87" fmla="*/ 338 h 459"/>
                <a:gd name="T88" fmla="*/ 86 w 302"/>
                <a:gd name="T89" fmla="*/ 316 h 459"/>
                <a:gd name="T90" fmla="*/ 72 w 302"/>
                <a:gd name="T91" fmla="*/ 306 h 459"/>
                <a:gd name="T92" fmla="*/ 8 w 302"/>
                <a:gd name="T93" fmla="*/ 308 h 459"/>
                <a:gd name="T94" fmla="*/ 0 w 302"/>
                <a:gd name="T95" fmla="*/ 324 h 459"/>
                <a:gd name="T96" fmla="*/ 2 w 302"/>
                <a:gd name="T97" fmla="*/ 370 h 459"/>
                <a:gd name="T98" fmla="*/ 16 w 302"/>
                <a:gd name="T99" fmla="*/ 409 h 459"/>
                <a:gd name="T100" fmla="*/ 40 w 302"/>
                <a:gd name="T101" fmla="*/ 433 h 459"/>
                <a:gd name="T102" fmla="*/ 78 w 302"/>
                <a:gd name="T103" fmla="*/ 449 h 459"/>
                <a:gd name="T104" fmla="*/ 130 w 302"/>
                <a:gd name="T105" fmla="*/ 457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" h="459">
                  <a:moveTo>
                    <a:pt x="150" y="459"/>
                  </a:moveTo>
                  <a:lnTo>
                    <a:pt x="150" y="459"/>
                  </a:lnTo>
                  <a:lnTo>
                    <a:pt x="172" y="457"/>
                  </a:lnTo>
                  <a:lnTo>
                    <a:pt x="190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2" y="433"/>
                  </a:lnTo>
                  <a:lnTo>
                    <a:pt x="270" y="425"/>
                  </a:lnTo>
                  <a:lnTo>
                    <a:pt x="278" y="417"/>
                  </a:lnTo>
                  <a:lnTo>
                    <a:pt x="286" y="409"/>
                  </a:lnTo>
                  <a:lnTo>
                    <a:pt x="290" y="401"/>
                  </a:lnTo>
                  <a:lnTo>
                    <a:pt x="294" y="391"/>
                  </a:lnTo>
                  <a:lnTo>
                    <a:pt x="300" y="370"/>
                  </a:lnTo>
                  <a:lnTo>
                    <a:pt x="302" y="350"/>
                  </a:lnTo>
                  <a:lnTo>
                    <a:pt x="302" y="300"/>
                  </a:lnTo>
                  <a:lnTo>
                    <a:pt x="302" y="300"/>
                  </a:lnTo>
                  <a:lnTo>
                    <a:pt x="300" y="282"/>
                  </a:lnTo>
                  <a:lnTo>
                    <a:pt x="296" y="266"/>
                  </a:lnTo>
                  <a:lnTo>
                    <a:pt x="290" y="252"/>
                  </a:lnTo>
                  <a:lnTo>
                    <a:pt x="280" y="240"/>
                  </a:lnTo>
                  <a:lnTo>
                    <a:pt x="268" y="230"/>
                  </a:lnTo>
                  <a:lnTo>
                    <a:pt x="256" y="220"/>
                  </a:lnTo>
                  <a:lnTo>
                    <a:pt x="240" y="212"/>
                  </a:lnTo>
                  <a:lnTo>
                    <a:pt x="224" y="206"/>
                  </a:lnTo>
                  <a:lnTo>
                    <a:pt x="122" y="164"/>
                  </a:lnTo>
                  <a:lnTo>
                    <a:pt x="122" y="164"/>
                  </a:lnTo>
                  <a:lnTo>
                    <a:pt x="114" y="160"/>
                  </a:lnTo>
                  <a:lnTo>
                    <a:pt x="104" y="154"/>
                  </a:lnTo>
                  <a:lnTo>
                    <a:pt x="102" y="150"/>
                  </a:lnTo>
                  <a:lnTo>
                    <a:pt x="98" y="144"/>
                  </a:lnTo>
                  <a:lnTo>
                    <a:pt x="96" y="136"/>
                  </a:lnTo>
                  <a:lnTo>
                    <a:pt x="96" y="128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08"/>
                  </a:lnTo>
                  <a:lnTo>
                    <a:pt x="98" y="98"/>
                  </a:lnTo>
                  <a:lnTo>
                    <a:pt x="102" y="90"/>
                  </a:lnTo>
                  <a:lnTo>
                    <a:pt x="108" y="84"/>
                  </a:lnTo>
                  <a:lnTo>
                    <a:pt x="116" y="78"/>
                  </a:lnTo>
                  <a:lnTo>
                    <a:pt x="126" y="74"/>
                  </a:lnTo>
                  <a:lnTo>
                    <a:pt x="138" y="72"/>
                  </a:lnTo>
                  <a:lnTo>
                    <a:pt x="152" y="72"/>
                  </a:lnTo>
                  <a:lnTo>
                    <a:pt x="152" y="72"/>
                  </a:lnTo>
                  <a:lnTo>
                    <a:pt x="166" y="72"/>
                  </a:lnTo>
                  <a:lnTo>
                    <a:pt x="180" y="74"/>
                  </a:lnTo>
                  <a:lnTo>
                    <a:pt x="190" y="78"/>
                  </a:lnTo>
                  <a:lnTo>
                    <a:pt x="198" y="84"/>
                  </a:lnTo>
                  <a:lnTo>
                    <a:pt x="204" y="90"/>
                  </a:lnTo>
                  <a:lnTo>
                    <a:pt x="208" y="98"/>
                  </a:lnTo>
                  <a:lnTo>
                    <a:pt x="210" y="108"/>
                  </a:lnTo>
                  <a:lnTo>
                    <a:pt x="210" y="120"/>
                  </a:lnTo>
                  <a:lnTo>
                    <a:pt x="210" y="124"/>
                  </a:lnTo>
                  <a:lnTo>
                    <a:pt x="210" y="124"/>
                  </a:lnTo>
                  <a:lnTo>
                    <a:pt x="212" y="132"/>
                  </a:lnTo>
                  <a:lnTo>
                    <a:pt x="214" y="136"/>
                  </a:lnTo>
                  <a:lnTo>
                    <a:pt x="218" y="140"/>
                  </a:lnTo>
                  <a:lnTo>
                    <a:pt x="226" y="140"/>
                  </a:lnTo>
                  <a:lnTo>
                    <a:pt x="282" y="140"/>
                  </a:lnTo>
                  <a:lnTo>
                    <a:pt x="282" y="140"/>
                  </a:lnTo>
                  <a:lnTo>
                    <a:pt x="290" y="140"/>
                  </a:lnTo>
                  <a:lnTo>
                    <a:pt x="294" y="136"/>
                  </a:lnTo>
                  <a:lnTo>
                    <a:pt x="298" y="132"/>
                  </a:lnTo>
                  <a:lnTo>
                    <a:pt x="298" y="124"/>
                  </a:lnTo>
                  <a:lnTo>
                    <a:pt x="298" y="108"/>
                  </a:lnTo>
                  <a:lnTo>
                    <a:pt x="298" y="108"/>
                  </a:lnTo>
                  <a:lnTo>
                    <a:pt x="296" y="86"/>
                  </a:lnTo>
                  <a:lnTo>
                    <a:pt x="292" y="68"/>
                  </a:lnTo>
                  <a:lnTo>
                    <a:pt x="288" y="58"/>
                  </a:lnTo>
                  <a:lnTo>
                    <a:pt x="282" y="50"/>
                  </a:lnTo>
                  <a:lnTo>
                    <a:pt x="276" y="40"/>
                  </a:lnTo>
                  <a:lnTo>
                    <a:pt x="268" y="34"/>
                  </a:lnTo>
                  <a:lnTo>
                    <a:pt x="258" y="26"/>
                  </a:lnTo>
                  <a:lnTo>
                    <a:pt x="248" y="20"/>
                  </a:lnTo>
                  <a:lnTo>
                    <a:pt x="236" y="14"/>
                  </a:lnTo>
                  <a:lnTo>
                    <a:pt x="222" y="10"/>
                  </a:lnTo>
                  <a:lnTo>
                    <a:pt x="208" y="6"/>
                  </a:lnTo>
                  <a:lnTo>
                    <a:pt x="190" y="2"/>
                  </a:lnTo>
                  <a:lnTo>
                    <a:pt x="172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30" y="0"/>
                  </a:lnTo>
                  <a:lnTo>
                    <a:pt x="112" y="2"/>
                  </a:lnTo>
                  <a:lnTo>
                    <a:pt x="94" y="6"/>
                  </a:lnTo>
                  <a:lnTo>
                    <a:pt x="80" y="10"/>
                  </a:lnTo>
                  <a:lnTo>
                    <a:pt x="66" y="14"/>
                  </a:lnTo>
                  <a:lnTo>
                    <a:pt x="56" y="20"/>
                  </a:lnTo>
                  <a:lnTo>
                    <a:pt x="46" y="26"/>
                  </a:lnTo>
                  <a:lnTo>
                    <a:pt x="36" y="34"/>
                  </a:lnTo>
                  <a:lnTo>
                    <a:pt x="30" y="40"/>
                  </a:lnTo>
                  <a:lnTo>
                    <a:pt x="24" y="50"/>
                  </a:lnTo>
                  <a:lnTo>
                    <a:pt x="14" y="68"/>
                  </a:lnTo>
                  <a:lnTo>
                    <a:pt x="10" y="86"/>
                  </a:lnTo>
                  <a:lnTo>
                    <a:pt x="8" y="108"/>
                  </a:lnTo>
                  <a:lnTo>
                    <a:pt x="8" y="146"/>
                  </a:lnTo>
                  <a:lnTo>
                    <a:pt x="8" y="146"/>
                  </a:lnTo>
                  <a:lnTo>
                    <a:pt x="10" y="160"/>
                  </a:lnTo>
                  <a:lnTo>
                    <a:pt x="14" y="174"/>
                  </a:lnTo>
                  <a:lnTo>
                    <a:pt x="20" y="188"/>
                  </a:lnTo>
                  <a:lnTo>
                    <a:pt x="28" y="198"/>
                  </a:lnTo>
                  <a:lnTo>
                    <a:pt x="36" y="210"/>
                  </a:lnTo>
                  <a:lnTo>
                    <a:pt x="46" y="218"/>
                  </a:lnTo>
                  <a:lnTo>
                    <a:pt x="58" y="226"/>
                  </a:lnTo>
                  <a:lnTo>
                    <a:pt x="70" y="230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84" y="278"/>
                  </a:lnTo>
                  <a:lnTo>
                    <a:pt x="200" y="288"/>
                  </a:lnTo>
                  <a:lnTo>
                    <a:pt x="206" y="294"/>
                  </a:lnTo>
                  <a:lnTo>
                    <a:pt x="210" y="300"/>
                  </a:lnTo>
                  <a:lnTo>
                    <a:pt x="214" y="308"/>
                  </a:lnTo>
                  <a:lnTo>
                    <a:pt x="214" y="318"/>
                  </a:lnTo>
                  <a:lnTo>
                    <a:pt x="214" y="338"/>
                  </a:lnTo>
                  <a:lnTo>
                    <a:pt x="214" y="338"/>
                  </a:lnTo>
                  <a:lnTo>
                    <a:pt x="214" y="350"/>
                  </a:lnTo>
                  <a:lnTo>
                    <a:pt x="210" y="360"/>
                  </a:lnTo>
                  <a:lnTo>
                    <a:pt x="206" y="368"/>
                  </a:lnTo>
                  <a:lnTo>
                    <a:pt x="198" y="374"/>
                  </a:lnTo>
                  <a:lnTo>
                    <a:pt x="190" y="380"/>
                  </a:lnTo>
                  <a:lnTo>
                    <a:pt x="178" y="385"/>
                  </a:lnTo>
                  <a:lnTo>
                    <a:pt x="166" y="387"/>
                  </a:lnTo>
                  <a:lnTo>
                    <a:pt x="150" y="387"/>
                  </a:lnTo>
                  <a:lnTo>
                    <a:pt x="150" y="387"/>
                  </a:lnTo>
                  <a:lnTo>
                    <a:pt x="134" y="387"/>
                  </a:lnTo>
                  <a:lnTo>
                    <a:pt x="120" y="385"/>
                  </a:lnTo>
                  <a:lnTo>
                    <a:pt x="110" y="380"/>
                  </a:lnTo>
                  <a:lnTo>
                    <a:pt x="102" y="374"/>
                  </a:lnTo>
                  <a:lnTo>
                    <a:pt x="96" y="368"/>
                  </a:lnTo>
                  <a:lnTo>
                    <a:pt x="90" y="360"/>
                  </a:lnTo>
                  <a:lnTo>
                    <a:pt x="88" y="350"/>
                  </a:lnTo>
                  <a:lnTo>
                    <a:pt x="88" y="338"/>
                  </a:lnTo>
                  <a:lnTo>
                    <a:pt x="88" y="324"/>
                  </a:lnTo>
                  <a:lnTo>
                    <a:pt x="88" y="324"/>
                  </a:lnTo>
                  <a:lnTo>
                    <a:pt x="86" y="316"/>
                  </a:lnTo>
                  <a:lnTo>
                    <a:pt x="84" y="310"/>
                  </a:lnTo>
                  <a:lnTo>
                    <a:pt x="80" y="308"/>
                  </a:lnTo>
                  <a:lnTo>
                    <a:pt x="72" y="306"/>
                  </a:lnTo>
                  <a:lnTo>
                    <a:pt x="16" y="306"/>
                  </a:lnTo>
                  <a:lnTo>
                    <a:pt x="16" y="306"/>
                  </a:lnTo>
                  <a:lnTo>
                    <a:pt x="8" y="308"/>
                  </a:lnTo>
                  <a:lnTo>
                    <a:pt x="4" y="310"/>
                  </a:lnTo>
                  <a:lnTo>
                    <a:pt x="2" y="316"/>
                  </a:lnTo>
                  <a:lnTo>
                    <a:pt x="0" y="324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6" y="409"/>
                  </a:lnTo>
                  <a:lnTo>
                    <a:pt x="24" y="417"/>
                  </a:lnTo>
                  <a:lnTo>
                    <a:pt x="32" y="425"/>
                  </a:lnTo>
                  <a:lnTo>
                    <a:pt x="40" y="433"/>
                  </a:lnTo>
                  <a:lnTo>
                    <a:pt x="52" y="439"/>
                  </a:lnTo>
                  <a:lnTo>
                    <a:pt x="64" y="445"/>
                  </a:lnTo>
                  <a:lnTo>
                    <a:pt x="78" y="449"/>
                  </a:lnTo>
                  <a:lnTo>
                    <a:pt x="92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0" name="Freeform 37"/>
            <p:cNvSpPr>
              <a:spLocks/>
            </p:cNvSpPr>
            <p:nvPr/>
          </p:nvSpPr>
          <p:spPr bwMode="auto">
            <a:xfrm>
              <a:off x="1696" y="2981"/>
              <a:ext cx="302" cy="459"/>
            </a:xfrm>
            <a:custGeom>
              <a:avLst/>
              <a:gdLst>
                <a:gd name="T0" fmla="*/ 302 w 302"/>
                <a:gd name="T1" fmla="*/ 300 h 459"/>
                <a:gd name="T2" fmla="*/ 290 w 302"/>
                <a:gd name="T3" fmla="*/ 252 h 459"/>
                <a:gd name="T4" fmla="*/ 256 w 302"/>
                <a:gd name="T5" fmla="*/ 220 h 459"/>
                <a:gd name="T6" fmla="*/ 122 w 302"/>
                <a:gd name="T7" fmla="*/ 164 h 459"/>
                <a:gd name="T8" fmla="*/ 106 w 302"/>
                <a:gd name="T9" fmla="*/ 154 h 459"/>
                <a:gd name="T10" fmla="*/ 96 w 302"/>
                <a:gd name="T11" fmla="*/ 136 h 459"/>
                <a:gd name="T12" fmla="*/ 96 w 302"/>
                <a:gd name="T13" fmla="*/ 120 h 459"/>
                <a:gd name="T14" fmla="*/ 102 w 302"/>
                <a:gd name="T15" fmla="*/ 90 h 459"/>
                <a:gd name="T16" fmla="*/ 126 w 302"/>
                <a:gd name="T17" fmla="*/ 74 h 459"/>
                <a:gd name="T18" fmla="*/ 152 w 302"/>
                <a:gd name="T19" fmla="*/ 72 h 459"/>
                <a:gd name="T20" fmla="*/ 190 w 302"/>
                <a:gd name="T21" fmla="*/ 78 h 459"/>
                <a:gd name="T22" fmla="*/ 208 w 302"/>
                <a:gd name="T23" fmla="*/ 98 h 459"/>
                <a:gd name="T24" fmla="*/ 212 w 302"/>
                <a:gd name="T25" fmla="*/ 124 h 459"/>
                <a:gd name="T26" fmla="*/ 214 w 302"/>
                <a:gd name="T27" fmla="*/ 136 h 459"/>
                <a:gd name="T28" fmla="*/ 282 w 302"/>
                <a:gd name="T29" fmla="*/ 140 h 459"/>
                <a:gd name="T30" fmla="*/ 294 w 302"/>
                <a:gd name="T31" fmla="*/ 136 h 459"/>
                <a:gd name="T32" fmla="*/ 298 w 302"/>
                <a:gd name="T33" fmla="*/ 108 h 459"/>
                <a:gd name="T34" fmla="*/ 292 w 302"/>
                <a:gd name="T35" fmla="*/ 68 h 459"/>
                <a:gd name="T36" fmla="*/ 276 w 302"/>
                <a:gd name="T37" fmla="*/ 40 h 459"/>
                <a:gd name="T38" fmla="*/ 248 w 302"/>
                <a:gd name="T39" fmla="*/ 20 h 459"/>
                <a:gd name="T40" fmla="*/ 208 w 302"/>
                <a:gd name="T41" fmla="*/ 6 h 459"/>
                <a:gd name="T42" fmla="*/ 152 w 302"/>
                <a:gd name="T43" fmla="*/ 0 h 459"/>
                <a:gd name="T44" fmla="*/ 112 w 302"/>
                <a:gd name="T45" fmla="*/ 2 h 459"/>
                <a:gd name="T46" fmla="*/ 68 w 302"/>
                <a:gd name="T47" fmla="*/ 14 h 459"/>
                <a:gd name="T48" fmla="*/ 38 w 302"/>
                <a:gd name="T49" fmla="*/ 34 h 459"/>
                <a:gd name="T50" fmla="*/ 16 w 302"/>
                <a:gd name="T51" fmla="*/ 68 h 459"/>
                <a:gd name="T52" fmla="*/ 10 w 302"/>
                <a:gd name="T53" fmla="*/ 146 h 459"/>
                <a:gd name="T54" fmla="*/ 14 w 302"/>
                <a:gd name="T55" fmla="*/ 174 h 459"/>
                <a:gd name="T56" fmla="*/ 36 w 302"/>
                <a:gd name="T57" fmla="*/ 210 h 459"/>
                <a:gd name="T58" fmla="*/ 70 w 302"/>
                <a:gd name="T59" fmla="*/ 230 h 459"/>
                <a:gd name="T60" fmla="*/ 184 w 302"/>
                <a:gd name="T61" fmla="*/ 278 h 459"/>
                <a:gd name="T62" fmla="*/ 210 w 302"/>
                <a:gd name="T63" fmla="*/ 300 h 459"/>
                <a:gd name="T64" fmla="*/ 214 w 302"/>
                <a:gd name="T65" fmla="*/ 338 h 459"/>
                <a:gd name="T66" fmla="*/ 210 w 302"/>
                <a:gd name="T67" fmla="*/ 360 h 459"/>
                <a:gd name="T68" fmla="*/ 190 w 302"/>
                <a:gd name="T69" fmla="*/ 380 h 459"/>
                <a:gd name="T70" fmla="*/ 150 w 302"/>
                <a:gd name="T71" fmla="*/ 387 h 459"/>
                <a:gd name="T72" fmla="*/ 122 w 302"/>
                <a:gd name="T73" fmla="*/ 385 h 459"/>
                <a:gd name="T74" fmla="*/ 96 w 302"/>
                <a:gd name="T75" fmla="*/ 368 h 459"/>
                <a:gd name="T76" fmla="*/ 88 w 302"/>
                <a:gd name="T77" fmla="*/ 338 h 459"/>
                <a:gd name="T78" fmla="*/ 88 w 302"/>
                <a:gd name="T79" fmla="*/ 316 h 459"/>
                <a:gd name="T80" fmla="*/ 72 w 302"/>
                <a:gd name="T81" fmla="*/ 306 h 459"/>
                <a:gd name="T82" fmla="*/ 10 w 302"/>
                <a:gd name="T83" fmla="*/ 308 h 459"/>
                <a:gd name="T84" fmla="*/ 0 w 302"/>
                <a:gd name="T85" fmla="*/ 324 h 459"/>
                <a:gd name="T86" fmla="*/ 2 w 302"/>
                <a:gd name="T87" fmla="*/ 370 h 459"/>
                <a:gd name="T88" fmla="*/ 18 w 302"/>
                <a:gd name="T89" fmla="*/ 409 h 459"/>
                <a:gd name="T90" fmla="*/ 42 w 302"/>
                <a:gd name="T91" fmla="*/ 433 h 459"/>
                <a:gd name="T92" fmla="*/ 78 w 302"/>
                <a:gd name="T93" fmla="*/ 449 h 459"/>
                <a:gd name="T94" fmla="*/ 130 w 302"/>
                <a:gd name="T95" fmla="*/ 457 h 459"/>
                <a:gd name="T96" fmla="*/ 172 w 302"/>
                <a:gd name="T97" fmla="*/ 457 h 459"/>
                <a:gd name="T98" fmla="*/ 224 w 302"/>
                <a:gd name="T99" fmla="*/ 449 h 459"/>
                <a:gd name="T100" fmla="*/ 262 w 302"/>
                <a:gd name="T101" fmla="*/ 433 h 459"/>
                <a:gd name="T102" fmla="*/ 286 w 302"/>
                <a:gd name="T103" fmla="*/ 409 h 459"/>
                <a:gd name="T104" fmla="*/ 300 w 302"/>
                <a:gd name="T105" fmla="*/ 37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" h="459">
                  <a:moveTo>
                    <a:pt x="302" y="350"/>
                  </a:moveTo>
                  <a:lnTo>
                    <a:pt x="302" y="300"/>
                  </a:lnTo>
                  <a:lnTo>
                    <a:pt x="302" y="300"/>
                  </a:lnTo>
                  <a:lnTo>
                    <a:pt x="300" y="282"/>
                  </a:lnTo>
                  <a:lnTo>
                    <a:pt x="296" y="266"/>
                  </a:lnTo>
                  <a:lnTo>
                    <a:pt x="290" y="252"/>
                  </a:lnTo>
                  <a:lnTo>
                    <a:pt x="280" y="240"/>
                  </a:lnTo>
                  <a:lnTo>
                    <a:pt x="268" y="230"/>
                  </a:lnTo>
                  <a:lnTo>
                    <a:pt x="256" y="220"/>
                  </a:lnTo>
                  <a:lnTo>
                    <a:pt x="240" y="212"/>
                  </a:lnTo>
                  <a:lnTo>
                    <a:pt x="224" y="206"/>
                  </a:lnTo>
                  <a:lnTo>
                    <a:pt x="122" y="164"/>
                  </a:lnTo>
                  <a:lnTo>
                    <a:pt x="122" y="164"/>
                  </a:lnTo>
                  <a:lnTo>
                    <a:pt x="114" y="160"/>
                  </a:lnTo>
                  <a:lnTo>
                    <a:pt x="106" y="154"/>
                  </a:lnTo>
                  <a:lnTo>
                    <a:pt x="102" y="150"/>
                  </a:lnTo>
                  <a:lnTo>
                    <a:pt x="98" y="144"/>
                  </a:lnTo>
                  <a:lnTo>
                    <a:pt x="96" y="136"/>
                  </a:lnTo>
                  <a:lnTo>
                    <a:pt x="96" y="128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08"/>
                  </a:lnTo>
                  <a:lnTo>
                    <a:pt x="98" y="98"/>
                  </a:lnTo>
                  <a:lnTo>
                    <a:pt x="102" y="90"/>
                  </a:lnTo>
                  <a:lnTo>
                    <a:pt x="108" y="84"/>
                  </a:lnTo>
                  <a:lnTo>
                    <a:pt x="116" y="78"/>
                  </a:lnTo>
                  <a:lnTo>
                    <a:pt x="126" y="74"/>
                  </a:lnTo>
                  <a:lnTo>
                    <a:pt x="138" y="72"/>
                  </a:lnTo>
                  <a:lnTo>
                    <a:pt x="152" y="72"/>
                  </a:lnTo>
                  <a:lnTo>
                    <a:pt x="152" y="72"/>
                  </a:lnTo>
                  <a:lnTo>
                    <a:pt x="168" y="72"/>
                  </a:lnTo>
                  <a:lnTo>
                    <a:pt x="180" y="74"/>
                  </a:lnTo>
                  <a:lnTo>
                    <a:pt x="190" y="78"/>
                  </a:lnTo>
                  <a:lnTo>
                    <a:pt x="198" y="84"/>
                  </a:lnTo>
                  <a:lnTo>
                    <a:pt x="204" y="90"/>
                  </a:lnTo>
                  <a:lnTo>
                    <a:pt x="208" y="98"/>
                  </a:lnTo>
                  <a:lnTo>
                    <a:pt x="210" y="108"/>
                  </a:lnTo>
                  <a:lnTo>
                    <a:pt x="212" y="120"/>
                  </a:lnTo>
                  <a:lnTo>
                    <a:pt x="212" y="124"/>
                  </a:lnTo>
                  <a:lnTo>
                    <a:pt x="212" y="124"/>
                  </a:lnTo>
                  <a:lnTo>
                    <a:pt x="212" y="132"/>
                  </a:lnTo>
                  <a:lnTo>
                    <a:pt x="214" y="136"/>
                  </a:lnTo>
                  <a:lnTo>
                    <a:pt x="220" y="140"/>
                  </a:lnTo>
                  <a:lnTo>
                    <a:pt x="226" y="140"/>
                  </a:lnTo>
                  <a:lnTo>
                    <a:pt x="282" y="140"/>
                  </a:lnTo>
                  <a:lnTo>
                    <a:pt x="282" y="140"/>
                  </a:lnTo>
                  <a:lnTo>
                    <a:pt x="290" y="140"/>
                  </a:lnTo>
                  <a:lnTo>
                    <a:pt x="294" y="136"/>
                  </a:lnTo>
                  <a:lnTo>
                    <a:pt x="298" y="132"/>
                  </a:lnTo>
                  <a:lnTo>
                    <a:pt x="298" y="124"/>
                  </a:lnTo>
                  <a:lnTo>
                    <a:pt x="298" y="108"/>
                  </a:lnTo>
                  <a:lnTo>
                    <a:pt x="298" y="108"/>
                  </a:lnTo>
                  <a:lnTo>
                    <a:pt x="296" y="86"/>
                  </a:lnTo>
                  <a:lnTo>
                    <a:pt x="292" y="68"/>
                  </a:lnTo>
                  <a:lnTo>
                    <a:pt x="288" y="58"/>
                  </a:lnTo>
                  <a:lnTo>
                    <a:pt x="282" y="50"/>
                  </a:lnTo>
                  <a:lnTo>
                    <a:pt x="276" y="40"/>
                  </a:lnTo>
                  <a:lnTo>
                    <a:pt x="268" y="34"/>
                  </a:lnTo>
                  <a:lnTo>
                    <a:pt x="260" y="26"/>
                  </a:lnTo>
                  <a:lnTo>
                    <a:pt x="248" y="20"/>
                  </a:lnTo>
                  <a:lnTo>
                    <a:pt x="236" y="14"/>
                  </a:lnTo>
                  <a:lnTo>
                    <a:pt x="224" y="10"/>
                  </a:lnTo>
                  <a:lnTo>
                    <a:pt x="208" y="6"/>
                  </a:lnTo>
                  <a:lnTo>
                    <a:pt x="190" y="2"/>
                  </a:lnTo>
                  <a:lnTo>
                    <a:pt x="172" y="0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30" y="0"/>
                  </a:lnTo>
                  <a:lnTo>
                    <a:pt x="112" y="2"/>
                  </a:lnTo>
                  <a:lnTo>
                    <a:pt x="96" y="6"/>
                  </a:lnTo>
                  <a:lnTo>
                    <a:pt x="80" y="10"/>
                  </a:lnTo>
                  <a:lnTo>
                    <a:pt x="68" y="14"/>
                  </a:lnTo>
                  <a:lnTo>
                    <a:pt x="56" y="20"/>
                  </a:lnTo>
                  <a:lnTo>
                    <a:pt x="46" y="26"/>
                  </a:lnTo>
                  <a:lnTo>
                    <a:pt x="38" y="34"/>
                  </a:lnTo>
                  <a:lnTo>
                    <a:pt x="30" y="40"/>
                  </a:lnTo>
                  <a:lnTo>
                    <a:pt x="24" y="50"/>
                  </a:lnTo>
                  <a:lnTo>
                    <a:pt x="16" y="68"/>
                  </a:lnTo>
                  <a:lnTo>
                    <a:pt x="10" y="86"/>
                  </a:lnTo>
                  <a:lnTo>
                    <a:pt x="10" y="108"/>
                  </a:lnTo>
                  <a:lnTo>
                    <a:pt x="10" y="146"/>
                  </a:lnTo>
                  <a:lnTo>
                    <a:pt x="10" y="146"/>
                  </a:lnTo>
                  <a:lnTo>
                    <a:pt x="10" y="160"/>
                  </a:lnTo>
                  <a:lnTo>
                    <a:pt x="14" y="174"/>
                  </a:lnTo>
                  <a:lnTo>
                    <a:pt x="20" y="188"/>
                  </a:lnTo>
                  <a:lnTo>
                    <a:pt x="28" y="198"/>
                  </a:lnTo>
                  <a:lnTo>
                    <a:pt x="36" y="210"/>
                  </a:lnTo>
                  <a:lnTo>
                    <a:pt x="46" y="218"/>
                  </a:lnTo>
                  <a:lnTo>
                    <a:pt x="58" y="226"/>
                  </a:lnTo>
                  <a:lnTo>
                    <a:pt x="70" y="230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84" y="278"/>
                  </a:lnTo>
                  <a:lnTo>
                    <a:pt x="200" y="288"/>
                  </a:lnTo>
                  <a:lnTo>
                    <a:pt x="206" y="294"/>
                  </a:lnTo>
                  <a:lnTo>
                    <a:pt x="210" y="300"/>
                  </a:lnTo>
                  <a:lnTo>
                    <a:pt x="214" y="308"/>
                  </a:lnTo>
                  <a:lnTo>
                    <a:pt x="214" y="318"/>
                  </a:lnTo>
                  <a:lnTo>
                    <a:pt x="214" y="338"/>
                  </a:lnTo>
                  <a:lnTo>
                    <a:pt x="214" y="338"/>
                  </a:lnTo>
                  <a:lnTo>
                    <a:pt x="214" y="350"/>
                  </a:lnTo>
                  <a:lnTo>
                    <a:pt x="210" y="360"/>
                  </a:lnTo>
                  <a:lnTo>
                    <a:pt x="206" y="368"/>
                  </a:lnTo>
                  <a:lnTo>
                    <a:pt x="198" y="374"/>
                  </a:lnTo>
                  <a:lnTo>
                    <a:pt x="190" y="380"/>
                  </a:lnTo>
                  <a:lnTo>
                    <a:pt x="178" y="385"/>
                  </a:lnTo>
                  <a:lnTo>
                    <a:pt x="166" y="387"/>
                  </a:lnTo>
                  <a:lnTo>
                    <a:pt x="150" y="387"/>
                  </a:lnTo>
                  <a:lnTo>
                    <a:pt x="150" y="387"/>
                  </a:lnTo>
                  <a:lnTo>
                    <a:pt x="134" y="387"/>
                  </a:lnTo>
                  <a:lnTo>
                    <a:pt x="122" y="385"/>
                  </a:lnTo>
                  <a:lnTo>
                    <a:pt x="110" y="380"/>
                  </a:lnTo>
                  <a:lnTo>
                    <a:pt x="102" y="374"/>
                  </a:lnTo>
                  <a:lnTo>
                    <a:pt x="96" y="368"/>
                  </a:lnTo>
                  <a:lnTo>
                    <a:pt x="92" y="360"/>
                  </a:lnTo>
                  <a:lnTo>
                    <a:pt x="88" y="350"/>
                  </a:lnTo>
                  <a:lnTo>
                    <a:pt x="88" y="338"/>
                  </a:lnTo>
                  <a:lnTo>
                    <a:pt x="88" y="324"/>
                  </a:lnTo>
                  <a:lnTo>
                    <a:pt x="88" y="324"/>
                  </a:lnTo>
                  <a:lnTo>
                    <a:pt x="88" y="316"/>
                  </a:lnTo>
                  <a:lnTo>
                    <a:pt x="84" y="310"/>
                  </a:lnTo>
                  <a:lnTo>
                    <a:pt x="80" y="308"/>
                  </a:lnTo>
                  <a:lnTo>
                    <a:pt x="72" y="306"/>
                  </a:lnTo>
                  <a:lnTo>
                    <a:pt x="16" y="306"/>
                  </a:lnTo>
                  <a:lnTo>
                    <a:pt x="16" y="306"/>
                  </a:lnTo>
                  <a:lnTo>
                    <a:pt x="10" y="308"/>
                  </a:lnTo>
                  <a:lnTo>
                    <a:pt x="4" y="310"/>
                  </a:lnTo>
                  <a:lnTo>
                    <a:pt x="2" y="316"/>
                  </a:lnTo>
                  <a:lnTo>
                    <a:pt x="0" y="324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8" y="409"/>
                  </a:lnTo>
                  <a:lnTo>
                    <a:pt x="24" y="417"/>
                  </a:lnTo>
                  <a:lnTo>
                    <a:pt x="32" y="425"/>
                  </a:lnTo>
                  <a:lnTo>
                    <a:pt x="42" y="433"/>
                  </a:lnTo>
                  <a:lnTo>
                    <a:pt x="52" y="439"/>
                  </a:lnTo>
                  <a:lnTo>
                    <a:pt x="64" y="445"/>
                  </a:lnTo>
                  <a:lnTo>
                    <a:pt x="78" y="449"/>
                  </a:lnTo>
                  <a:lnTo>
                    <a:pt x="94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lnTo>
                    <a:pt x="172" y="457"/>
                  </a:lnTo>
                  <a:lnTo>
                    <a:pt x="192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2" y="433"/>
                  </a:lnTo>
                  <a:lnTo>
                    <a:pt x="270" y="425"/>
                  </a:lnTo>
                  <a:lnTo>
                    <a:pt x="278" y="417"/>
                  </a:lnTo>
                  <a:lnTo>
                    <a:pt x="286" y="409"/>
                  </a:lnTo>
                  <a:lnTo>
                    <a:pt x="292" y="401"/>
                  </a:lnTo>
                  <a:lnTo>
                    <a:pt x="296" y="391"/>
                  </a:lnTo>
                  <a:lnTo>
                    <a:pt x="300" y="370"/>
                  </a:lnTo>
                  <a:lnTo>
                    <a:pt x="302" y="350"/>
                  </a:lnTo>
                  <a:lnTo>
                    <a:pt x="302" y="3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1" name="Freeform 38"/>
            <p:cNvSpPr>
              <a:spLocks/>
            </p:cNvSpPr>
            <p:nvPr/>
          </p:nvSpPr>
          <p:spPr bwMode="auto">
            <a:xfrm>
              <a:off x="3050" y="2981"/>
              <a:ext cx="302" cy="459"/>
            </a:xfrm>
            <a:custGeom>
              <a:avLst/>
              <a:gdLst>
                <a:gd name="T0" fmla="*/ 124 w 302"/>
                <a:gd name="T1" fmla="*/ 164 h 459"/>
                <a:gd name="T2" fmla="*/ 102 w 302"/>
                <a:gd name="T3" fmla="*/ 150 h 459"/>
                <a:gd name="T4" fmla="*/ 96 w 302"/>
                <a:gd name="T5" fmla="*/ 128 h 459"/>
                <a:gd name="T6" fmla="*/ 96 w 302"/>
                <a:gd name="T7" fmla="*/ 108 h 459"/>
                <a:gd name="T8" fmla="*/ 108 w 302"/>
                <a:gd name="T9" fmla="*/ 84 h 459"/>
                <a:gd name="T10" fmla="*/ 138 w 302"/>
                <a:gd name="T11" fmla="*/ 72 h 459"/>
                <a:gd name="T12" fmla="*/ 168 w 302"/>
                <a:gd name="T13" fmla="*/ 72 h 459"/>
                <a:gd name="T14" fmla="*/ 198 w 302"/>
                <a:gd name="T15" fmla="*/ 84 h 459"/>
                <a:gd name="T16" fmla="*/ 210 w 302"/>
                <a:gd name="T17" fmla="*/ 108 h 459"/>
                <a:gd name="T18" fmla="*/ 212 w 302"/>
                <a:gd name="T19" fmla="*/ 124 h 459"/>
                <a:gd name="T20" fmla="*/ 220 w 302"/>
                <a:gd name="T21" fmla="*/ 140 h 459"/>
                <a:gd name="T22" fmla="*/ 282 w 302"/>
                <a:gd name="T23" fmla="*/ 140 h 459"/>
                <a:gd name="T24" fmla="*/ 298 w 302"/>
                <a:gd name="T25" fmla="*/ 132 h 459"/>
                <a:gd name="T26" fmla="*/ 298 w 302"/>
                <a:gd name="T27" fmla="*/ 108 h 459"/>
                <a:gd name="T28" fmla="*/ 288 w 302"/>
                <a:gd name="T29" fmla="*/ 58 h 459"/>
                <a:gd name="T30" fmla="*/ 268 w 302"/>
                <a:gd name="T31" fmla="*/ 34 h 459"/>
                <a:gd name="T32" fmla="*/ 236 w 302"/>
                <a:gd name="T33" fmla="*/ 14 h 459"/>
                <a:gd name="T34" fmla="*/ 192 w 302"/>
                <a:gd name="T35" fmla="*/ 2 h 459"/>
                <a:gd name="T36" fmla="*/ 152 w 302"/>
                <a:gd name="T37" fmla="*/ 0 h 459"/>
                <a:gd name="T38" fmla="*/ 96 w 302"/>
                <a:gd name="T39" fmla="*/ 6 h 459"/>
                <a:gd name="T40" fmla="*/ 56 w 302"/>
                <a:gd name="T41" fmla="*/ 20 h 459"/>
                <a:gd name="T42" fmla="*/ 30 w 302"/>
                <a:gd name="T43" fmla="*/ 40 h 459"/>
                <a:gd name="T44" fmla="*/ 10 w 302"/>
                <a:gd name="T45" fmla="*/ 86 h 459"/>
                <a:gd name="T46" fmla="*/ 10 w 302"/>
                <a:gd name="T47" fmla="*/ 146 h 459"/>
                <a:gd name="T48" fmla="*/ 20 w 302"/>
                <a:gd name="T49" fmla="*/ 188 h 459"/>
                <a:gd name="T50" fmla="*/ 46 w 302"/>
                <a:gd name="T51" fmla="*/ 218 h 459"/>
                <a:gd name="T52" fmla="*/ 164 w 302"/>
                <a:gd name="T53" fmla="*/ 268 h 459"/>
                <a:gd name="T54" fmla="*/ 200 w 302"/>
                <a:gd name="T55" fmla="*/ 288 h 459"/>
                <a:gd name="T56" fmla="*/ 214 w 302"/>
                <a:gd name="T57" fmla="*/ 308 h 459"/>
                <a:gd name="T58" fmla="*/ 214 w 302"/>
                <a:gd name="T59" fmla="*/ 338 h 459"/>
                <a:gd name="T60" fmla="*/ 206 w 302"/>
                <a:gd name="T61" fmla="*/ 368 h 459"/>
                <a:gd name="T62" fmla="*/ 180 w 302"/>
                <a:gd name="T63" fmla="*/ 385 h 459"/>
                <a:gd name="T64" fmla="*/ 150 w 302"/>
                <a:gd name="T65" fmla="*/ 387 h 459"/>
                <a:gd name="T66" fmla="*/ 110 w 302"/>
                <a:gd name="T67" fmla="*/ 380 h 459"/>
                <a:gd name="T68" fmla="*/ 92 w 302"/>
                <a:gd name="T69" fmla="*/ 360 h 459"/>
                <a:gd name="T70" fmla="*/ 88 w 302"/>
                <a:gd name="T71" fmla="*/ 324 h 459"/>
                <a:gd name="T72" fmla="*/ 84 w 302"/>
                <a:gd name="T73" fmla="*/ 310 h 459"/>
                <a:gd name="T74" fmla="*/ 16 w 302"/>
                <a:gd name="T75" fmla="*/ 306 h 459"/>
                <a:gd name="T76" fmla="*/ 4 w 302"/>
                <a:gd name="T77" fmla="*/ 310 h 459"/>
                <a:gd name="T78" fmla="*/ 0 w 302"/>
                <a:gd name="T79" fmla="*/ 350 h 459"/>
                <a:gd name="T80" fmla="*/ 8 w 302"/>
                <a:gd name="T81" fmla="*/ 391 h 459"/>
                <a:gd name="T82" fmla="*/ 24 w 302"/>
                <a:gd name="T83" fmla="*/ 417 h 459"/>
                <a:gd name="T84" fmla="*/ 52 w 302"/>
                <a:gd name="T85" fmla="*/ 439 h 459"/>
                <a:gd name="T86" fmla="*/ 94 w 302"/>
                <a:gd name="T87" fmla="*/ 453 h 459"/>
                <a:gd name="T88" fmla="*/ 150 w 302"/>
                <a:gd name="T89" fmla="*/ 459 h 459"/>
                <a:gd name="T90" fmla="*/ 192 w 302"/>
                <a:gd name="T91" fmla="*/ 457 h 459"/>
                <a:gd name="T92" fmla="*/ 238 w 302"/>
                <a:gd name="T93" fmla="*/ 445 h 459"/>
                <a:gd name="T94" fmla="*/ 272 w 302"/>
                <a:gd name="T95" fmla="*/ 425 h 459"/>
                <a:gd name="T96" fmla="*/ 292 w 302"/>
                <a:gd name="T97" fmla="*/ 401 h 459"/>
                <a:gd name="T98" fmla="*/ 302 w 302"/>
                <a:gd name="T99" fmla="*/ 350 h 459"/>
                <a:gd name="T100" fmla="*/ 302 w 302"/>
                <a:gd name="T101" fmla="*/ 282 h 459"/>
                <a:gd name="T102" fmla="*/ 280 w 302"/>
                <a:gd name="T103" fmla="*/ 240 h 459"/>
                <a:gd name="T104" fmla="*/ 240 w 302"/>
                <a:gd name="T105" fmla="*/ 212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" h="459">
                  <a:moveTo>
                    <a:pt x="224" y="206"/>
                  </a:moveTo>
                  <a:lnTo>
                    <a:pt x="124" y="164"/>
                  </a:lnTo>
                  <a:lnTo>
                    <a:pt x="124" y="164"/>
                  </a:lnTo>
                  <a:lnTo>
                    <a:pt x="114" y="160"/>
                  </a:lnTo>
                  <a:lnTo>
                    <a:pt x="106" y="154"/>
                  </a:lnTo>
                  <a:lnTo>
                    <a:pt x="102" y="150"/>
                  </a:lnTo>
                  <a:lnTo>
                    <a:pt x="98" y="144"/>
                  </a:lnTo>
                  <a:lnTo>
                    <a:pt x="96" y="136"/>
                  </a:lnTo>
                  <a:lnTo>
                    <a:pt x="96" y="128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08"/>
                  </a:lnTo>
                  <a:lnTo>
                    <a:pt x="98" y="98"/>
                  </a:lnTo>
                  <a:lnTo>
                    <a:pt x="102" y="90"/>
                  </a:lnTo>
                  <a:lnTo>
                    <a:pt x="108" y="84"/>
                  </a:lnTo>
                  <a:lnTo>
                    <a:pt x="116" y="78"/>
                  </a:lnTo>
                  <a:lnTo>
                    <a:pt x="126" y="74"/>
                  </a:lnTo>
                  <a:lnTo>
                    <a:pt x="138" y="72"/>
                  </a:lnTo>
                  <a:lnTo>
                    <a:pt x="154" y="72"/>
                  </a:lnTo>
                  <a:lnTo>
                    <a:pt x="154" y="72"/>
                  </a:lnTo>
                  <a:lnTo>
                    <a:pt x="168" y="72"/>
                  </a:lnTo>
                  <a:lnTo>
                    <a:pt x="180" y="74"/>
                  </a:lnTo>
                  <a:lnTo>
                    <a:pt x="190" y="78"/>
                  </a:lnTo>
                  <a:lnTo>
                    <a:pt x="198" y="84"/>
                  </a:lnTo>
                  <a:lnTo>
                    <a:pt x="204" y="90"/>
                  </a:lnTo>
                  <a:lnTo>
                    <a:pt x="208" y="98"/>
                  </a:lnTo>
                  <a:lnTo>
                    <a:pt x="210" y="108"/>
                  </a:lnTo>
                  <a:lnTo>
                    <a:pt x="212" y="120"/>
                  </a:lnTo>
                  <a:lnTo>
                    <a:pt x="212" y="124"/>
                  </a:lnTo>
                  <a:lnTo>
                    <a:pt x="212" y="124"/>
                  </a:lnTo>
                  <a:lnTo>
                    <a:pt x="212" y="132"/>
                  </a:lnTo>
                  <a:lnTo>
                    <a:pt x="214" y="136"/>
                  </a:lnTo>
                  <a:lnTo>
                    <a:pt x="220" y="140"/>
                  </a:lnTo>
                  <a:lnTo>
                    <a:pt x="226" y="140"/>
                  </a:lnTo>
                  <a:lnTo>
                    <a:pt x="282" y="140"/>
                  </a:lnTo>
                  <a:lnTo>
                    <a:pt x="282" y="140"/>
                  </a:lnTo>
                  <a:lnTo>
                    <a:pt x="290" y="140"/>
                  </a:lnTo>
                  <a:lnTo>
                    <a:pt x="294" y="136"/>
                  </a:lnTo>
                  <a:lnTo>
                    <a:pt x="298" y="132"/>
                  </a:lnTo>
                  <a:lnTo>
                    <a:pt x="298" y="124"/>
                  </a:lnTo>
                  <a:lnTo>
                    <a:pt x="298" y="108"/>
                  </a:lnTo>
                  <a:lnTo>
                    <a:pt x="298" y="108"/>
                  </a:lnTo>
                  <a:lnTo>
                    <a:pt x="298" y="86"/>
                  </a:lnTo>
                  <a:lnTo>
                    <a:pt x="292" y="68"/>
                  </a:lnTo>
                  <a:lnTo>
                    <a:pt x="288" y="58"/>
                  </a:lnTo>
                  <a:lnTo>
                    <a:pt x="282" y="50"/>
                  </a:lnTo>
                  <a:lnTo>
                    <a:pt x="276" y="40"/>
                  </a:lnTo>
                  <a:lnTo>
                    <a:pt x="268" y="34"/>
                  </a:lnTo>
                  <a:lnTo>
                    <a:pt x="260" y="26"/>
                  </a:lnTo>
                  <a:lnTo>
                    <a:pt x="248" y="20"/>
                  </a:lnTo>
                  <a:lnTo>
                    <a:pt x="236" y="14"/>
                  </a:lnTo>
                  <a:lnTo>
                    <a:pt x="224" y="10"/>
                  </a:lnTo>
                  <a:lnTo>
                    <a:pt x="208" y="6"/>
                  </a:lnTo>
                  <a:lnTo>
                    <a:pt x="192" y="2"/>
                  </a:lnTo>
                  <a:lnTo>
                    <a:pt x="172" y="0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30" y="0"/>
                  </a:lnTo>
                  <a:lnTo>
                    <a:pt x="112" y="2"/>
                  </a:lnTo>
                  <a:lnTo>
                    <a:pt x="96" y="6"/>
                  </a:lnTo>
                  <a:lnTo>
                    <a:pt x="80" y="10"/>
                  </a:lnTo>
                  <a:lnTo>
                    <a:pt x="68" y="14"/>
                  </a:lnTo>
                  <a:lnTo>
                    <a:pt x="56" y="20"/>
                  </a:lnTo>
                  <a:lnTo>
                    <a:pt x="46" y="26"/>
                  </a:lnTo>
                  <a:lnTo>
                    <a:pt x="38" y="34"/>
                  </a:lnTo>
                  <a:lnTo>
                    <a:pt x="30" y="40"/>
                  </a:lnTo>
                  <a:lnTo>
                    <a:pt x="24" y="50"/>
                  </a:lnTo>
                  <a:lnTo>
                    <a:pt x="16" y="68"/>
                  </a:lnTo>
                  <a:lnTo>
                    <a:pt x="10" y="86"/>
                  </a:lnTo>
                  <a:lnTo>
                    <a:pt x="10" y="108"/>
                  </a:lnTo>
                  <a:lnTo>
                    <a:pt x="10" y="146"/>
                  </a:lnTo>
                  <a:lnTo>
                    <a:pt x="10" y="146"/>
                  </a:lnTo>
                  <a:lnTo>
                    <a:pt x="10" y="160"/>
                  </a:lnTo>
                  <a:lnTo>
                    <a:pt x="14" y="174"/>
                  </a:lnTo>
                  <a:lnTo>
                    <a:pt x="20" y="188"/>
                  </a:lnTo>
                  <a:lnTo>
                    <a:pt x="28" y="198"/>
                  </a:lnTo>
                  <a:lnTo>
                    <a:pt x="36" y="210"/>
                  </a:lnTo>
                  <a:lnTo>
                    <a:pt x="46" y="218"/>
                  </a:lnTo>
                  <a:lnTo>
                    <a:pt x="58" y="226"/>
                  </a:lnTo>
                  <a:lnTo>
                    <a:pt x="70" y="230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84" y="278"/>
                  </a:lnTo>
                  <a:lnTo>
                    <a:pt x="200" y="288"/>
                  </a:lnTo>
                  <a:lnTo>
                    <a:pt x="206" y="294"/>
                  </a:lnTo>
                  <a:lnTo>
                    <a:pt x="212" y="300"/>
                  </a:lnTo>
                  <a:lnTo>
                    <a:pt x="214" y="308"/>
                  </a:lnTo>
                  <a:lnTo>
                    <a:pt x="214" y="318"/>
                  </a:lnTo>
                  <a:lnTo>
                    <a:pt x="214" y="338"/>
                  </a:lnTo>
                  <a:lnTo>
                    <a:pt x="214" y="338"/>
                  </a:lnTo>
                  <a:lnTo>
                    <a:pt x="214" y="350"/>
                  </a:lnTo>
                  <a:lnTo>
                    <a:pt x="210" y="360"/>
                  </a:lnTo>
                  <a:lnTo>
                    <a:pt x="206" y="368"/>
                  </a:lnTo>
                  <a:lnTo>
                    <a:pt x="200" y="374"/>
                  </a:lnTo>
                  <a:lnTo>
                    <a:pt x="190" y="380"/>
                  </a:lnTo>
                  <a:lnTo>
                    <a:pt x="180" y="385"/>
                  </a:lnTo>
                  <a:lnTo>
                    <a:pt x="166" y="387"/>
                  </a:lnTo>
                  <a:lnTo>
                    <a:pt x="150" y="387"/>
                  </a:lnTo>
                  <a:lnTo>
                    <a:pt x="150" y="387"/>
                  </a:lnTo>
                  <a:lnTo>
                    <a:pt x="134" y="387"/>
                  </a:lnTo>
                  <a:lnTo>
                    <a:pt x="122" y="385"/>
                  </a:lnTo>
                  <a:lnTo>
                    <a:pt x="110" y="380"/>
                  </a:lnTo>
                  <a:lnTo>
                    <a:pt x="102" y="374"/>
                  </a:lnTo>
                  <a:lnTo>
                    <a:pt x="96" y="368"/>
                  </a:lnTo>
                  <a:lnTo>
                    <a:pt x="92" y="360"/>
                  </a:lnTo>
                  <a:lnTo>
                    <a:pt x="88" y="350"/>
                  </a:lnTo>
                  <a:lnTo>
                    <a:pt x="88" y="338"/>
                  </a:lnTo>
                  <a:lnTo>
                    <a:pt x="88" y="324"/>
                  </a:lnTo>
                  <a:lnTo>
                    <a:pt x="88" y="324"/>
                  </a:lnTo>
                  <a:lnTo>
                    <a:pt x="88" y="316"/>
                  </a:lnTo>
                  <a:lnTo>
                    <a:pt x="84" y="310"/>
                  </a:lnTo>
                  <a:lnTo>
                    <a:pt x="80" y="308"/>
                  </a:lnTo>
                  <a:lnTo>
                    <a:pt x="72" y="306"/>
                  </a:lnTo>
                  <a:lnTo>
                    <a:pt x="16" y="306"/>
                  </a:lnTo>
                  <a:lnTo>
                    <a:pt x="16" y="306"/>
                  </a:lnTo>
                  <a:lnTo>
                    <a:pt x="10" y="308"/>
                  </a:lnTo>
                  <a:lnTo>
                    <a:pt x="4" y="310"/>
                  </a:lnTo>
                  <a:lnTo>
                    <a:pt x="2" y="316"/>
                  </a:lnTo>
                  <a:lnTo>
                    <a:pt x="0" y="324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8" y="409"/>
                  </a:lnTo>
                  <a:lnTo>
                    <a:pt x="24" y="417"/>
                  </a:lnTo>
                  <a:lnTo>
                    <a:pt x="32" y="425"/>
                  </a:lnTo>
                  <a:lnTo>
                    <a:pt x="42" y="433"/>
                  </a:lnTo>
                  <a:lnTo>
                    <a:pt x="52" y="439"/>
                  </a:lnTo>
                  <a:lnTo>
                    <a:pt x="64" y="445"/>
                  </a:lnTo>
                  <a:lnTo>
                    <a:pt x="78" y="449"/>
                  </a:lnTo>
                  <a:lnTo>
                    <a:pt x="94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lnTo>
                    <a:pt x="172" y="457"/>
                  </a:lnTo>
                  <a:lnTo>
                    <a:pt x="192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2" y="433"/>
                  </a:lnTo>
                  <a:lnTo>
                    <a:pt x="272" y="425"/>
                  </a:lnTo>
                  <a:lnTo>
                    <a:pt x="280" y="417"/>
                  </a:lnTo>
                  <a:lnTo>
                    <a:pt x="286" y="409"/>
                  </a:lnTo>
                  <a:lnTo>
                    <a:pt x="292" y="401"/>
                  </a:lnTo>
                  <a:lnTo>
                    <a:pt x="296" y="391"/>
                  </a:lnTo>
                  <a:lnTo>
                    <a:pt x="300" y="370"/>
                  </a:lnTo>
                  <a:lnTo>
                    <a:pt x="302" y="350"/>
                  </a:lnTo>
                  <a:lnTo>
                    <a:pt x="302" y="300"/>
                  </a:lnTo>
                  <a:lnTo>
                    <a:pt x="302" y="300"/>
                  </a:lnTo>
                  <a:lnTo>
                    <a:pt x="302" y="282"/>
                  </a:lnTo>
                  <a:lnTo>
                    <a:pt x="296" y="266"/>
                  </a:lnTo>
                  <a:lnTo>
                    <a:pt x="290" y="252"/>
                  </a:lnTo>
                  <a:lnTo>
                    <a:pt x="280" y="240"/>
                  </a:lnTo>
                  <a:lnTo>
                    <a:pt x="270" y="230"/>
                  </a:lnTo>
                  <a:lnTo>
                    <a:pt x="256" y="220"/>
                  </a:lnTo>
                  <a:lnTo>
                    <a:pt x="240" y="212"/>
                  </a:lnTo>
                  <a:lnTo>
                    <a:pt x="224" y="206"/>
                  </a:lnTo>
                  <a:lnTo>
                    <a:pt x="224" y="2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2" name="Freeform 39"/>
            <p:cNvSpPr>
              <a:spLocks/>
            </p:cNvSpPr>
            <p:nvPr/>
          </p:nvSpPr>
          <p:spPr bwMode="auto">
            <a:xfrm>
              <a:off x="442" y="2987"/>
              <a:ext cx="310" cy="447"/>
            </a:xfrm>
            <a:custGeom>
              <a:avLst/>
              <a:gdLst>
                <a:gd name="T0" fmla="*/ 110 w 310"/>
                <a:gd name="T1" fmla="*/ 431 h 447"/>
                <a:gd name="T2" fmla="*/ 110 w 310"/>
                <a:gd name="T3" fmla="*/ 431 h 447"/>
                <a:gd name="T4" fmla="*/ 112 w 310"/>
                <a:gd name="T5" fmla="*/ 437 h 447"/>
                <a:gd name="T6" fmla="*/ 114 w 310"/>
                <a:gd name="T7" fmla="*/ 443 h 447"/>
                <a:gd name="T8" fmla="*/ 120 w 310"/>
                <a:gd name="T9" fmla="*/ 447 h 447"/>
                <a:gd name="T10" fmla="*/ 128 w 310"/>
                <a:gd name="T11" fmla="*/ 447 h 447"/>
                <a:gd name="T12" fmla="*/ 184 w 310"/>
                <a:gd name="T13" fmla="*/ 447 h 447"/>
                <a:gd name="T14" fmla="*/ 184 w 310"/>
                <a:gd name="T15" fmla="*/ 447 h 447"/>
                <a:gd name="T16" fmla="*/ 192 w 310"/>
                <a:gd name="T17" fmla="*/ 447 h 447"/>
                <a:gd name="T18" fmla="*/ 196 w 310"/>
                <a:gd name="T19" fmla="*/ 443 h 447"/>
                <a:gd name="T20" fmla="*/ 200 w 310"/>
                <a:gd name="T21" fmla="*/ 437 h 447"/>
                <a:gd name="T22" fmla="*/ 200 w 310"/>
                <a:gd name="T23" fmla="*/ 431 h 447"/>
                <a:gd name="T24" fmla="*/ 200 w 310"/>
                <a:gd name="T25" fmla="*/ 74 h 447"/>
                <a:gd name="T26" fmla="*/ 294 w 310"/>
                <a:gd name="T27" fmla="*/ 74 h 447"/>
                <a:gd name="T28" fmla="*/ 294 w 310"/>
                <a:gd name="T29" fmla="*/ 74 h 447"/>
                <a:gd name="T30" fmla="*/ 302 w 310"/>
                <a:gd name="T31" fmla="*/ 72 h 447"/>
                <a:gd name="T32" fmla="*/ 306 w 310"/>
                <a:gd name="T33" fmla="*/ 70 h 447"/>
                <a:gd name="T34" fmla="*/ 310 w 310"/>
                <a:gd name="T35" fmla="*/ 64 h 447"/>
                <a:gd name="T36" fmla="*/ 310 w 310"/>
                <a:gd name="T37" fmla="*/ 56 h 447"/>
                <a:gd name="T38" fmla="*/ 310 w 310"/>
                <a:gd name="T39" fmla="*/ 16 h 447"/>
                <a:gd name="T40" fmla="*/ 310 w 310"/>
                <a:gd name="T41" fmla="*/ 16 h 447"/>
                <a:gd name="T42" fmla="*/ 310 w 310"/>
                <a:gd name="T43" fmla="*/ 8 h 447"/>
                <a:gd name="T44" fmla="*/ 306 w 310"/>
                <a:gd name="T45" fmla="*/ 2 h 447"/>
                <a:gd name="T46" fmla="*/ 302 w 310"/>
                <a:gd name="T47" fmla="*/ 0 h 447"/>
                <a:gd name="T48" fmla="*/ 294 w 310"/>
                <a:gd name="T49" fmla="*/ 0 h 447"/>
                <a:gd name="T50" fmla="*/ 16 w 310"/>
                <a:gd name="T51" fmla="*/ 0 h 447"/>
                <a:gd name="T52" fmla="*/ 16 w 310"/>
                <a:gd name="T53" fmla="*/ 0 h 447"/>
                <a:gd name="T54" fmla="*/ 10 w 310"/>
                <a:gd name="T55" fmla="*/ 0 h 447"/>
                <a:gd name="T56" fmla="*/ 4 w 310"/>
                <a:gd name="T57" fmla="*/ 2 h 447"/>
                <a:gd name="T58" fmla="*/ 2 w 310"/>
                <a:gd name="T59" fmla="*/ 8 h 447"/>
                <a:gd name="T60" fmla="*/ 0 w 310"/>
                <a:gd name="T61" fmla="*/ 16 h 447"/>
                <a:gd name="T62" fmla="*/ 0 w 310"/>
                <a:gd name="T63" fmla="*/ 56 h 447"/>
                <a:gd name="T64" fmla="*/ 0 w 310"/>
                <a:gd name="T65" fmla="*/ 56 h 447"/>
                <a:gd name="T66" fmla="*/ 2 w 310"/>
                <a:gd name="T67" fmla="*/ 64 h 447"/>
                <a:gd name="T68" fmla="*/ 4 w 310"/>
                <a:gd name="T69" fmla="*/ 70 h 447"/>
                <a:gd name="T70" fmla="*/ 10 w 310"/>
                <a:gd name="T71" fmla="*/ 72 h 447"/>
                <a:gd name="T72" fmla="*/ 16 w 310"/>
                <a:gd name="T73" fmla="*/ 74 h 447"/>
                <a:gd name="T74" fmla="*/ 110 w 310"/>
                <a:gd name="T75" fmla="*/ 74 h 447"/>
                <a:gd name="T76" fmla="*/ 110 w 310"/>
                <a:gd name="T77" fmla="*/ 43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0" h="447">
                  <a:moveTo>
                    <a:pt x="110" y="431"/>
                  </a:moveTo>
                  <a:lnTo>
                    <a:pt x="110" y="431"/>
                  </a:lnTo>
                  <a:lnTo>
                    <a:pt x="112" y="437"/>
                  </a:lnTo>
                  <a:lnTo>
                    <a:pt x="114" y="443"/>
                  </a:lnTo>
                  <a:lnTo>
                    <a:pt x="120" y="447"/>
                  </a:lnTo>
                  <a:lnTo>
                    <a:pt x="128" y="447"/>
                  </a:lnTo>
                  <a:lnTo>
                    <a:pt x="184" y="447"/>
                  </a:lnTo>
                  <a:lnTo>
                    <a:pt x="184" y="447"/>
                  </a:lnTo>
                  <a:lnTo>
                    <a:pt x="192" y="447"/>
                  </a:lnTo>
                  <a:lnTo>
                    <a:pt x="196" y="443"/>
                  </a:lnTo>
                  <a:lnTo>
                    <a:pt x="200" y="437"/>
                  </a:lnTo>
                  <a:lnTo>
                    <a:pt x="200" y="431"/>
                  </a:lnTo>
                  <a:lnTo>
                    <a:pt x="200" y="74"/>
                  </a:lnTo>
                  <a:lnTo>
                    <a:pt x="294" y="74"/>
                  </a:lnTo>
                  <a:lnTo>
                    <a:pt x="294" y="74"/>
                  </a:lnTo>
                  <a:lnTo>
                    <a:pt x="302" y="72"/>
                  </a:lnTo>
                  <a:lnTo>
                    <a:pt x="306" y="70"/>
                  </a:lnTo>
                  <a:lnTo>
                    <a:pt x="310" y="64"/>
                  </a:lnTo>
                  <a:lnTo>
                    <a:pt x="310" y="56"/>
                  </a:lnTo>
                  <a:lnTo>
                    <a:pt x="310" y="16"/>
                  </a:lnTo>
                  <a:lnTo>
                    <a:pt x="310" y="16"/>
                  </a:lnTo>
                  <a:lnTo>
                    <a:pt x="310" y="8"/>
                  </a:lnTo>
                  <a:lnTo>
                    <a:pt x="306" y="2"/>
                  </a:lnTo>
                  <a:lnTo>
                    <a:pt x="302" y="0"/>
                  </a:lnTo>
                  <a:lnTo>
                    <a:pt x="29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0" y="0"/>
                  </a:lnTo>
                  <a:lnTo>
                    <a:pt x="4" y="2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2" y="64"/>
                  </a:lnTo>
                  <a:lnTo>
                    <a:pt x="4" y="70"/>
                  </a:lnTo>
                  <a:lnTo>
                    <a:pt x="10" y="72"/>
                  </a:lnTo>
                  <a:lnTo>
                    <a:pt x="16" y="74"/>
                  </a:lnTo>
                  <a:lnTo>
                    <a:pt x="110" y="74"/>
                  </a:lnTo>
                  <a:lnTo>
                    <a:pt x="110" y="4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3" name="Freeform 40"/>
            <p:cNvSpPr>
              <a:spLocks/>
            </p:cNvSpPr>
            <p:nvPr/>
          </p:nvSpPr>
          <p:spPr bwMode="auto">
            <a:xfrm>
              <a:off x="1092" y="2987"/>
              <a:ext cx="312" cy="449"/>
            </a:xfrm>
            <a:custGeom>
              <a:avLst/>
              <a:gdLst>
                <a:gd name="T0" fmla="*/ 312 w 312"/>
                <a:gd name="T1" fmla="*/ 58 h 449"/>
                <a:gd name="T2" fmla="*/ 312 w 312"/>
                <a:gd name="T3" fmla="*/ 16 h 449"/>
                <a:gd name="T4" fmla="*/ 312 w 312"/>
                <a:gd name="T5" fmla="*/ 16 h 449"/>
                <a:gd name="T6" fmla="*/ 310 w 312"/>
                <a:gd name="T7" fmla="*/ 8 h 449"/>
                <a:gd name="T8" fmla="*/ 308 w 312"/>
                <a:gd name="T9" fmla="*/ 4 h 449"/>
                <a:gd name="T10" fmla="*/ 302 w 312"/>
                <a:gd name="T11" fmla="*/ 2 h 449"/>
                <a:gd name="T12" fmla="*/ 294 w 312"/>
                <a:gd name="T13" fmla="*/ 0 h 449"/>
                <a:gd name="T14" fmla="*/ 18 w 312"/>
                <a:gd name="T15" fmla="*/ 0 h 449"/>
                <a:gd name="T16" fmla="*/ 18 w 312"/>
                <a:gd name="T17" fmla="*/ 0 h 449"/>
                <a:gd name="T18" fmla="*/ 10 w 312"/>
                <a:gd name="T19" fmla="*/ 2 h 449"/>
                <a:gd name="T20" fmla="*/ 4 w 312"/>
                <a:gd name="T21" fmla="*/ 4 h 449"/>
                <a:gd name="T22" fmla="*/ 2 w 312"/>
                <a:gd name="T23" fmla="*/ 8 h 449"/>
                <a:gd name="T24" fmla="*/ 0 w 312"/>
                <a:gd name="T25" fmla="*/ 16 h 449"/>
                <a:gd name="T26" fmla="*/ 0 w 312"/>
                <a:gd name="T27" fmla="*/ 58 h 449"/>
                <a:gd name="T28" fmla="*/ 0 w 312"/>
                <a:gd name="T29" fmla="*/ 58 h 449"/>
                <a:gd name="T30" fmla="*/ 2 w 312"/>
                <a:gd name="T31" fmla="*/ 66 h 449"/>
                <a:gd name="T32" fmla="*/ 4 w 312"/>
                <a:gd name="T33" fmla="*/ 70 h 449"/>
                <a:gd name="T34" fmla="*/ 10 w 312"/>
                <a:gd name="T35" fmla="*/ 74 h 449"/>
                <a:gd name="T36" fmla="*/ 18 w 312"/>
                <a:gd name="T37" fmla="*/ 74 h 449"/>
                <a:gd name="T38" fmla="*/ 112 w 312"/>
                <a:gd name="T39" fmla="*/ 74 h 449"/>
                <a:gd name="T40" fmla="*/ 112 w 312"/>
                <a:gd name="T41" fmla="*/ 431 h 449"/>
                <a:gd name="T42" fmla="*/ 112 w 312"/>
                <a:gd name="T43" fmla="*/ 431 h 449"/>
                <a:gd name="T44" fmla="*/ 112 w 312"/>
                <a:gd name="T45" fmla="*/ 439 h 449"/>
                <a:gd name="T46" fmla="*/ 114 w 312"/>
                <a:gd name="T47" fmla="*/ 445 h 449"/>
                <a:gd name="T48" fmla="*/ 120 w 312"/>
                <a:gd name="T49" fmla="*/ 447 h 449"/>
                <a:gd name="T50" fmla="*/ 128 w 312"/>
                <a:gd name="T51" fmla="*/ 449 h 449"/>
                <a:gd name="T52" fmla="*/ 186 w 312"/>
                <a:gd name="T53" fmla="*/ 449 h 449"/>
                <a:gd name="T54" fmla="*/ 186 w 312"/>
                <a:gd name="T55" fmla="*/ 449 h 449"/>
                <a:gd name="T56" fmla="*/ 192 w 312"/>
                <a:gd name="T57" fmla="*/ 447 h 449"/>
                <a:gd name="T58" fmla="*/ 198 w 312"/>
                <a:gd name="T59" fmla="*/ 445 h 449"/>
                <a:gd name="T60" fmla="*/ 200 w 312"/>
                <a:gd name="T61" fmla="*/ 439 h 449"/>
                <a:gd name="T62" fmla="*/ 200 w 312"/>
                <a:gd name="T63" fmla="*/ 431 h 449"/>
                <a:gd name="T64" fmla="*/ 200 w 312"/>
                <a:gd name="T65" fmla="*/ 74 h 449"/>
                <a:gd name="T66" fmla="*/ 294 w 312"/>
                <a:gd name="T67" fmla="*/ 74 h 449"/>
                <a:gd name="T68" fmla="*/ 294 w 312"/>
                <a:gd name="T69" fmla="*/ 74 h 449"/>
                <a:gd name="T70" fmla="*/ 302 w 312"/>
                <a:gd name="T71" fmla="*/ 74 h 449"/>
                <a:gd name="T72" fmla="*/ 308 w 312"/>
                <a:gd name="T73" fmla="*/ 70 h 449"/>
                <a:gd name="T74" fmla="*/ 310 w 312"/>
                <a:gd name="T75" fmla="*/ 66 h 449"/>
                <a:gd name="T76" fmla="*/ 312 w 312"/>
                <a:gd name="T77" fmla="*/ 58 h 449"/>
                <a:gd name="T78" fmla="*/ 312 w 312"/>
                <a:gd name="T79" fmla="*/ 58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12" h="449">
                  <a:moveTo>
                    <a:pt x="312" y="58"/>
                  </a:moveTo>
                  <a:lnTo>
                    <a:pt x="312" y="16"/>
                  </a:lnTo>
                  <a:lnTo>
                    <a:pt x="312" y="16"/>
                  </a:lnTo>
                  <a:lnTo>
                    <a:pt x="310" y="8"/>
                  </a:lnTo>
                  <a:lnTo>
                    <a:pt x="308" y="4"/>
                  </a:lnTo>
                  <a:lnTo>
                    <a:pt x="302" y="2"/>
                  </a:lnTo>
                  <a:lnTo>
                    <a:pt x="294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10" y="74"/>
                  </a:lnTo>
                  <a:lnTo>
                    <a:pt x="18" y="74"/>
                  </a:lnTo>
                  <a:lnTo>
                    <a:pt x="112" y="74"/>
                  </a:lnTo>
                  <a:lnTo>
                    <a:pt x="112" y="431"/>
                  </a:lnTo>
                  <a:lnTo>
                    <a:pt x="112" y="431"/>
                  </a:lnTo>
                  <a:lnTo>
                    <a:pt x="112" y="439"/>
                  </a:lnTo>
                  <a:lnTo>
                    <a:pt x="114" y="445"/>
                  </a:lnTo>
                  <a:lnTo>
                    <a:pt x="120" y="447"/>
                  </a:lnTo>
                  <a:lnTo>
                    <a:pt x="128" y="449"/>
                  </a:lnTo>
                  <a:lnTo>
                    <a:pt x="186" y="449"/>
                  </a:lnTo>
                  <a:lnTo>
                    <a:pt x="186" y="449"/>
                  </a:lnTo>
                  <a:lnTo>
                    <a:pt x="192" y="447"/>
                  </a:lnTo>
                  <a:lnTo>
                    <a:pt x="198" y="445"/>
                  </a:lnTo>
                  <a:lnTo>
                    <a:pt x="200" y="439"/>
                  </a:lnTo>
                  <a:lnTo>
                    <a:pt x="200" y="431"/>
                  </a:lnTo>
                  <a:lnTo>
                    <a:pt x="200" y="74"/>
                  </a:lnTo>
                  <a:lnTo>
                    <a:pt x="294" y="74"/>
                  </a:lnTo>
                  <a:lnTo>
                    <a:pt x="294" y="74"/>
                  </a:lnTo>
                  <a:lnTo>
                    <a:pt x="302" y="74"/>
                  </a:lnTo>
                  <a:lnTo>
                    <a:pt x="308" y="70"/>
                  </a:lnTo>
                  <a:lnTo>
                    <a:pt x="310" y="66"/>
                  </a:lnTo>
                  <a:lnTo>
                    <a:pt x="312" y="58"/>
                  </a:lnTo>
                  <a:lnTo>
                    <a:pt x="312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4" name="Freeform 41"/>
            <p:cNvSpPr>
              <a:spLocks/>
            </p:cNvSpPr>
            <p:nvPr/>
          </p:nvSpPr>
          <p:spPr bwMode="auto">
            <a:xfrm>
              <a:off x="1496" y="2987"/>
              <a:ext cx="90" cy="449"/>
            </a:xfrm>
            <a:custGeom>
              <a:avLst/>
              <a:gdLst>
                <a:gd name="T0" fmla="*/ 16 w 90"/>
                <a:gd name="T1" fmla="*/ 449 h 449"/>
                <a:gd name="T2" fmla="*/ 74 w 90"/>
                <a:gd name="T3" fmla="*/ 449 h 449"/>
                <a:gd name="T4" fmla="*/ 74 w 90"/>
                <a:gd name="T5" fmla="*/ 449 h 449"/>
                <a:gd name="T6" fmla="*/ 80 w 90"/>
                <a:gd name="T7" fmla="*/ 447 h 449"/>
                <a:gd name="T8" fmla="*/ 86 w 90"/>
                <a:gd name="T9" fmla="*/ 445 h 449"/>
                <a:gd name="T10" fmla="*/ 88 w 90"/>
                <a:gd name="T11" fmla="*/ 439 h 449"/>
                <a:gd name="T12" fmla="*/ 90 w 90"/>
                <a:gd name="T13" fmla="*/ 431 h 449"/>
                <a:gd name="T14" fmla="*/ 90 w 90"/>
                <a:gd name="T15" fmla="*/ 18 h 449"/>
                <a:gd name="T16" fmla="*/ 90 w 90"/>
                <a:gd name="T17" fmla="*/ 18 h 449"/>
                <a:gd name="T18" fmla="*/ 88 w 90"/>
                <a:gd name="T19" fmla="*/ 10 h 449"/>
                <a:gd name="T20" fmla="*/ 86 w 90"/>
                <a:gd name="T21" fmla="*/ 4 h 449"/>
                <a:gd name="T22" fmla="*/ 80 w 90"/>
                <a:gd name="T23" fmla="*/ 2 h 449"/>
                <a:gd name="T24" fmla="*/ 74 w 90"/>
                <a:gd name="T25" fmla="*/ 0 h 449"/>
                <a:gd name="T26" fmla="*/ 16 w 90"/>
                <a:gd name="T27" fmla="*/ 0 h 449"/>
                <a:gd name="T28" fmla="*/ 16 w 90"/>
                <a:gd name="T29" fmla="*/ 0 h 449"/>
                <a:gd name="T30" fmla="*/ 8 w 90"/>
                <a:gd name="T31" fmla="*/ 2 h 449"/>
                <a:gd name="T32" fmla="*/ 4 w 90"/>
                <a:gd name="T33" fmla="*/ 4 h 449"/>
                <a:gd name="T34" fmla="*/ 0 w 90"/>
                <a:gd name="T35" fmla="*/ 10 h 449"/>
                <a:gd name="T36" fmla="*/ 0 w 90"/>
                <a:gd name="T37" fmla="*/ 18 h 449"/>
                <a:gd name="T38" fmla="*/ 0 w 90"/>
                <a:gd name="T39" fmla="*/ 431 h 449"/>
                <a:gd name="T40" fmla="*/ 0 w 90"/>
                <a:gd name="T41" fmla="*/ 431 h 449"/>
                <a:gd name="T42" fmla="*/ 0 w 90"/>
                <a:gd name="T43" fmla="*/ 439 h 449"/>
                <a:gd name="T44" fmla="*/ 4 w 90"/>
                <a:gd name="T45" fmla="*/ 445 h 449"/>
                <a:gd name="T46" fmla="*/ 8 w 90"/>
                <a:gd name="T47" fmla="*/ 447 h 449"/>
                <a:gd name="T48" fmla="*/ 16 w 90"/>
                <a:gd name="T49" fmla="*/ 449 h 449"/>
                <a:gd name="T50" fmla="*/ 16 w 90"/>
                <a:gd name="T51" fmla="*/ 449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0" h="449">
                  <a:moveTo>
                    <a:pt x="16" y="449"/>
                  </a:moveTo>
                  <a:lnTo>
                    <a:pt x="74" y="449"/>
                  </a:lnTo>
                  <a:lnTo>
                    <a:pt x="74" y="449"/>
                  </a:lnTo>
                  <a:lnTo>
                    <a:pt x="80" y="447"/>
                  </a:lnTo>
                  <a:lnTo>
                    <a:pt x="86" y="445"/>
                  </a:lnTo>
                  <a:lnTo>
                    <a:pt x="88" y="439"/>
                  </a:lnTo>
                  <a:lnTo>
                    <a:pt x="90" y="431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88" y="10"/>
                  </a:lnTo>
                  <a:lnTo>
                    <a:pt x="86" y="4"/>
                  </a:lnTo>
                  <a:lnTo>
                    <a:pt x="80" y="2"/>
                  </a:lnTo>
                  <a:lnTo>
                    <a:pt x="7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0" y="10"/>
                  </a:lnTo>
                  <a:lnTo>
                    <a:pt x="0" y="18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4" y="445"/>
                  </a:lnTo>
                  <a:lnTo>
                    <a:pt x="8" y="447"/>
                  </a:lnTo>
                  <a:lnTo>
                    <a:pt x="16" y="449"/>
                  </a:lnTo>
                  <a:lnTo>
                    <a:pt x="16" y="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5" name="Freeform 42"/>
            <p:cNvSpPr>
              <a:spLocks/>
            </p:cNvSpPr>
            <p:nvPr/>
          </p:nvSpPr>
          <p:spPr bwMode="auto">
            <a:xfrm>
              <a:off x="2058" y="2987"/>
              <a:ext cx="312" cy="449"/>
            </a:xfrm>
            <a:custGeom>
              <a:avLst/>
              <a:gdLst>
                <a:gd name="T0" fmla="*/ 312 w 312"/>
                <a:gd name="T1" fmla="*/ 58 h 449"/>
                <a:gd name="T2" fmla="*/ 312 w 312"/>
                <a:gd name="T3" fmla="*/ 16 h 449"/>
                <a:gd name="T4" fmla="*/ 312 w 312"/>
                <a:gd name="T5" fmla="*/ 16 h 449"/>
                <a:gd name="T6" fmla="*/ 310 w 312"/>
                <a:gd name="T7" fmla="*/ 8 h 449"/>
                <a:gd name="T8" fmla="*/ 308 w 312"/>
                <a:gd name="T9" fmla="*/ 4 h 449"/>
                <a:gd name="T10" fmla="*/ 302 w 312"/>
                <a:gd name="T11" fmla="*/ 2 h 449"/>
                <a:gd name="T12" fmla="*/ 294 w 312"/>
                <a:gd name="T13" fmla="*/ 0 h 449"/>
                <a:gd name="T14" fmla="*/ 18 w 312"/>
                <a:gd name="T15" fmla="*/ 0 h 449"/>
                <a:gd name="T16" fmla="*/ 18 w 312"/>
                <a:gd name="T17" fmla="*/ 0 h 449"/>
                <a:gd name="T18" fmla="*/ 10 w 312"/>
                <a:gd name="T19" fmla="*/ 2 h 449"/>
                <a:gd name="T20" fmla="*/ 4 w 312"/>
                <a:gd name="T21" fmla="*/ 4 h 449"/>
                <a:gd name="T22" fmla="*/ 2 w 312"/>
                <a:gd name="T23" fmla="*/ 8 h 449"/>
                <a:gd name="T24" fmla="*/ 0 w 312"/>
                <a:gd name="T25" fmla="*/ 16 h 449"/>
                <a:gd name="T26" fmla="*/ 0 w 312"/>
                <a:gd name="T27" fmla="*/ 58 h 449"/>
                <a:gd name="T28" fmla="*/ 0 w 312"/>
                <a:gd name="T29" fmla="*/ 58 h 449"/>
                <a:gd name="T30" fmla="*/ 2 w 312"/>
                <a:gd name="T31" fmla="*/ 66 h 449"/>
                <a:gd name="T32" fmla="*/ 4 w 312"/>
                <a:gd name="T33" fmla="*/ 70 h 449"/>
                <a:gd name="T34" fmla="*/ 10 w 312"/>
                <a:gd name="T35" fmla="*/ 74 h 449"/>
                <a:gd name="T36" fmla="*/ 18 w 312"/>
                <a:gd name="T37" fmla="*/ 74 h 449"/>
                <a:gd name="T38" fmla="*/ 112 w 312"/>
                <a:gd name="T39" fmla="*/ 74 h 449"/>
                <a:gd name="T40" fmla="*/ 112 w 312"/>
                <a:gd name="T41" fmla="*/ 431 h 449"/>
                <a:gd name="T42" fmla="*/ 112 w 312"/>
                <a:gd name="T43" fmla="*/ 431 h 449"/>
                <a:gd name="T44" fmla="*/ 112 w 312"/>
                <a:gd name="T45" fmla="*/ 439 h 449"/>
                <a:gd name="T46" fmla="*/ 116 w 312"/>
                <a:gd name="T47" fmla="*/ 445 h 449"/>
                <a:gd name="T48" fmla="*/ 120 w 312"/>
                <a:gd name="T49" fmla="*/ 447 h 449"/>
                <a:gd name="T50" fmla="*/ 128 w 312"/>
                <a:gd name="T51" fmla="*/ 449 h 449"/>
                <a:gd name="T52" fmla="*/ 186 w 312"/>
                <a:gd name="T53" fmla="*/ 449 h 449"/>
                <a:gd name="T54" fmla="*/ 186 w 312"/>
                <a:gd name="T55" fmla="*/ 449 h 449"/>
                <a:gd name="T56" fmla="*/ 192 w 312"/>
                <a:gd name="T57" fmla="*/ 447 h 449"/>
                <a:gd name="T58" fmla="*/ 198 w 312"/>
                <a:gd name="T59" fmla="*/ 445 h 449"/>
                <a:gd name="T60" fmla="*/ 200 w 312"/>
                <a:gd name="T61" fmla="*/ 439 h 449"/>
                <a:gd name="T62" fmla="*/ 202 w 312"/>
                <a:gd name="T63" fmla="*/ 431 h 449"/>
                <a:gd name="T64" fmla="*/ 202 w 312"/>
                <a:gd name="T65" fmla="*/ 74 h 449"/>
                <a:gd name="T66" fmla="*/ 294 w 312"/>
                <a:gd name="T67" fmla="*/ 74 h 449"/>
                <a:gd name="T68" fmla="*/ 294 w 312"/>
                <a:gd name="T69" fmla="*/ 74 h 449"/>
                <a:gd name="T70" fmla="*/ 302 w 312"/>
                <a:gd name="T71" fmla="*/ 74 h 449"/>
                <a:gd name="T72" fmla="*/ 308 w 312"/>
                <a:gd name="T73" fmla="*/ 70 h 449"/>
                <a:gd name="T74" fmla="*/ 310 w 312"/>
                <a:gd name="T75" fmla="*/ 66 h 449"/>
                <a:gd name="T76" fmla="*/ 312 w 312"/>
                <a:gd name="T77" fmla="*/ 58 h 449"/>
                <a:gd name="T78" fmla="*/ 312 w 312"/>
                <a:gd name="T79" fmla="*/ 58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12" h="449">
                  <a:moveTo>
                    <a:pt x="312" y="58"/>
                  </a:moveTo>
                  <a:lnTo>
                    <a:pt x="312" y="16"/>
                  </a:lnTo>
                  <a:lnTo>
                    <a:pt x="312" y="16"/>
                  </a:lnTo>
                  <a:lnTo>
                    <a:pt x="310" y="8"/>
                  </a:lnTo>
                  <a:lnTo>
                    <a:pt x="308" y="4"/>
                  </a:lnTo>
                  <a:lnTo>
                    <a:pt x="302" y="2"/>
                  </a:lnTo>
                  <a:lnTo>
                    <a:pt x="294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10" y="74"/>
                  </a:lnTo>
                  <a:lnTo>
                    <a:pt x="18" y="74"/>
                  </a:lnTo>
                  <a:lnTo>
                    <a:pt x="112" y="74"/>
                  </a:lnTo>
                  <a:lnTo>
                    <a:pt x="112" y="431"/>
                  </a:lnTo>
                  <a:lnTo>
                    <a:pt x="112" y="431"/>
                  </a:lnTo>
                  <a:lnTo>
                    <a:pt x="112" y="439"/>
                  </a:lnTo>
                  <a:lnTo>
                    <a:pt x="116" y="445"/>
                  </a:lnTo>
                  <a:lnTo>
                    <a:pt x="120" y="447"/>
                  </a:lnTo>
                  <a:lnTo>
                    <a:pt x="128" y="449"/>
                  </a:lnTo>
                  <a:lnTo>
                    <a:pt x="186" y="449"/>
                  </a:lnTo>
                  <a:lnTo>
                    <a:pt x="186" y="449"/>
                  </a:lnTo>
                  <a:lnTo>
                    <a:pt x="192" y="447"/>
                  </a:lnTo>
                  <a:lnTo>
                    <a:pt x="198" y="445"/>
                  </a:lnTo>
                  <a:lnTo>
                    <a:pt x="200" y="439"/>
                  </a:lnTo>
                  <a:lnTo>
                    <a:pt x="202" y="431"/>
                  </a:lnTo>
                  <a:lnTo>
                    <a:pt x="202" y="74"/>
                  </a:lnTo>
                  <a:lnTo>
                    <a:pt x="294" y="74"/>
                  </a:lnTo>
                  <a:lnTo>
                    <a:pt x="294" y="74"/>
                  </a:lnTo>
                  <a:lnTo>
                    <a:pt x="302" y="74"/>
                  </a:lnTo>
                  <a:lnTo>
                    <a:pt x="308" y="70"/>
                  </a:lnTo>
                  <a:lnTo>
                    <a:pt x="310" y="66"/>
                  </a:lnTo>
                  <a:lnTo>
                    <a:pt x="312" y="58"/>
                  </a:lnTo>
                  <a:lnTo>
                    <a:pt x="312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6" name="Freeform 43"/>
            <p:cNvSpPr>
              <a:spLocks/>
            </p:cNvSpPr>
            <p:nvPr/>
          </p:nvSpPr>
          <p:spPr bwMode="auto">
            <a:xfrm>
              <a:off x="2456" y="2987"/>
              <a:ext cx="88" cy="449"/>
            </a:xfrm>
            <a:custGeom>
              <a:avLst/>
              <a:gdLst>
                <a:gd name="T0" fmla="*/ 16 w 88"/>
                <a:gd name="T1" fmla="*/ 449 h 449"/>
                <a:gd name="T2" fmla="*/ 72 w 88"/>
                <a:gd name="T3" fmla="*/ 449 h 449"/>
                <a:gd name="T4" fmla="*/ 72 w 88"/>
                <a:gd name="T5" fmla="*/ 449 h 449"/>
                <a:gd name="T6" fmla="*/ 80 w 88"/>
                <a:gd name="T7" fmla="*/ 447 h 449"/>
                <a:gd name="T8" fmla="*/ 86 w 88"/>
                <a:gd name="T9" fmla="*/ 445 h 449"/>
                <a:gd name="T10" fmla="*/ 88 w 88"/>
                <a:gd name="T11" fmla="*/ 439 h 449"/>
                <a:gd name="T12" fmla="*/ 88 w 88"/>
                <a:gd name="T13" fmla="*/ 431 h 449"/>
                <a:gd name="T14" fmla="*/ 88 w 88"/>
                <a:gd name="T15" fmla="*/ 18 h 449"/>
                <a:gd name="T16" fmla="*/ 88 w 88"/>
                <a:gd name="T17" fmla="*/ 18 h 449"/>
                <a:gd name="T18" fmla="*/ 88 w 88"/>
                <a:gd name="T19" fmla="*/ 10 h 449"/>
                <a:gd name="T20" fmla="*/ 86 w 88"/>
                <a:gd name="T21" fmla="*/ 4 h 449"/>
                <a:gd name="T22" fmla="*/ 80 w 88"/>
                <a:gd name="T23" fmla="*/ 2 h 449"/>
                <a:gd name="T24" fmla="*/ 72 w 88"/>
                <a:gd name="T25" fmla="*/ 0 h 449"/>
                <a:gd name="T26" fmla="*/ 16 w 88"/>
                <a:gd name="T27" fmla="*/ 0 h 449"/>
                <a:gd name="T28" fmla="*/ 16 w 88"/>
                <a:gd name="T29" fmla="*/ 0 h 449"/>
                <a:gd name="T30" fmla="*/ 8 w 88"/>
                <a:gd name="T31" fmla="*/ 2 h 449"/>
                <a:gd name="T32" fmla="*/ 4 w 88"/>
                <a:gd name="T33" fmla="*/ 4 h 449"/>
                <a:gd name="T34" fmla="*/ 0 w 88"/>
                <a:gd name="T35" fmla="*/ 10 h 449"/>
                <a:gd name="T36" fmla="*/ 0 w 88"/>
                <a:gd name="T37" fmla="*/ 18 h 449"/>
                <a:gd name="T38" fmla="*/ 0 w 88"/>
                <a:gd name="T39" fmla="*/ 431 h 449"/>
                <a:gd name="T40" fmla="*/ 0 w 88"/>
                <a:gd name="T41" fmla="*/ 431 h 449"/>
                <a:gd name="T42" fmla="*/ 0 w 88"/>
                <a:gd name="T43" fmla="*/ 439 h 449"/>
                <a:gd name="T44" fmla="*/ 4 w 88"/>
                <a:gd name="T45" fmla="*/ 445 h 449"/>
                <a:gd name="T46" fmla="*/ 8 w 88"/>
                <a:gd name="T47" fmla="*/ 447 h 449"/>
                <a:gd name="T48" fmla="*/ 16 w 88"/>
                <a:gd name="T49" fmla="*/ 449 h 449"/>
                <a:gd name="T50" fmla="*/ 16 w 88"/>
                <a:gd name="T51" fmla="*/ 449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8" h="449">
                  <a:moveTo>
                    <a:pt x="16" y="449"/>
                  </a:moveTo>
                  <a:lnTo>
                    <a:pt x="72" y="449"/>
                  </a:lnTo>
                  <a:lnTo>
                    <a:pt x="72" y="449"/>
                  </a:lnTo>
                  <a:lnTo>
                    <a:pt x="80" y="447"/>
                  </a:lnTo>
                  <a:lnTo>
                    <a:pt x="86" y="445"/>
                  </a:lnTo>
                  <a:lnTo>
                    <a:pt x="88" y="439"/>
                  </a:lnTo>
                  <a:lnTo>
                    <a:pt x="88" y="431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8" y="10"/>
                  </a:lnTo>
                  <a:lnTo>
                    <a:pt x="86" y="4"/>
                  </a:lnTo>
                  <a:lnTo>
                    <a:pt x="80" y="2"/>
                  </a:lnTo>
                  <a:lnTo>
                    <a:pt x="72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0" y="10"/>
                  </a:lnTo>
                  <a:lnTo>
                    <a:pt x="0" y="18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4" y="445"/>
                  </a:lnTo>
                  <a:lnTo>
                    <a:pt x="8" y="447"/>
                  </a:lnTo>
                  <a:lnTo>
                    <a:pt x="16" y="449"/>
                  </a:lnTo>
                  <a:lnTo>
                    <a:pt x="16" y="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7" name="Freeform 44"/>
            <p:cNvSpPr>
              <a:spLocks noEditPoints="1"/>
            </p:cNvSpPr>
            <p:nvPr/>
          </p:nvSpPr>
          <p:spPr bwMode="auto">
            <a:xfrm>
              <a:off x="0" y="2247"/>
              <a:ext cx="640" cy="483"/>
            </a:xfrm>
            <a:custGeom>
              <a:avLst/>
              <a:gdLst>
                <a:gd name="T0" fmla="*/ 552 w 640"/>
                <a:gd name="T1" fmla="*/ 483 h 483"/>
                <a:gd name="T2" fmla="*/ 570 w 640"/>
                <a:gd name="T3" fmla="*/ 409 h 483"/>
                <a:gd name="T4" fmla="*/ 630 w 640"/>
                <a:gd name="T5" fmla="*/ 303 h 483"/>
                <a:gd name="T6" fmla="*/ 624 w 640"/>
                <a:gd name="T7" fmla="*/ 214 h 483"/>
                <a:gd name="T8" fmla="*/ 562 w 640"/>
                <a:gd name="T9" fmla="*/ 184 h 483"/>
                <a:gd name="T10" fmla="*/ 484 w 640"/>
                <a:gd name="T11" fmla="*/ 168 h 483"/>
                <a:gd name="T12" fmla="*/ 374 w 640"/>
                <a:gd name="T13" fmla="*/ 206 h 483"/>
                <a:gd name="T14" fmla="*/ 340 w 640"/>
                <a:gd name="T15" fmla="*/ 190 h 483"/>
                <a:gd name="T16" fmla="*/ 370 w 640"/>
                <a:gd name="T17" fmla="*/ 144 h 483"/>
                <a:gd name="T18" fmla="*/ 344 w 640"/>
                <a:gd name="T19" fmla="*/ 100 h 483"/>
                <a:gd name="T20" fmla="*/ 356 w 640"/>
                <a:gd name="T21" fmla="*/ 76 h 483"/>
                <a:gd name="T22" fmla="*/ 382 w 640"/>
                <a:gd name="T23" fmla="*/ 60 h 483"/>
                <a:gd name="T24" fmla="*/ 360 w 640"/>
                <a:gd name="T25" fmla="*/ 44 h 483"/>
                <a:gd name="T26" fmla="*/ 334 w 640"/>
                <a:gd name="T27" fmla="*/ 26 h 483"/>
                <a:gd name="T28" fmla="*/ 320 w 640"/>
                <a:gd name="T29" fmla="*/ 0 h 483"/>
                <a:gd name="T30" fmla="*/ 304 w 640"/>
                <a:gd name="T31" fmla="*/ 22 h 483"/>
                <a:gd name="T32" fmla="*/ 286 w 640"/>
                <a:gd name="T33" fmla="*/ 46 h 483"/>
                <a:gd name="T34" fmla="*/ 260 w 640"/>
                <a:gd name="T35" fmla="*/ 60 h 483"/>
                <a:gd name="T36" fmla="*/ 280 w 640"/>
                <a:gd name="T37" fmla="*/ 78 h 483"/>
                <a:gd name="T38" fmla="*/ 296 w 640"/>
                <a:gd name="T39" fmla="*/ 100 h 483"/>
                <a:gd name="T40" fmla="*/ 270 w 640"/>
                <a:gd name="T41" fmla="*/ 144 h 483"/>
                <a:gd name="T42" fmla="*/ 300 w 640"/>
                <a:gd name="T43" fmla="*/ 190 h 483"/>
                <a:gd name="T44" fmla="*/ 266 w 640"/>
                <a:gd name="T45" fmla="*/ 206 h 483"/>
                <a:gd name="T46" fmla="*/ 156 w 640"/>
                <a:gd name="T47" fmla="*/ 168 h 483"/>
                <a:gd name="T48" fmla="*/ 78 w 640"/>
                <a:gd name="T49" fmla="*/ 184 h 483"/>
                <a:gd name="T50" fmla="*/ 16 w 640"/>
                <a:gd name="T51" fmla="*/ 214 h 483"/>
                <a:gd name="T52" fmla="*/ 10 w 640"/>
                <a:gd name="T53" fmla="*/ 303 h 483"/>
                <a:gd name="T54" fmla="*/ 70 w 640"/>
                <a:gd name="T55" fmla="*/ 409 h 483"/>
                <a:gd name="T56" fmla="*/ 564 w 640"/>
                <a:gd name="T57" fmla="*/ 216 h 483"/>
                <a:gd name="T58" fmla="*/ 598 w 640"/>
                <a:gd name="T59" fmla="*/ 267 h 483"/>
                <a:gd name="T60" fmla="*/ 540 w 640"/>
                <a:gd name="T61" fmla="*/ 371 h 483"/>
                <a:gd name="T62" fmla="*/ 512 w 640"/>
                <a:gd name="T63" fmla="*/ 403 h 483"/>
                <a:gd name="T64" fmla="*/ 520 w 640"/>
                <a:gd name="T65" fmla="*/ 439 h 483"/>
                <a:gd name="T66" fmla="*/ 464 w 640"/>
                <a:gd name="T67" fmla="*/ 403 h 483"/>
                <a:gd name="T68" fmla="*/ 528 w 640"/>
                <a:gd name="T69" fmla="*/ 301 h 483"/>
                <a:gd name="T70" fmla="*/ 540 w 640"/>
                <a:gd name="T71" fmla="*/ 216 h 483"/>
                <a:gd name="T72" fmla="*/ 370 w 640"/>
                <a:gd name="T73" fmla="*/ 347 h 483"/>
                <a:gd name="T74" fmla="*/ 346 w 640"/>
                <a:gd name="T75" fmla="*/ 245 h 483"/>
                <a:gd name="T76" fmla="*/ 444 w 640"/>
                <a:gd name="T77" fmla="*/ 204 h 483"/>
                <a:gd name="T78" fmla="*/ 490 w 640"/>
                <a:gd name="T79" fmla="*/ 212 h 483"/>
                <a:gd name="T80" fmla="*/ 488 w 640"/>
                <a:gd name="T81" fmla="*/ 279 h 483"/>
                <a:gd name="T82" fmla="*/ 404 w 640"/>
                <a:gd name="T83" fmla="*/ 331 h 483"/>
                <a:gd name="T84" fmla="*/ 416 w 640"/>
                <a:gd name="T85" fmla="*/ 407 h 483"/>
                <a:gd name="T86" fmla="*/ 344 w 640"/>
                <a:gd name="T87" fmla="*/ 407 h 483"/>
                <a:gd name="T88" fmla="*/ 158 w 640"/>
                <a:gd name="T89" fmla="*/ 206 h 483"/>
                <a:gd name="T90" fmla="*/ 232 w 640"/>
                <a:gd name="T91" fmla="*/ 222 h 483"/>
                <a:gd name="T92" fmla="*/ 288 w 640"/>
                <a:gd name="T93" fmla="*/ 305 h 483"/>
                <a:gd name="T94" fmla="*/ 286 w 640"/>
                <a:gd name="T95" fmla="*/ 387 h 483"/>
                <a:gd name="T96" fmla="*/ 296 w 640"/>
                <a:gd name="T97" fmla="*/ 407 h 483"/>
                <a:gd name="T98" fmla="*/ 224 w 640"/>
                <a:gd name="T99" fmla="*/ 407 h 483"/>
                <a:gd name="T100" fmla="*/ 210 w 640"/>
                <a:gd name="T101" fmla="*/ 337 h 483"/>
                <a:gd name="T102" fmla="*/ 144 w 640"/>
                <a:gd name="T103" fmla="*/ 263 h 483"/>
                <a:gd name="T104" fmla="*/ 150 w 640"/>
                <a:gd name="T105" fmla="*/ 212 h 483"/>
                <a:gd name="T106" fmla="*/ 100 w 640"/>
                <a:gd name="T107" fmla="*/ 216 h 483"/>
                <a:gd name="T108" fmla="*/ 114 w 640"/>
                <a:gd name="T109" fmla="*/ 301 h 483"/>
                <a:gd name="T110" fmla="*/ 176 w 640"/>
                <a:gd name="T111" fmla="*/ 403 h 483"/>
                <a:gd name="T112" fmla="*/ 120 w 640"/>
                <a:gd name="T113" fmla="*/ 439 h 483"/>
                <a:gd name="T114" fmla="*/ 128 w 640"/>
                <a:gd name="T115" fmla="*/ 403 h 483"/>
                <a:gd name="T116" fmla="*/ 100 w 640"/>
                <a:gd name="T117" fmla="*/ 371 h 483"/>
                <a:gd name="T118" fmla="*/ 42 w 640"/>
                <a:gd name="T119" fmla="*/ 267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0" h="483">
                  <a:moveTo>
                    <a:pt x="80" y="475"/>
                  </a:moveTo>
                  <a:lnTo>
                    <a:pt x="80" y="475"/>
                  </a:lnTo>
                  <a:lnTo>
                    <a:pt x="80" y="479"/>
                  </a:lnTo>
                  <a:lnTo>
                    <a:pt x="82" y="481"/>
                  </a:lnTo>
                  <a:lnTo>
                    <a:pt x="88" y="483"/>
                  </a:lnTo>
                  <a:lnTo>
                    <a:pt x="552" y="483"/>
                  </a:lnTo>
                  <a:lnTo>
                    <a:pt x="552" y="483"/>
                  </a:lnTo>
                  <a:lnTo>
                    <a:pt x="558" y="481"/>
                  </a:lnTo>
                  <a:lnTo>
                    <a:pt x="560" y="479"/>
                  </a:lnTo>
                  <a:lnTo>
                    <a:pt x="560" y="475"/>
                  </a:lnTo>
                  <a:lnTo>
                    <a:pt x="560" y="455"/>
                  </a:lnTo>
                  <a:lnTo>
                    <a:pt x="560" y="455"/>
                  </a:lnTo>
                  <a:lnTo>
                    <a:pt x="562" y="433"/>
                  </a:lnTo>
                  <a:lnTo>
                    <a:pt x="570" y="409"/>
                  </a:lnTo>
                  <a:lnTo>
                    <a:pt x="576" y="395"/>
                  </a:lnTo>
                  <a:lnTo>
                    <a:pt x="582" y="381"/>
                  </a:lnTo>
                  <a:lnTo>
                    <a:pt x="592" y="365"/>
                  </a:lnTo>
                  <a:lnTo>
                    <a:pt x="606" y="347"/>
                  </a:lnTo>
                  <a:lnTo>
                    <a:pt x="606" y="347"/>
                  </a:lnTo>
                  <a:lnTo>
                    <a:pt x="620" y="325"/>
                  </a:lnTo>
                  <a:lnTo>
                    <a:pt x="630" y="303"/>
                  </a:lnTo>
                  <a:lnTo>
                    <a:pt x="638" y="283"/>
                  </a:lnTo>
                  <a:lnTo>
                    <a:pt x="640" y="261"/>
                  </a:lnTo>
                  <a:lnTo>
                    <a:pt x="640" y="251"/>
                  </a:lnTo>
                  <a:lnTo>
                    <a:pt x="638" y="241"/>
                  </a:lnTo>
                  <a:lnTo>
                    <a:pt x="634" y="233"/>
                  </a:lnTo>
                  <a:lnTo>
                    <a:pt x="630" y="222"/>
                  </a:lnTo>
                  <a:lnTo>
                    <a:pt x="624" y="214"/>
                  </a:lnTo>
                  <a:lnTo>
                    <a:pt x="618" y="206"/>
                  </a:lnTo>
                  <a:lnTo>
                    <a:pt x="610" y="200"/>
                  </a:lnTo>
                  <a:lnTo>
                    <a:pt x="600" y="194"/>
                  </a:lnTo>
                  <a:lnTo>
                    <a:pt x="600" y="194"/>
                  </a:lnTo>
                  <a:lnTo>
                    <a:pt x="590" y="190"/>
                  </a:lnTo>
                  <a:lnTo>
                    <a:pt x="580" y="186"/>
                  </a:lnTo>
                  <a:lnTo>
                    <a:pt x="562" y="184"/>
                  </a:lnTo>
                  <a:lnTo>
                    <a:pt x="544" y="186"/>
                  </a:lnTo>
                  <a:lnTo>
                    <a:pt x="526" y="192"/>
                  </a:lnTo>
                  <a:lnTo>
                    <a:pt x="526" y="192"/>
                  </a:lnTo>
                  <a:lnTo>
                    <a:pt x="516" y="184"/>
                  </a:lnTo>
                  <a:lnTo>
                    <a:pt x="506" y="176"/>
                  </a:lnTo>
                  <a:lnTo>
                    <a:pt x="496" y="172"/>
                  </a:lnTo>
                  <a:lnTo>
                    <a:pt x="484" y="168"/>
                  </a:lnTo>
                  <a:lnTo>
                    <a:pt x="484" y="168"/>
                  </a:lnTo>
                  <a:lnTo>
                    <a:pt x="474" y="166"/>
                  </a:lnTo>
                  <a:lnTo>
                    <a:pt x="464" y="166"/>
                  </a:lnTo>
                  <a:lnTo>
                    <a:pt x="444" y="170"/>
                  </a:lnTo>
                  <a:lnTo>
                    <a:pt x="426" y="178"/>
                  </a:lnTo>
                  <a:lnTo>
                    <a:pt x="408" y="188"/>
                  </a:lnTo>
                  <a:lnTo>
                    <a:pt x="374" y="206"/>
                  </a:lnTo>
                  <a:lnTo>
                    <a:pt x="356" y="212"/>
                  </a:lnTo>
                  <a:lnTo>
                    <a:pt x="348" y="214"/>
                  </a:lnTo>
                  <a:lnTo>
                    <a:pt x="340" y="216"/>
                  </a:lnTo>
                  <a:lnTo>
                    <a:pt x="340" y="216"/>
                  </a:lnTo>
                  <a:lnTo>
                    <a:pt x="332" y="192"/>
                  </a:lnTo>
                  <a:lnTo>
                    <a:pt x="332" y="192"/>
                  </a:lnTo>
                  <a:lnTo>
                    <a:pt x="340" y="190"/>
                  </a:lnTo>
                  <a:lnTo>
                    <a:pt x="348" y="186"/>
                  </a:lnTo>
                  <a:lnTo>
                    <a:pt x="354" y="180"/>
                  </a:lnTo>
                  <a:lnTo>
                    <a:pt x="360" y="174"/>
                  </a:lnTo>
                  <a:lnTo>
                    <a:pt x="364" y="168"/>
                  </a:lnTo>
                  <a:lnTo>
                    <a:pt x="368" y="160"/>
                  </a:lnTo>
                  <a:lnTo>
                    <a:pt x="370" y="152"/>
                  </a:lnTo>
                  <a:lnTo>
                    <a:pt x="370" y="144"/>
                  </a:lnTo>
                  <a:lnTo>
                    <a:pt x="370" y="144"/>
                  </a:lnTo>
                  <a:lnTo>
                    <a:pt x="370" y="134"/>
                  </a:lnTo>
                  <a:lnTo>
                    <a:pt x="366" y="126"/>
                  </a:lnTo>
                  <a:lnTo>
                    <a:pt x="364" y="118"/>
                  </a:lnTo>
                  <a:lnTo>
                    <a:pt x="358" y="112"/>
                  </a:lnTo>
                  <a:lnTo>
                    <a:pt x="352" y="106"/>
                  </a:lnTo>
                  <a:lnTo>
                    <a:pt x="344" y="100"/>
                  </a:lnTo>
                  <a:lnTo>
                    <a:pt x="338" y="96"/>
                  </a:lnTo>
                  <a:lnTo>
                    <a:pt x="328" y="94"/>
                  </a:lnTo>
                  <a:lnTo>
                    <a:pt x="328" y="68"/>
                  </a:lnTo>
                  <a:lnTo>
                    <a:pt x="348" y="68"/>
                  </a:lnTo>
                  <a:lnTo>
                    <a:pt x="348" y="68"/>
                  </a:lnTo>
                  <a:lnTo>
                    <a:pt x="352" y="72"/>
                  </a:lnTo>
                  <a:lnTo>
                    <a:pt x="356" y="76"/>
                  </a:lnTo>
                  <a:lnTo>
                    <a:pt x="360" y="78"/>
                  </a:lnTo>
                  <a:lnTo>
                    <a:pt x="364" y="78"/>
                  </a:lnTo>
                  <a:lnTo>
                    <a:pt x="364" y="78"/>
                  </a:lnTo>
                  <a:lnTo>
                    <a:pt x="370" y="76"/>
                  </a:lnTo>
                  <a:lnTo>
                    <a:pt x="376" y="72"/>
                  </a:lnTo>
                  <a:lnTo>
                    <a:pt x="380" y="68"/>
                  </a:lnTo>
                  <a:lnTo>
                    <a:pt x="382" y="60"/>
                  </a:lnTo>
                  <a:lnTo>
                    <a:pt x="382" y="60"/>
                  </a:lnTo>
                  <a:lnTo>
                    <a:pt x="380" y="54"/>
                  </a:lnTo>
                  <a:lnTo>
                    <a:pt x="376" y="48"/>
                  </a:lnTo>
                  <a:lnTo>
                    <a:pt x="370" y="44"/>
                  </a:lnTo>
                  <a:lnTo>
                    <a:pt x="364" y="44"/>
                  </a:lnTo>
                  <a:lnTo>
                    <a:pt x="364" y="44"/>
                  </a:lnTo>
                  <a:lnTo>
                    <a:pt x="360" y="44"/>
                  </a:lnTo>
                  <a:lnTo>
                    <a:pt x="356" y="46"/>
                  </a:lnTo>
                  <a:lnTo>
                    <a:pt x="352" y="50"/>
                  </a:lnTo>
                  <a:lnTo>
                    <a:pt x="348" y="52"/>
                  </a:lnTo>
                  <a:lnTo>
                    <a:pt x="328" y="52"/>
                  </a:lnTo>
                  <a:lnTo>
                    <a:pt x="328" y="32"/>
                  </a:lnTo>
                  <a:lnTo>
                    <a:pt x="328" y="32"/>
                  </a:lnTo>
                  <a:lnTo>
                    <a:pt x="334" y="26"/>
                  </a:lnTo>
                  <a:lnTo>
                    <a:pt x="336" y="22"/>
                  </a:lnTo>
                  <a:lnTo>
                    <a:pt x="338" y="18"/>
                  </a:lnTo>
                  <a:lnTo>
                    <a:pt x="338" y="18"/>
                  </a:lnTo>
                  <a:lnTo>
                    <a:pt x="336" y="10"/>
                  </a:lnTo>
                  <a:lnTo>
                    <a:pt x="332" y="6"/>
                  </a:lnTo>
                  <a:lnTo>
                    <a:pt x="326" y="2"/>
                  </a:lnTo>
                  <a:lnTo>
                    <a:pt x="320" y="0"/>
                  </a:lnTo>
                  <a:lnTo>
                    <a:pt x="320" y="0"/>
                  </a:lnTo>
                  <a:lnTo>
                    <a:pt x="314" y="2"/>
                  </a:lnTo>
                  <a:lnTo>
                    <a:pt x="308" y="6"/>
                  </a:lnTo>
                  <a:lnTo>
                    <a:pt x="304" y="10"/>
                  </a:lnTo>
                  <a:lnTo>
                    <a:pt x="302" y="18"/>
                  </a:lnTo>
                  <a:lnTo>
                    <a:pt x="302" y="18"/>
                  </a:lnTo>
                  <a:lnTo>
                    <a:pt x="304" y="22"/>
                  </a:lnTo>
                  <a:lnTo>
                    <a:pt x="306" y="26"/>
                  </a:lnTo>
                  <a:lnTo>
                    <a:pt x="312" y="32"/>
                  </a:lnTo>
                  <a:lnTo>
                    <a:pt x="312" y="52"/>
                  </a:lnTo>
                  <a:lnTo>
                    <a:pt x="292" y="52"/>
                  </a:lnTo>
                  <a:lnTo>
                    <a:pt x="292" y="52"/>
                  </a:lnTo>
                  <a:lnTo>
                    <a:pt x="288" y="50"/>
                  </a:lnTo>
                  <a:lnTo>
                    <a:pt x="286" y="46"/>
                  </a:lnTo>
                  <a:lnTo>
                    <a:pt x="282" y="44"/>
                  </a:lnTo>
                  <a:lnTo>
                    <a:pt x="276" y="44"/>
                  </a:lnTo>
                  <a:lnTo>
                    <a:pt x="276" y="44"/>
                  </a:lnTo>
                  <a:lnTo>
                    <a:pt x="270" y="44"/>
                  </a:lnTo>
                  <a:lnTo>
                    <a:pt x="264" y="48"/>
                  </a:lnTo>
                  <a:lnTo>
                    <a:pt x="260" y="54"/>
                  </a:lnTo>
                  <a:lnTo>
                    <a:pt x="260" y="60"/>
                  </a:lnTo>
                  <a:lnTo>
                    <a:pt x="260" y="60"/>
                  </a:lnTo>
                  <a:lnTo>
                    <a:pt x="260" y="68"/>
                  </a:lnTo>
                  <a:lnTo>
                    <a:pt x="264" y="72"/>
                  </a:lnTo>
                  <a:lnTo>
                    <a:pt x="270" y="76"/>
                  </a:lnTo>
                  <a:lnTo>
                    <a:pt x="276" y="78"/>
                  </a:lnTo>
                  <a:lnTo>
                    <a:pt x="276" y="78"/>
                  </a:lnTo>
                  <a:lnTo>
                    <a:pt x="280" y="78"/>
                  </a:lnTo>
                  <a:lnTo>
                    <a:pt x="286" y="76"/>
                  </a:lnTo>
                  <a:lnTo>
                    <a:pt x="292" y="68"/>
                  </a:lnTo>
                  <a:lnTo>
                    <a:pt x="312" y="68"/>
                  </a:lnTo>
                  <a:lnTo>
                    <a:pt x="312" y="94"/>
                  </a:lnTo>
                  <a:lnTo>
                    <a:pt x="312" y="94"/>
                  </a:lnTo>
                  <a:lnTo>
                    <a:pt x="304" y="98"/>
                  </a:lnTo>
                  <a:lnTo>
                    <a:pt x="296" y="100"/>
                  </a:lnTo>
                  <a:lnTo>
                    <a:pt x="288" y="106"/>
                  </a:lnTo>
                  <a:lnTo>
                    <a:pt x="282" y="112"/>
                  </a:lnTo>
                  <a:lnTo>
                    <a:pt x="278" y="118"/>
                  </a:lnTo>
                  <a:lnTo>
                    <a:pt x="274" y="126"/>
                  </a:lnTo>
                  <a:lnTo>
                    <a:pt x="272" y="134"/>
                  </a:lnTo>
                  <a:lnTo>
                    <a:pt x="270" y="144"/>
                  </a:lnTo>
                  <a:lnTo>
                    <a:pt x="270" y="144"/>
                  </a:lnTo>
                  <a:lnTo>
                    <a:pt x="272" y="152"/>
                  </a:lnTo>
                  <a:lnTo>
                    <a:pt x="274" y="160"/>
                  </a:lnTo>
                  <a:lnTo>
                    <a:pt x="276" y="168"/>
                  </a:lnTo>
                  <a:lnTo>
                    <a:pt x="282" y="174"/>
                  </a:lnTo>
                  <a:lnTo>
                    <a:pt x="286" y="180"/>
                  </a:lnTo>
                  <a:lnTo>
                    <a:pt x="292" y="186"/>
                  </a:lnTo>
                  <a:lnTo>
                    <a:pt x="300" y="190"/>
                  </a:lnTo>
                  <a:lnTo>
                    <a:pt x="308" y="192"/>
                  </a:lnTo>
                  <a:lnTo>
                    <a:pt x="308" y="192"/>
                  </a:lnTo>
                  <a:lnTo>
                    <a:pt x="300" y="216"/>
                  </a:lnTo>
                  <a:lnTo>
                    <a:pt x="300" y="216"/>
                  </a:lnTo>
                  <a:lnTo>
                    <a:pt x="292" y="214"/>
                  </a:lnTo>
                  <a:lnTo>
                    <a:pt x="284" y="212"/>
                  </a:lnTo>
                  <a:lnTo>
                    <a:pt x="266" y="206"/>
                  </a:lnTo>
                  <a:lnTo>
                    <a:pt x="232" y="188"/>
                  </a:lnTo>
                  <a:lnTo>
                    <a:pt x="214" y="178"/>
                  </a:lnTo>
                  <a:lnTo>
                    <a:pt x="196" y="170"/>
                  </a:lnTo>
                  <a:lnTo>
                    <a:pt x="176" y="166"/>
                  </a:lnTo>
                  <a:lnTo>
                    <a:pt x="166" y="166"/>
                  </a:lnTo>
                  <a:lnTo>
                    <a:pt x="156" y="168"/>
                  </a:lnTo>
                  <a:lnTo>
                    <a:pt x="156" y="168"/>
                  </a:lnTo>
                  <a:lnTo>
                    <a:pt x="144" y="172"/>
                  </a:lnTo>
                  <a:lnTo>
                    <a:pt x="134" y="176"/>
                  </a:lnTo>
                  <a:lnTo>
                    <a:pt x="124" y="184"/>
                  </a:lnTo>
                  <a:lnTo>
                    <a:pt x="116" y="192"/>
                  </a:lnTo>
                  <a:lnTo>
                    <a:pt x="116" y="192"/>
                  </a:lnTo>
                  <a:lnTo>
                    <a:pt x="96" y="186"/>
                  </a:lnTo>
                  <a:lnTo>
                    <a:pt x="78" y="184"/>
                  </a:lnTo>
                  <a:lnTo>
                    <a:pt x="60" y="186"/>
                  </a:lnTo>
                  <a:lnTo>
                    <a:pt x="50" y="190"/>
                  </a:lnTo>
                  <a:lnTo>
                    <a:pt x="42" y="194"/>
                  </a:lnTo>
                  <a:lnTo>
                    <a:pt x="42" y="194"/>
                  </a:lnTo>
                  <a:lnTo>
                    <a:pt x="32" y="200"/>
                  </a:lnTo>
                  <a:lnTo>
                    <a:pt x="22" y="206"/>
                  </a:lnTo>
                  <a:lnTo>
                    <a:pt x="16" y="214"/>
                  </a:lnTo>
                  <a:lnTo>
                    <a:pt x="10" y="222"/>
                  </a:lnTo>
                  <a:lnTo>
                    <a:pt x="6" y="233"/>
                  </a:lnTo>
                  <a:lnTo>
                    <a:pt x="2" y="241"/>
                  </a:lnTo>
                  <a:lnTo>
                    <a:pt x="0" y="251"/>
                  </a:lnTo>
                  <a:lnTo>
                    <a:pt x="0" y="261"/>
                  </a:lnTo>
                  <a:lnTo>
                    <a:pt x="2" y="283"/>
                  </a:lnTo>
                  <a:lnTo>
                    <a:pt x="10" y="303"/>
                  </a:lnTo>
                  <a:lnTo>
                    <a:pt x="20" y="325"/>
                  </a:lnTo>
                  <a:lnTo>
                    <a:pt x="36" y="347"/>
                  </a:lnTo>
                  <a:lnTo>
                    <a:pt x="36" y="347"/>
                  </a:lnTo>
                  <a:lnTo>
                    <a:pt x="48" y="365"/>
                  </a:lnTo>
                  <a:lnTo>
                    <a:pt x="58" y="381"/>
                  </a:lnTo>
                  <a:lnTo>
                    <a:pt x="66" y="395"/>
                  </a:lnTo>
                  <a:lnTo>
                    <a:pt x="70" y="409"/>
                  </a:lnTo>
                  <a:lnTo>
                    <a:pt x="78" y="435"/>
                  </a:lnTo>
                  <a:lnTo>
                    <a:pt x="80" y="455"/>
                  </a:lnTo>
                  <a:lnTo>
                    <a:pt x="80" y="475"/>
                  </a:lnTo>
                  <a:close/>
                  <a:moveTo>
                    <a:pt x="540" y="216"/>
                  </a:moveTo>
                  <a:lnTo>
                    <a:pt x="540" y="216"/>
                  </a:lnTo>
                  <a:lnTo>
                    <a:pt x="552" y="216"/>
                  </a:lnTo>
                  <a:lnTo>
                    <a:pt x="564" y="216"/>
                  </a:lnTo>
                  <a:lnTo>
                    <a:pt x="574" y="220"/>
                  </a:lnTo>
                  <a:lnTo>
                    <a:pt x="584" y="227"/>
                  </a:lnTo>
                  <a:lnTo>
                    <a:pt x="584" y="227"/>
                  </a:lnTo>
                  <a:lnTo>
                    <a:pt x="592" y="237"/>
                  </a:lnTo>
                  <a:lnTo>
                    <a:pt x="596" y="247"/>
                  </a:lnTo>
                  <a:lnTo>
                    <a:pt x="598" y="257"/>
                  </a:lnTo>
                  <a:lnTo>
                    <a:pt x="598" y="267"/>
                  </a:lnTo>
                  <a:lnTo>
                    <a:pt x="596" y="277"/>
                  </a:lnTo>
                  <a:lnTo>
                    <a:pt x="594" y="287"/>
                  </a:lnTo>
                  <a:lnTo>
                    <a:pt x="584" y="307"/>
                  </a:lnTo>
                  <a:lnTo>
                    <a:pt x="570" y="325"/>
                  </a:lnTo>
                  <a:lnTo>
                    <a:pt x="558" y="343"/>
                  </a:lnTo>
                  <a:lnTo>
                    <a:pt x="546" y="357"/>
                  </a:lnTo>
                  <a:lnTo>
                    <a:pt x="540" y="371"/>
                  </a:lnTo>
                  <a:lnTo>
                    <a:pt x="540" y="371"/>
                  </a:lnTo>
                  <a:lnTo>
                    <a:pt x="516" y="361"/>
                  </a:lnTo>
                  <a:lnTo>
                    <a:pt x="516" y="361"/>
                  </a:lnTo>
                  <a:lnTo>
                    <a:pt x="514" y="371"/>
                  </a:lnTo>
                  <a:lnTo>
                    <a:pt x="512" y="383"/>
                  </a:lnTo>
                  <a:lnTo>
                    <a:pt x="512" y="393"/>
                  </a:lnTo>
                  <a:lnTo>
                    <a:pt x="512" y="403"/>
                  </a:lnTo>
                  <a:lnTo>
                    <a:pt x="516" y="423"/>
                  </a:lnTo>
                  <a:lnTo>
                    <a:pt x="522" y="435"/>
                  </a:lnTo>
                  <a:lnTo>
                    <a:pt x="522" y="435"/>
                  </a:lnTo>
                  <a:lnTo>
                    <a:pt x="522" y="439"/>
                  </a:lnTo>
                  <a:lnTo>
                    <a:pt x="522" y="439"/>
                  </a:lnTo>
                  <a:lnTo>
                    <a:pt x="520" y="439"/>
                  </a:lnTo>
                  <a:lnTo>
                    <a:pt x="520" y="439"/>
                  </a:lnTo>
                  <a:lnTo>
                    <a:pt x="496" y="431"/>
                  </a:lnTo>
                  <a:lnTo>
                    <a:pt x="464" y="421"/>
                  </a:lnTo>
                  <a:lnTo>
                    <a:pt x="464" y="421"/>
                  </a:lnTo>
                  <a:lnTo>
                    <a:pt x="462" y="419"/>
                  </a:lnTo>
                  <a:lnTo>
                    <a:pt x="462" y="417"/>
                  </a:lnTo>
                  <a:lnTo>
                    <a:pt x="462" y="417"/>
                  </a:lnTo>
                  <a:lnTo>
                    <a:pt x="464" y="403"/>
                  </a:lnTo>
                  <a:lnTo>
                    <a:pt x="468" y="389"/>
                  </a:lnTo>
                  <a:lnTo>
                    <a:pt x="476" y="375"/>
                  </a:lnTo>
                  <a:lnTo>
                    <a:pt x="482" y="361"/>
                  </a:lnTo>
                  <a:lnTo>
                    <a:pt x="500" y="337"/>
                  </a:lnTo>
                  <a:lnTo>
                    <a:pt x="518" y="313"/>
                  </a:lnTo>
                  <a:lnTo>
                    <a:pt x="518" y="313"/>
                  </a:lnTo>
                  <a:lnTo>
                    <a:pt x="528" y="301"/>
                  </a:lnTo>
                  <a:lnTo>
                    <a:pt x="534" y="287"/>
                  </a:lnTo>
                  <a:lnTo>
                    <a:pt x="538" y="275"/>
                  </a:lnTo>
                  <a:lnTo>
                    <a:pt x="542" y="263"/>
                  </a:lnTo>
                  <a:lnTo>
                    <a:pt x="544" y="251"/>
                  </a:lnTo>
                  <a:lnTo>
                    <a:pt x="544" y="239"/>
                  </a:lnTo>
                  <a:lnTo>
                    <a:pt x="542" y="229"/>
                  </a:lnTo>
                  <a:lnTo>
                    <a:pt x="540" y="216"/>
                  </a:lnTo>
                  <a:lnTo>
                    <a:pt x="540" y="216"/>
                  </a:lnTo>
                  <a:close/>
                  <a:moveTo>
                    <a:pt x="342" y="401"/>
                  </a:moveTo>
                  <a:lnTo>
                    <a:pt x="342" y="401"/>
                  </a:lnTo>
                  <a:lnTo>
                    <a:pt x="350" y="395"/>
                  </a:lnTo>
                  <a:lnTo>
                    <a:pt x="354" y="387"/>
                  </a:lnTo>
                  <a:lnTo>
                    <a:pt x="364" y="367"/>
                  </a:lnTo>
                  <a:lnTo>
                    <a:pt x="370" y="347"/>
                  </a:lnTo>
                  <a:lnTo>
                    <a:pt x="372" y="329"/>
                  </a:lnTo>
                  <a:lnTo>
                    <a:pt x="372" y="329"/>
                  </a:lnTo>
                  <a:lnTo>
                    <a:pt x="352" y="327"/>
                  </a:lnTo>
                  <a:lnTo>
                    <a:pt x="352" y="327"/>
                  </a:lnTo>
                  <a:lnTo>
                    <a:pt x="352" y="305"/>
                  </a:lnTo>
                  <a:lnTo>
                    <a:pt x="350" y="285"/>
                  </a:lnTo>
                  <a:lnTo>
                    <a:pt x="346" y="245"/>
                  </a:lnTo>
                  <a:lnTo>
                    <a:pt x="346" y="245"/>
                  </a:lnTo>
                  <a:lnTo>
                    <a:pt x="356" y="245"/>
                  </a:lnTo>
                  <a:lnTo>
                    <a:pt x="368" y="241"/>
                  </a:lnTo>
                  <a:lnTo>
                    <a:pt x="390" y="233"/>
                  </a:lnTo>
                  <a:lnTo>
                    <a:pt x="410" y="222"/>
                  </a:lnTo>
                  <a:lnTo>
                    <a:pt x="428" y="212"/>
                  </a:lnTo>
                  <a:lnTo>
                    <a:pt x="444" y="204"/>
                  </a:lnTo>
                  <a:lnTo>
                    <a:pt x="452" y="202"/>
                  </a:lnTo>
                  <a:lnTo>
                    <a:pt x="460" y="200"/>
                  </a:lnTo>
                  <a:lnTo>
                    <a:pt x="468" y="200"/>
                  </a:lnTo>
                  <a:lnTo>
                    <a:pt x="476" y="202"/>
                  </a:lnTo>
                  <a:lnTo>
                    <a:pt x="484" y="206"/>
                  </a:lnTo>
                  <a:lnTo>
                    <a:pt x="490" y="212"/>
                  </a:lnTo>
                  <a:lnTo>
                    <a:pt x="490" y="212"/>
                  </a:lnTo>
                  <a:lnTo>
                    <a:pt x="496" y="220"/>
                  </a:lnTo>
                  <a:lnTo>
                    <a:pt x="500" y="229"/>
                  </a:lnTo>
                  <a:lnTo>
                    <a:pt x="502" y="237"/>
                  </a:lnTo>
                  <a:lnTo>
                    <a:pt x="502" y="247"/>
                  </a:lnTo>
                  <a:lnTo>
                    <a:pt x="500" y="255"/>
                  </a:lnTo>
                  <a:lnTo>
                    <a:pt x="496" y="263"/>
                  </a:lnTo>
                  <a:lnTo>
                    <a:pt x="488" y="279"/>
                  </a:lnTo>
                  <a:lnTo>
                    <a:pt x="476" y="295"/>
                  </a:lnTo>
                  <a:lnTo>
                    <a:pt x="462" y="311"/>
                  </a:lnTo>
                  <a:lnTo>
                    <a:pt x="452" y="325"/>
                  </a:lnTo>
                  <a:lnTo>
                    <a:pt x="446" y="339"/>
                  </a:lnTo>
                  <a:lnTo>
                    <a:pt x="446" y="339"/>
                  </a:lnTo>
                  <a:lnTo>
                    <a:pt x="432" y="337"/>
                  </a:lnTo>
                  <a:lnTo>
                    <a:pt x="404" y="331"/>
                  </a:lnTo>
                  <a:lnTo>
                    <a:pt x="404" y="331"/>
                  </a:lnTo>
                  <a:lnTo>
                    <a:pt x="402" y="341"/>
                  </a:lnTo>
                  <a:lnTo>
                    <a:pt x="402" y="351"/>
                  </a:lnTo>
                  <a:lnTo>
                    <a:pt x="404" y="373"/>
                  </a:lnTo>
                  <a:lnTo>
                    <a:pt x="410" y="393"/>
                  </a:lnTo>
                  <a:lnTo>
                    <a:pt x="416" y="407"/>
                  </a:lnTo>
                  <a:lnTo>
                    <a:pt x="416" y="407"/>
                  </a:lnTo>
                  <a:lnTo>
                    <a:pt x="418" y="409"/>
                  </a:lnTo>
                  <a:lnTo>
                    <a:pt x="416" y="411"/>
                  </a:lnTo>
                  <a:lnTo>
                    <a:pt x="412" y="413"/>
                  </a:lnTo>
                  <a:lnTo>
                    <a:pt x="412" y="413"/>
                  </a:lnTo>
                  <a:lnTo>
                    <a:pt x="382" y="409"/>
                  </a:lnTo>
                  <a:lnTo>
                    <a:pt x="344" y="407"/>
                  </a:lnTo>
                  <a:lnTo>
                    <a:pt x="344" y="407"/>
                  </a:lnTo>
                  <a:lnTo>
                    <a:pt x="340" y="405"/>
                  </a:lnTo>
                  <a:lnTo>
                    <a:pt x="340" y="403"/>
                  </a:lnTo>
                  <a:lnTo>
                    <a:pt x="342" y="401"/>
                  </a:lnTo>
                  <a:lnTo>
                    <a:pt x="342" y="401"/>
                  </a:lnTo>
                  <a:close/>
                  <a:moveTo>
                    <a:pt x="150" y="212"/>
                  </a:moveTo>
                  <a:lnTo>
                    <a:pt x="150" y="212"/>
                  </a:lnTo>
                  <a:lnTo>
                    <a:pt x="158" y="206"/>
                  </a:lnTo>
                  <a:lnTo>
                    <a:pt x="164" y="202"/>
                  </a:lnTo>
                  <a:lnTo>
                    <a:pt x="172" y="200"/>
                  </a:lnTo>
                  <a:lnTo>
                    <a:pt x="180" y="200"/>
                  </a:lnTo>
                  <a:lnTo>
                    <a:pt x="188" y="202"/>
                  </a:lnTo>
                  <a:lnTo>
                    <a:pt x="196" y="204"/>
                  </a:lnTo>
                  <a:lnTo>
                    <a:pt x="212" y="212"/>
                  </a:lnTo>
                  <a:lnTo>
                    <a:pt x="232" y="222"/>
                  </a:lnTo>
                  <a:lnTo>
                    <a:pt x="252" y="233"/>
                  </a:lnTo>
                  <a:lnTo>
                    <a:pt x="272" y="241"/>
                  </a:lnTo>
                  <a:lnTo>
                    <a:pt x="284" y="245"/>
                  </a:lnTo>
                  <a:lnTo>
                    <a:pt x="296" y="245"/>
                  </a:lnTo>
                  <a:lnTo>
                    <a:pt x="296" y="245"/>
                  </a:lnTo>
                  <a:lnTo>
                    <a:pt x="290" y="285"/>
                  </a:lnTo>
                  <a:lnTo>
                    <a:pt x="288" y="305"/>
                  </a:lnTo>
                  <a:lnTo>
                    <a:pt x="288" y="327"/>
                  </a:lnTo>
                  <a:lnTo>
                    <a:pt x="288" y="327"/>
                  </a:lnTo>
                  <a:lnTo>
                    <a:pt x="268" y="329"/>
                  </a:lnTo>
                  <a:lnTo>
                    <a:pt x="268" y="329"/>
                  </a:lnTo>
                  <a:lnTo>
                    <a:pt x="270" y="347"/>
                  </a:lnTo>
                  <a:lnTo>
                    <a:pt x="276" y="367"/>
                  </a:lnTo>
                  <a:lnTo>
                    <a:pt x="286" y="387"/>
                  </a:lnTo>
                  <a:lnTo>
                    <a:pt x="292" y="395"/>
                  </a:lnTo>
                  <a:lnTo>
                    <a:pt x="298" y="401"/>
                  </a:lnTo>
                  <a:lnTo>
                    <a:pt x="298" y="401"/>
                  </a:lnTo>
                  <a:lnTo>
                    <a:pt x="300" y="403"/>
                  </a:lnTo>
                  <a:lnTo>
                    <a:pt x="300" y="405"/>
                  </a:lnTo>
                  <a:lnTo>
                    <a:pt x="296" y="407"/>
                  </a:lnTo>
                  <a:lnTo>
                    <a:pt x="296" y="407"/>
                  </a:lnTo>
                  <a:lnTo>
                    <a:pt x="258" y="409"/>
                  </a:lnTo>
                  <a:lnTo>
                    <a:pt x="228" y="413"/>
                  </a:lnTo>
                  <a:lnTo>
                    <a:pt x="228" y="413"/>
                  </a:lnTo>
                  <a:lnTo>
                    <a:pt x="224" y="411"/>
                  </a:lnTo>
                  <a:lnTo>
                    <a:pt x="222" y="409"/>
                  </a:lnTo>
                  <a:lnTo>
                    <a:pt x="224" y="407"/>
                  </a:lnTo>
                  <a:lnTo>
                    <a:pt x="224" y="407"/>
                  </a:lnTo>
                  <a:lnTo>
                    <a:pt x="232" y="393"/>
                  </a:lnTo>
                  <a:lnTo>
                    <a:pt x="236" y="373"/>
                  </a:lnTo>
                  <a:lnTo>
                    <a:pt x="238" y="351"/>
                  </a:lnTo>
                  <a:lnTo>
                    <a:pt x="238" y="341"/>
                  </a:lnTo>
                  <a:lnTo>
                    <a:pt x="236" y="331"/>
                  </a:lnTo>
                  <a:lnTo>
                    <a:pt x="236" y="331"/>
                  </a:lnTo>
                  <a:lnTo>
                    <a:pt x="210" y="337"/>
                  </a:lnTo>
                  <a:lnTo>
                    <a:pt x="194" y="339"/>
                  </a:lnTo>
                  <a:lnTo>
                    <a:pt x="194" y="339"/>
                  </a:lnTo>
                  <a:lnTo>
                    <a:pt x="188" y="325"/>
                  </a:lnTo>
                  <a:lnTo>
                    <a:pt x="178" y="311"/>
                  </a:lnTo>
                  <a:lnTo>
                    <a:pt x="166" y="295"/>
                  </a:lnTo>
                  <a:lnTo>
                    <a:pt x="154" y="279"/>
                  </a:lnTo>
                  <a:lnTo>
                    <a:pt x="144" y="263"/>
                  </a:lnTo>
                  <a:lnTo>
                    <a:pt x="140" y="255"/>
                  </a:lnTo>
                  <a:lnTo>
                    <a:pt x="138" y="247"/>
                  </a:lnTo>
                  <a:lnTo>
                    <a:pt x="138" y="237"/>
                  </a:lnTo>
                  <a:lnTo>
                    <a:pt x="140" y="229"/>
                  </a:lnTo>
                  <a:lnTo>
                    <a:pt x="144" y="220"/>
                  </a:lnTo>
                  <a:lnTo>
                    <a:pt x="150" y="212"/>
                  </a:lnTo>
                  <a:lnTo>
                    <a:pt x="150" y="212"/>
                  </a:lnTo>
                  <a:close/>
                  <a:moveTo>
                    <a:pt x="56" y="227"/>
                  </a:moveTo>
                  <a:lnTo>
                    <a:pt x="56" y="227"/>
                  </a:lnTo>
                  <a:lnTo>
                    <a:pt x="66" y="220"/>
                  </a:lnTo>
                  <a:lnTo>
                    <a:pt x="76" y="216"/>
                  </a:lnTo>
                  <a:lnTo>
                    <a:pt x="88" y="216"/>
                  </a:lnTo>
                  <a:lnTo>
                    <a:pt x="100" y="216"/>
                  </a:lnTo>
                  <a:lnTo>
                    <a:pt x="100" y="216"/>
                  </a:lnTo>
                  <a:lnTo>
                    <a:pt x="98" y="229"/>
                  </a:lnTo>
                  <a:lnTo>
                    <a:pt x="96" y="239"/>
                  </a:lnTo>
                  <a:lnTo>
                    <a:pt x="96" y="251"/>
                  </a:lnTo>
                  <a:lnTo>
                    <a:pt x="98" y="263"/>
                  </a:lnTo>
                  <a:lnTo>
                    <a:pt x="102" y="275"/>
                  </a:lnTo>
                  <a:lnTo>
                    <a:pt x="106" y="287"/>
                  </a:lnTo>
                  <a:lnTo>
                    <a:pt x="114" y="301"/>
                  </a:lnTo>
                  <a:lnTo>
                    <a:pt x="122" y="313"/>
                  </a:lnTo>
                  <a:lnTo>
                    <a:pt x="122" y="313"/>
                  </a:lnTo>
                  <a:lnTo>
                    <a:pt x="140" y="337"/>
                  </a:lnTo>
                  <a:lnTo>
                    <a:pt x="158" y="361"/>
                  </a:lnTo>
                  <a:lnTo>
                    <a:pt x="166" y="375"/>
                  </a:lnTo>
                  <a:lnTo>
                    <a:pt x="172" y="389"/>
                  </a:lnTo>
                  <a:lnTo>
                    <a:pt x="176" y="403"/>
                  </a:lnTo>
                  <a:lnTo>
                    <a:pt x="180" y="417"/>
                  </a:lnTo>
                  <a:lnTo>
                    <a:pt x="180" y="417"/>
                  </a:lnTo>
                  <a:lnTo>
                    <a:pt x="178" y="419"/>
                  </a:lnTo>
                  <a:lnTo>
                    <a:pt x="176" y="421"/>
                  </a:lnTo>
                  <a:lnTo>
                    <a:pt x="176" y="421"/>
                  </a:lnTo>
                  <a:lnTo>
                    <a:pt x="144" y="431"/>
                  </a:lnTo>
                  <a:lnTo>
                    <a:pt x="120" y="439"/>
                  </a:lnTo>
                  <a:lnTo>
                    <a:pt x="120" y="439"/>
                  </a:lnTo>
                  <a:lnTo>
                    <a:pt x="118" y="439"/>
                  </a:lnTo>
                  <a:lnTo>
                    <a:pt x="118" y="439"/>
                  </a:lnTo>
                  <a:lnTo>
                    <a:pt x="118" y="435"/>
                  </a:lnTo>
                  <a:lnTo>
                    <a:pt x="118" y="435"/>
                  </a:lnTo>
                  <a:lnTo>
                    <a:pt x="124" y="423"/>
                  </a:lnTo>
                  <a:lnTo>
                    <a:pt x="128" y="403"/>
                  </a:lnTo>
                  <a:lnTo>
                    <a:pt x="130" y="393"/>
                  </a:lnTo>
                  <a:lnTo>
                    <a:pt x="130" y="383"/>
                  </a:lnTo>
                  <a:lnTo>
                    <a:pt x="128" y="371"/>
                  </a:lnTo>
                  <a:lnTo>
                    <a:pt x="124" y="361"/>
                  </a:lnTo>
                  <a:lnTo>
                    <a:pt x="124" y="361"/>
                  </a:lnTo>
                  <a:lnTo>
                    <a:pt x="100" y="371"/>
                  </a:lnTo>
                  <a:lnTo>
                    <a:pt x="100" y="371"/>
                  </a:lnTo>
                  <a:lnTo>
                    <a:pt x="94" y="357"/>
                  </a:lnTo>
                  <a:lnTo>
                    <a:pt x="84" y="343"/>
                  </a:lnTo>
                  <a:lnTo>
                    <a:pt x="70" y="325"/>
                  </a:lnTo>
                  <a:lnTo>
                    <a:pt x="58" y="307"/>
                  </a:lnTo>
                  <a:lnTo>
                    <a:pt x="48" y="287"/>
                  </a:lnTo>
                  <a:lnTo>
                    <a:pt x="44" y="277"/>
                  </a:lnTo>
                  <a:lnTo>
                    <a:pt x="42" y="267"/>
                  </a:lnTo>
                  <a:lnTo>
                    <a:pt x="42" y="257"/>
                  </a:lnTo>
                  <a:lnTo>
                    <a:pt x="44" y="247"/>
                  </a:lnTo>
                  <a:lnTo>
                    <a:pt x="50" y="237"/>
                  </a:lnTo>
                  <a:lnTo>
                    <a:pt x="56" y="227"/>
                  </a:lnTo>
                  <a:lnTo>
                    <a:pt x="56" y="2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8" name="Freeform 45"/>
            <p:cNvSpPr>
              <a:spLocks/>
            </p:cNvSpPr>
            <p:nvPr/>
          </p:nvSpPr>
          <p:spPr bwMode="auto">
            <a:xfrm>
              <a:off x="80" y="2774"/>
              <a:ext cx="480" cy="70"/>
            </a:xfrm>
            <a:custGeom>
              <a:avLst/>
              <a:gdLst>
                <a:gd name="T0" fmla="*/ 6 w 480"/>
                <a:gd name="T1" fmla="*/ 0 h 70"/>
                <a:gd name="T2" fmla="*/ 6 w 480"/>
                <a:gd name="T3" fmla="*/ 0 h 70"/>
                <a:gd name="T4" fmla="*/ 2 w 480"/>
                <a:gd name="T5" fmla="*/ 2 h 70"/>
                <a:gd name="T6" fmla="*/ 0 w 480"/>
                <a:gd name="T7" fmla="*/ 6 h 70"/>
                <a:gd name="T8" fmla="*/ 0 w 480"/>
                <a:gd name="T9" fmla="*/ 64 h 70"/>
                <a:gd name="T10" fmla="*/ 0 w 480"/>
                <a:gd name="T11" fmla="*/ 64 h 70"/>
                <a:gd name="T12" fmla="*/ 2 w 480"/>
                <a:gd name="T13" fmla="*/ 68 h 70"/>
                <a:gd name="T14" fmla="*/ 6 w 480"/>
                <a:gd name="T15" fmla="*/ 70 h 70"/>
                <a:gd name="T16" fmla="*/ 474 w 480"/>
                <a:gd name="T17" fmla="*/ 70 h 70"/>
                <a:gd name="T18" fmla="*/ 474 w 480"/>
                <a:gd name="T19" fmla="*/ 70 h 70"/>
                <a:gd name="T20" fmla="*/ 478 w 480"/>
                <a:gd name="T21" fmla="*/ 68 h 70"/>
                <a:gd name="T22" fmla="*/ 480 w 480"/>
                <a:gd name="T23" fmla="*/ 64 h 70"/>
                <a:gd name="T24" fmla="*/ 480 w 480"/>
                <a:gd name="T25" fmla="*/ 6 h 70"/>
                <a:gd name="T26" fmla="*/ 480 w 480"/>
                <a:gd name="T27" fmla="*/ 6 h 70"/>
                <a:gd name="T28" fmla="*/ 478 w 480"/>
                <a:gd name="T29" fmla="*/ 2 h 70"/>
                <a:gd name="T30" fmla="*/ 474 w 480"/>
                <a:gd name="T31" fmla="*/ 0 h 70"/>
                <a:gd name="T32" fmla="*/ 6 w 480"/>
                <a:gd name="T33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0" h="70">
                  <a:moveTo>
                    <a:pt x="6" y="0"/>
                  </a:moveTo>
                  <a:lnTo>
                    <a:pt x="6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2" y="68"/>
                  </a:lnTo>
                  <a:lnTo>
                    <a:pt x="6" y="70"/>
                  </a:lnTo>
                  <a:lnTo>
                    <a:pt x="474" y="70"/>
                  </a:lnTo>
                  <a:lnTo>
                    <a:pt x="474" y="70"/>
                  </a:lnTo>
                  <a:lnTo>
                    <a:pt x="478" y="68"/>
                  </a:lnTo>
                  <a:lnTo>
                    <a:pt x="480" y="64"/>
                  </a:lnTo>
                  <a:lnTo>
                    <a:pt x="480" y="6"/>
                  </a:lnTo>
                  <a:lnTo>
                    <a:pt x="480" y="6"/>
                  </a:lnTo>
                  <a:lnTo>
                    <a:pt x="478" y="2"/>
                  </a:lnTo>
                  <a:lnTo>
                    <a:pt x="47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</p:grpSp>
    </p:spTree>
    <p:extLst>
      <p:ext uri="{BB962C8B-B14F-4D97-AF65-F5344CB8AC3E}">
        <p14:creationId xmlns:p14="http://schemas.microsoft.com/office/powerpoint/2010/main" val="343311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23863" y="431320"/>
            <a:ext cx="9487888" cy="625445"/>
          </a:xfrm>
          <a:prstGeom prst="rect">
            <a:avLst/>
          </a:prstGeom>
        </p:spPr>
        <p:txBody>
          <a:bodyPr/>
          <a:lstStyle/>
          <a:p>
            <a:r>
              <a:rPr lang="da-DK" dirty="0"/>
              <a:t>Tilføj overskrift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423863" y="1341438"/>
            <a:ext cx="11344275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baseline="0"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</a:lstStyle>
          <a:p>
            <a:pPr lvl="0"/>
            <a:r>
              <a:rPr lang="da-DK" dirty="0"/>
              <a:t>Tilføj tekst</a:t>
            </a:r>
          </a:p>
          <a:p>
            <a:pPr lvl="1"/>
            <a:r>
              <a:rPr lang="da-DK" dirty="0"/>
              <a:t>Andet niveau</a:t>
            </a:r>
          </a:p>
        </p:txBody>
      </p:sp>
    </p:spTree>
    <p:extLst>
      <p:ext uri="{BB962C8B-B14F-4D97-AF65-F5344CB8AC3E}">
        <p14:creationId xmlns:p14="http://schemas.microsoft.com/office/powerpoint/2010/main" val="288297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stort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23863" y="431320"/>
            <a:ext cx="9487888" cy="625445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5" name="Pladsholder til billede 4"/>
          <p:cNvSpPr>
            <a:spLocks noGrp="1"/>
          </p:cNvSpPr>
          <p:nvPr>
            <p:ph type="pic" sz="quarter" idx="10"/>
          </p:nvPr>
        </p:nvSpPr>
        <p:spPr>
          <a:xfrm>
            <a:off x="423863" y="1341438"/>
            <a:ext cx="11344275" cy="5003800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billede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34206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2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3863" y="431320"/>
            <a:ext cx="9487888" cy="625445"/>
          </a:xfrm>
          <a:prstGeom prst="rect">
            <a:avLst/>
          </a:prstGeom>
        </p:spPr>
        <p:txBody>
          <a:bodyPr/>
          <a:lstStyle/>
          <a:p>
            <a:r>
              <a:rPr lang="da-DK" dirty="0"/>
              <a:t>Tilføj overskrift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idx="11" hasCustomPrompt="1"/>
          </p:nvPr>
        </p:nvSpPr>
        <p:spPr>
          <a:xfrm>
            <a:off x="6316663" y="1341438"/>
            <a:ext cx="5451475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</a:lstStyle>
          <a:p>
            <a:pPr lvl="0"/>
            <a:r>
              <a:rPr lang="da-DK" dirty="0"/>
              <a:t>Tilføj tekst</a:t>
            </a:r>
          </a:p>
          <a:p>
            <a:pPr lvl="1"/>
            <a:r>
              <a:rPr lang="da-DK" dirty="0"/>
              <a:t>Andet niveau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2" hasCustomPrompt="1"/>
          </p:nvPr>
        </p:nvSpPr>
        <p:spPr>
          <a:xfrm>
            <a:off x="423863" y="1341438"/>
            <a:ext cx="5451475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</a:lstStyle>
          <a:p>
            <a:pPr lvl="0"/>
            <a:r>
              <a:rPr lang="da-DK" dirty="0"/>
              <a:t>Tilføj tekst</a:t>
            </a:r>
          </a:p>
          <a:p>
            <a:pPr lvl="1"/>
            <a:r>
              <a:rPr lang="da-DK" dirty="0"/>
              <a:t>Andet niveau</a:t>
            </a:r>
          </a:p>
        </p:txBody>
      </p:sp>
    </p:spTree>
    <p:extLst>
      <p:ext uri="{BB962C8B-B14F-4D97-AF65-F5344CB8AC3E}">
        <p14:creationId xmlns:p14="http://schemas.microsoft.com/office/powerpoint/2010/main" val="4149624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01">
          <p15:clr>
            <a:srgbClr val="FBAE40"/>
          </p15:clr>
        </p15:guide>
        <p15:guide id="3" pos="397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2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3863" y="431320"/>
            <a:ext cx="9487888" cy="625445"/>
          </a:xfrm>
          <a:prstGeom prst="rect">
            <a:avLst/>
          </a:prstGeom>
        </p:spPr>
        <p:txBody>
          <a:bodyPr/>
          <a:lstStyle/>
          <a:p>
            <a:r>
              <a:rPr lang="da-DK" dirty="0"/>
              <a:t>Tilføj overskrift</a:t>
            </a:r>
            <a:endParaRPr lang="en-US" dirty="0"/>
          </a:p>
        </p:txBody>
      </p:sp>
      <p:sp>
        <p:nvSpPr>
          <p:cNvPr id="5" name="Pladsholder til billede 4"/>
          <p:cNvSpPr>
            <a:spLocks noGrp="1"/>
          </p:cNvSpPr>
          <p:nvPr>
            <p:ph type="pic" sz="quarter" idx="10"/>
          </p:nvPr>
        </p:nvSpPr>
        <p:spPr>
          <a:xfrm>
            <a:off x="423863" y="1341438"/>
            <a:ext cx="5451475" cy="5003800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billede</a:t>
            </a:r>
            <a:endParaRPr lang="da-DK" dirty="0"/>
          </a:p>
        </p:txBody>
      </p:sp>
      <p:sp>
        <p:nvSpPr>
          <p:cNvPr id="6" name="Pladsholder til billede 4"/>
          <p:cNvSpPr>
            <a:spLocks noGrp="1"/>
          </p:cNvSpPr>
          <p:nvPr>
            <p:ph type="pic" sz="quarter" idx="11"/>
          </p:nvPr>
        </p:nvSpPr>
        <p:spPr>
          <a:xfrm>
            <a:off x="6316663" y="1341438"/>
            <a:ext cx="5451475" cy="5003800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billede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98976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01" userDrawn="1">
          <p15:clr>
            <a:srgbClr val="FBAE40"/>
          </p15:clr>
        </p15:guide>
        <p15:guide id="3" pos="397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3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863" y="431320"/>
            <a:ext cx="9487888" cy="625445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idx="14" hasCustomPrompt="1"/>
          </p:nvPr>
        </p:nvSpPr>
        <p:spPr>
          <a:xfrm>
            <a:off x="8266113" y="1341438"/>
            <a:ext cx="3502025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</a:lstStyle>
          <a:p>
            <a:pPr lvl="0"/>
            <a:r>
              <a:rPr lang="da-DK" dirty="0"/>
              <a:t>Tilføj tekst</a:t>
            </a:r>
          </a:p>
          <a:p>
            <a:pPr lvl="1"/>
            <a:r>
              <a:rPr lang="da-DK" dirty="0"/>
              <a:t>Andet niveau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idx="15" hasCustomPrompt="1"/>
          </p:nvPr>
        </p:nvSpPr>
        <p:spPr>
          <a:xfrm>
            <a:off x="4324350" y="1341438"/>
            <a:ext cx="3502025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</a:lstStyle>
          <a:p>
            <a:pPr lvl="0"/>
            <a:r>
              <a:rPr lang="da-DK" dirty="0"/>
              <a:t>Tilføj tekst</a:t>
            </a:r>
          </a:p>
          <a:p>
            <a:pPr lvl="1"/>
            <a:r>
              <a:rPr lang="da-DK" dirty="0"/>
              <a:t>Andet niveau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idx="16" hasCustomPrompt="1"/>
          </p:nvPr>
        </p:nvSpPr>
        <p:spPr>
          <a:xfrm>
            <a:off x="423863" y="1341438"/>
            <a:ext cx="3502025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</a:lstStyle>
          <a:p>
            <a:pPr lvl="0"/>
            <a:r>
              <a:rPr lang="da-DK" dirty="0"/>
              <a:t>Tilføj tekst</a:t>
            </a:r>
          </a:p>
          <a:p>
            <a:pPr lvl="1"/>
            <a:r>
              <a:rPr lang="da-DK" dirty="0"/>
              <a:t>Andet niveau</a:t>
            </a:r>
          </a:p>
        </p:txBody>
      </p:sp>
    </p:spTree>
    <p:extLst>
      <p:ext uri="{BB962C8B-B14F-4D97-AF65-F5344CB8AC3E}">
        <p14:creationId xmlns:p14="http://schemas.microsoft.com/office/powerpoint/2010/main" val="3561210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473" userDrawn="1">
          <p15:clr>
            <a:srgbClr val="FBAE40"/>
          </p15:clr>
        </p15:guide>
        <p15:guide id="3" pos="2724" userDrawn="1">
          <p15:clr>
            <a:srgbClr val="FBAE40"/>
          </p15:clr>
        </p15:guide>
        <p15:guide id="4" pos="5207" userDrawn="1">
          <p15:clr>
            <a:srgbClr val="FBAE40"/>
          </p15:clr>
        </p15:guide>
        <p15:guide id="5" pos="492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3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4"/>
          <p:cNvSpPr>
            <a:spLocks noGrp="1"/>
          </p:cNvSpPr>
          <p:nvPr>
            <p:ph type="pic" sz="quarter" idx="10"/>
          </p:nvPr>
        </p:nvSpPr>
        <p:spPr>
          <a:xfrm>
            <a:off x="423863" y="1341438"/>
            <a:ext cx="3502025" cy="5003800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billede</a:t>
            </a:r>
            <a:endParaRPr lang="da-DK" dirty="0"/>
          </a:p>
        </p:txBody>
      </p:sp>
      <p:sp>
        <p:nvSpPr>
          <p:cNvPr id="11" name="Pladsholder til billede 4"/>
          <p:cNvSpPr>
            <a:spLocks noGrp="1"/>
          </p:cNvSpPr>
          <p:nvPr>
            <p:ph type="pic" sz="quarter" idx="37"/>
          </p:nvPr>
        </p:nvSpPr>
        <p:spPr>
          <a:xfrm>
            <a:off x="4332288" y="1341438"/>
            <a:ext cx="3527425" cy="5003800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billede</a:t>
            </a:r>
            <a:endParaRPr lang="da-DK" dirty="0"/>
          </a:p>
        </p:txBody>
      </p:sp>
      <p:sp>
        <p:nvSpPr>
          <p:cNvPr id="12" name="Pladsholder til billede 4"/>
          <p:cNvSpPr>
            <a:spLocks noGrp="1"/>
          </p:cNvSpPr>
          <p:nvPr>
            <p:ph type="pic" sz="quarter" idx="38"/>
          </p:nvPr>
        </p:nvSpPr>
        <p:spPr>
          <a:xfrm>
            <a:off x="8266113" y="1341438"/>
            <a:ext cx="3502634" cy="5003800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billede</a:t>
            </a:r>
            <a:endParaRPr lang="da-DK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3863" y="431320"/>
            <a:ext cx="9487888" cy="625445"/>
          </a:xfrm>
          <a:prstGeom prst="rect">
            <a:avLst/>
          </a:prstGeom>
        </p:spPr>
        <p:txBody>
          <a:bodyPr/>
          <a:lstStyle/>
          <a:p>
            <a:r>
              <a:rPr lang="da-DK" dirty="0"/>
              <a:t>Tilføj overskrift</a:t>
            </a:r>
            <a:endParaRPr lang="en-US" dirty="0"/>
          </a:p>
        </p:txBody>
      </p:sp>
      <p:sp>
        <p:nvSpPr>
          <p:cNvPr id="19" name="Pladsholder til tekst 3"/>
          <p:cNvSpPr>
            <a:spLocks noGrp="1"/>
          </p:cNvSpPr>
          <p:nvPr>
            <p:ph type="body" sz="quarter" idx="32" hasCustomPrompt="1"/>
          </p:nvPr>
        </p:nvSpPr>
        <p:spPr>
          <a:xfrm>
            <a:off x="423863" y="5852518"/>
            <a:ext cx="3502025" cy="492720"/>
          </a:xfrm>
          <a:prstGeom prst="rect">
            <a:avLst/>
          </a:prstGeom>
          <a:solidFill>
            <a:srgbClr val="0F78C8">
              <a:alpha val="70000"/>
            </a:srgbClr>
          </a:solidFill>
        </p:spPr>
        <p:txBody>
          <a:bodyPr wrap="square" lIns="90000" tIns="72000" bIns="72000" anchor="ctr"/>
          <a:lstStyle>
            <a:lvl1pPr marL="72000" indent="0" algn="ctr">
              <a:buNone/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Tilføj tekst</a:t>
            </a:r>
          </a:p>
        </p:txBody>
      </p:sp>
      <p:sp>
        <p:nvSpPr>
          <p:cNvPr id="20" name="Pladsholder til tekst 3"/>
          <p:cNvSpPr>
            <a:spLocks noGrp="1"/>
          </p:cNvSpPr>
          <p:nvPr>
            <p:ph type="body" sz="quarter" idx="34" hasCustomPrompt="1"/>
          </p:nvPr>
        </p:nvSpPr>
        <p:spPr>
          <a:xfrm>
            <a:off x="4345049" y="5852518"/>
            <a:ext cx="3502025" cy="492720"/>
          </a:xfrm>
          <a:prstGeom prst="rect">
            <a:avLst/>
          </a:prstGeom>
          <a:solidFill>
            <a:srgbClr val="0F78C8">
              <a:alpha val="70000"/>
            </a:srgbClr>
          </a:solidFill>
        </p:spPr>
        <p:txBody>
          <a:bodyPr wrap="square" lIns="90000" tIns="72000" bIns="72000" anchor="ctr"/>
          <a:lstStyle>
            <a:lvl1pPr marL="72000" indent="0" algn="ctr">
              <a:buNone/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Tilføj tekst</a:t>
            </a:r>
          </a:p>
        </p:txBody>
      </p:sp>
      <p:sp>
        <p:nvSpPr>
          <p:cNvPr id="21" name="Pladsholder til tekst 3"/>
          <p:cNvSpPr>
            <a:spLocks noGrp="1"/>
          </p:cNvSpPr>
          <p:nvPr>
            <p:ph type="body" sz="quarter" idx="36" hasCustomPrompt="1"/>
          </p:nvPr>
        </p:nvSpPr>
        <p:spPr>
          <a:xfrm>
            <a:off x="8266722" y="5852518"/>
            <a:ext cx="3502025" cy="492720"/>
          </a:xfrm>
          <a:prstGeom prst="rect">
            <a:avLst/>
          </a:prstGeom>
          <a:solidFill>
            <a:srgbClr val="0F78C8">
              <a:alpha val="70000"/>
            </a:srgbClr>
          </a:solidFill>
        </p:spPr>
        <p:txBody>
          <a:bodyPr wrap="square" lIns="90000" tIns="72000" bIns="72000" anchor="ctr"/>
          <a:lstStyle>
            <a:lvl1pPr marL="72000" indent="0" algn="ctr">
              <a:buNone/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Tilføj tekst</a:t>
            </a:r>
          </a:p>
        </p:txBody>
      </p:sp>
    </p:spTree>
    <p:extLst>
      <p:ext uri="{BB962C8B-B14F-4D97-AF65-F5344CB8AC3E}">
        <p14:creationId xmlns:p14="http://schemas.microsoft.com/office/powerpoint/2010/main" val="3818462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473" userDrawn="1">
          <p15:clr>
            <a:srgbClr val="FBAE40"/>
          </p15:clr>
        </p15:guide>
        <p15:guide id="3" pos="2729" userDrawn="1">
          <p15:clr>
            <a:srgbClr val="FBAE40"/>
          </p15:clr>
        </p15:guide>
        <p15:guide id="4" pos="5207" userDrawn="1">
          <p15:clr>
            <a:srgbClr val="FBAE40"/>
          </p15:clr>
        </p15:guide>
        <p15:guide id="5" pos="495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6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4"/>
          <p:cNvSpPr>
            <a:spLocks noGrp="1"/>
          </p:cNvSpPr>
          <p:nvPr>
            <p:ph type="pic" sz="quarter" idx="10"/>
          </p:nvPr>
        </p:nvSpPr>
        <p:spPr>
          <a:xfrm>
            <a:off x="423863" y="1341438"/>
            <a:ext cx="3502025" cy="2281237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billede</a:t>
            </a:r>
            <a:endParaRPr lang="da-DK" dirty="0"/>
          </a:p>
        </p:txBody>
      </p:sp>
      <p:sp>
        <p:nvSpPr>
          <p:cNvPr id="17" name="Pladsholder til billede 4"/>
          <p:cNvSpPr>
            <a:spLocks noGrp="1"/>
          </p:cNvSpPr>
          <p:nvPr>
            <p:ph type="pic" sz="quarter" idx="37"/>
          </p:nvPr>
        </p:nvSpPr>
        <p:spPr>
          <a:xfrm>
            <a:off x="4332289" y="1341438"/>
            <a:ext cx="3492499" cy="2281237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billede</a:t>
            </a:r>
            <a:endParaRPr lang="da-DK" dirty="0"/>
          </a:p>
        </p:txBody>
      </p:sp>
      <p:sp>
        <p:nvSpPr>
          <p:cNvPr id="19" name="Pladsholder til billede 4"/>
          <p:cNvSpPr>
            <a:spLocks noGrp="1"/>
          </p:cNvSpPr>
          <p:nvPr>
            <p:ph type="pic" sz="quarter" idx="38"/>
          </p:nvPr>
        </p:nvSpPr>
        <p:spPr>
          <a:xfrm>
            <a:off x="8266113" y="1341438"/>
            <a:ext cx="3502634" cy="2281237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billede</a:t>
            </a:r>
            <a:endParaRPr lang="da-DK" dirty="0"/>
          </a:p>
        </p:txBody>
      </p:sp>
      <p:sp>
        <p:nvSpPr>
          <p:cNvPr id="22" name="Pladsholder til billede 4"/>
          <p:cNvSpPr>
            <a:spLocks noGrp="1"/>
          </p:cNvSpPr>
          <p:nvPr>
            <p:ph type="pic" sz="quarter" idx="39"/>
          </p:nvPr>
        </p:nvSpPr>
        <p:spPr>
          <a:xfrm>
            <a:off x="423863" y="4064001"/>
            <a:ext cx="3502025" cy="2281237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billede</a:t>
            </a:r>
            <a:endParaRPr lang="da-DK" dirty="0"/>
          </a:p>
        </p:txBody>
      </p:sp>
      <p:sp>
        <p:nvSpPr>
          <p:cNvPr id="25" name="Pladsholder til billede 4"/>
          <p:cNvSpPr>
            <a:spLocks noGrp="1"/>
          </p:cNvSpPr>
          <p:nvPr>
            <p:ph type="pic" sz="quarter" idx="40"/>
          </p:nvPr>
        </p:nvSpPr>
        <p:spPr>
          <a:xfrm>
            <a:off x="4332289" y="4064001"/>
            <a:ext cx="3492499" cy="2281237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billede</a:t>
            </a:r>
            <a:endParaRPr lang="da-DK" dirty="0"/>
          </a:p>
        </p:txBody>
      </p:sp>
      <p:sp>
        <p:nvSpPr>
          <p:cNvPr id="27" name="Pladsholder til billede 4"/>
          <p:cNvSpPr>
            <a:spLocks noGrp="1"/>
          </p:cNvSpPr>
          <p:nvPr>
            <p:ph type="pic" sz="quarter" idx="41"/>
          </p:nvPr>
        </p:nvSpPr>
        <p:spPr>
          <a:xfrm>
            <a:off x="8266113" y="4064001"/>
            <a:ext cx="3502634" cy="2281237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billede</a:t>
            </a:r>
            <a:endParaRPr lang="da-DK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3863" y="431320"/>
            <a:ext cx="9487888" cy="625445"/>
          </a:xfrm>
          <a:prstGeom prst="rect">
            <a:avLst/>
          </a:prstGeom>
        </p:spPr>
        <p:txBody>
          <a:bodyPr/>
          <a:lstStyle/>
          <a:p>
            <a:r>
              <a:rPr lang="da-DK" dirty="0"/>
              <a:t>Tilføj overskrift</a:t>
            </a:r>
            <a:endParaRPr lang="en-US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26" hasCustomPrompt="1"/>
          </p:nvPr>
        </p:nvSpPr>
        <p:spPr>
          <a:xfrm>
            <a:off x="423863" y="3232727"/>
            <a:ext cx="3502025" cy="389948"/>
          </a:xfrm>
          <a:prstGeom prst="rect">
            <a:avLst/>
          </a:prstGeom>
          <a:solidFill>
            <a:srgbClr val="0F78C8">
              <a:alpha val="70000"/>
            </a:srgbClr>
          </a:solidFill>
        </p:spPr>
        <p:txBody>
          <a:bodyPr wrap="square" lIns="90000" tIns="72000" bIns="72000"/>
          <a:lstStyle>
            <a:lvl1pPr marL="72000" indent="0" algn="ctr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Tilføj tekst</a:t>
            </a:r>
          </a:p>
        </p:txBody>
      </p:sp>
      <p:sp>
        <p:nvSpPr>
          <p:cNvPr id="20" name="Pladsholder til tekst 3"/>
          <p:cNvSpPr>
            <a:spLocks noGrp="1"/>
          </p:cNvSpPr>
          <p:nvPr>
            <p:ph type="body" sz="quarter" idx="28" hasCustomPrompt="1"/>
          </p:nvPr>
        </p:nvSpPr>
        <p:spPr>
          <a:xfrm>
            <a:off x="4345049" y="3232727"/>
            <a:ext cx="3502025" cy="389948"/>
          </a:xfrm>
          <a:prstGeom prst="rect">
            <a:avLst/>
          </a:prstGeom>
          <a:solidFill>
            <a:srgbClr val="0F78C8">
              <a:alpha val="70000"/>
            </a:srgbClr>
          </a:solidFill>
        </p:spPr>
        <p:txBody>
          <a:bodyPr wrap="square" lIns="90000" tIns="72000" bIns="72000"/>
          <a:lstStyle>
            <a:lvl1pPr marL="72000" indent="0" algn="ctr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Tilføj tekst</a:t>
            </a:r>
          </a:p>
        </p:txBody>
      </p:sp>
      <p:sp>
        <p:nvSpPr>
          <p:cNvPr id="23" name="Pladsholder til tekst 3"/>
          <p:cNvSpPr>
            <a:spLocks noGrp="1"/>
          </p:cNvSpPr>
          <p:nvPr>
            <p:ph type="body" sz="quarter" idx="30" hasCustomPrompt="1"/>
          </p:nvPr>
        </p:nvSpPr>
        <p:spPr>
          <a:xfrm>
            <a:off x="8265626" y="3232727"/>
            <a:ext cx="3502025" cy="389948"/>
          </a:xfrm>
          <a:prstGeom prst="rect">
            <a:avLst/>
          </a:prstGeom>
          <a:solidFill>
            <a:srgbClr val="0F78C8">
              <a:alpha val="70000"/>
            </a:srgbClr>
          </a:solidFill>
        </p:spPr>
        <p:txBody>
          <a:bodyPr wrap="square" lIns="90000" tIns="72000" bIns="72000"/>
          <a:lstStyle>
            <a:lvl1pPr marL="72000" indent="0" algn="ctr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Tilføj tekst</a:t>
            </a:r>
          </a:p>
        </p:txBody>
      </p:sp>
      <p:sp>
        <p:nvSpPr>
          <p:cNvPr id="26" name="Pladsholder til tekst 3"/>
          <p:cNvSpPr>
            <a:spLocks noGrp="1"/>
          </p:cNvSpPr>
          <p:nvPr>
            <p:ph type="body" sz="quarter" idx="32" hasCustomPrompt="1"/>
          </p:nvPr>
        </p:nvSpPr>
        <p:spPr>
          <a:xfrm>
            <a:off x="423863" y="5954932"/>
            <a:ext cx="3502025" cy="389948"/>
          </a:xfrm>
          <a:prstGeom prst="rect">
            <a:avLst/>
          </a:prstGeom>
          <a:solidFill>
            <a:srgbClr val="0F78C8">
              <a:alpha val="70000"/>
            </a:srgbClr>
          </a:solidFill>
        </p:spPr>
        <p:txBody>
          <a:bodyPr wrap="square" lIns="90000" tIns="72000" bIns="72000"/>
          <a:lstStyle>
            <a:lvl1pPr marL="72000" indent="0" algn="ctr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Tilføj tekst</a:t>
            </a:r>
          </a:p>
        </p:txBody>
      </p:sp>
      <p:sp>
        <p:nvSpPr>
          <p:cNvPr id="36" name="Pladsholder til tekst 3"/>
          <p:cNvSpPr>
            <a:spLocks noGrp="1"/>
          </p:cNvSpPr>
          <p:nvPr>
            <p:ph type="body" sz="quarter" idx="34" hasCustomPrompt="1"/>
          </p:nvPr>
        </p:nvSpPr>
        <p:spPr>
          <a:xfrm>
            <a:off x="4345049" y="5954932"/>
            <a:ext cx="3502025" cy="389948"/>
          </a:xfrm>
          <a:prstGeom prst="rect">
            <a:avLst/>
          </a:prstGeom>
          <a:solidFill>
            <a:srgbClr val="0F78C8">
              <a:alpha val="70000"/>
            </a:srgbClr>
          </a:solidFill>
        </p:spPr>
        <p:txBody>
          <a:bodyPr wrap="square" lIns="90000" tIns="72000" bIns="72000"/>
          <a:lstStyle>
            <a:lvl1pPr marL="72000" indent="0" algn="ctr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Tilføj tekst</a:t>
            </a:r>
          </a:p>
        </p:txBody>
      </p:sp>
      <p:sp>
        <p:nvSpPr>
          <p:cNvPr id="38" name="Pladsholder til tekst 3"/>
          <p:cNvSpPr>
            <a:spLocks noGrp="1"/>
          </p:cNvSpPr>
          <p:nvPr>
            <p:ph type="body" sz="quarter" idx="36" hasCustomPrompt="1"/>
          </p:nvPr>
        </p:nvSpPr>
        <p:spPr>
          <a:xfrm>
            <a:off x="8266722" y="5954932"/>
            <a:ext cx="3502025" cy="389948"/>
          </a:xfrm>
          <a:prstGeom prst="rect">
            <a:avLst/>
          </a:prstGeom>
          <a:solidFill>
            <a:srgbClr val="0F78C8">
              <a:alpha val="70000"/>
            </a:srgbClr>
          </a:solidFill>
        </p:spPr>
        <p:txBody>
          <a:bodyPr wrap="square" lIns="90000" tIns="72000" bIns="72000"/>
          <a:lstStyle>
            <a:lvl1pPr marL="72000" indent="0" algn="ctr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Tilføj tekst</a:t>
            </a:r>
          </a:p>
        </p:txBody>
      </p:sp>
    </p:spTree>
    <p:extLst>
      <p:ext uri="{BB962C8B-B14F-4D97-AF65-F5344CB8AC3E}">
        <p14:creationId xmlns:p14="http://schemas.microsoft.com/office/powerpoint/2010/main" val="2534678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473" userDrawn="1">
          <p15:clr>
            <a:srgbClr val="FBAE40"/>
          </p15:clr>
        </p15:guide>
        <p15:guide id="3" pos="2724" userDrawn="1">
          <p15:clr>
            <a:srgbClr val="FBAE40"/>
          </p15:clr>
        </p15:guide>
        <p15:guide id="4" pos="5207" userDrawn="1">
          <p15:clr>
            <a:srgbClr val="FBAE40"/>
          </p15:clr>
        </p15:guide>
        <p15:guide id="5" pos="492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boks, stort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863" y="431320"/>
            <a:ext cx="9487888" cy="625445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9" name="Pladsholder til billede 4"/>
          <p:cNvSpPr>
            <a:spLocks noGrp="1"/>
          </p:cNvSpPr>
          <p:nvPr>
            <p:ph type="pic" sz="quarter" idx="38"/>
          </p:nvPr>
        </p:nvSpPr>
        <p:spPr>
          <a:xfrm>
            <a:off x="4367213" y="1341438"/>
            <a:ext cx="7401534" cy="5003800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billede</a:t>
            </a:r>
            <a:endParaRPr lang="da-DK" dirty="0"/>
          </a:p>
        </p:txBody>
      </p:sp>
      <p:sp>
        <p:nvSpPr>
          <p:cNvPr id="5" name="Text Placeholder 2"/>
          <p:cNvSpPr>
            <a:spLocks noGrp="1"/>
          </p:cNvSpPr>
          <p:nvPr>
            <p:ph idx="16" hasCustomPrompt="1"/>
          </p:nvPr>
        </p:nvSpPr>
        <p:spPr>
          <a:xfrm>
            <a:off x="423863" y="1341438"/>
            <a:ext cx="3502025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</a:lstStyle>
          <a:p>
            <a:pPr lvl="0"/>
            <a:r>
              <a:rPr lang="da-DK" dirty="0"/>
              <a:t>Tilføj tekst</a:t>
            </a:r>
          </a:p>
          <a:p>
            <a:pPr lvl="1"/>
            <a:r>
              <a:rPr lang="da-DK" dirty="0"/>
              <a:t>Andet niveau</a:t>
            </a:r>
          </a:p>
        </p:txBody>
      </p:sp>
    </p:spTree>
    <p:extLst>
      <p:ext uri="{BB962C8B-B14F-4D97-AF65-F5344CB8AC3E}">
        <p14:creationId xmlns:p14="http://schemas.microsoft.com/office/powerpoint/2010/main" val="3368329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473" userDrawn="1">
          <p15:clr>
            <a:srgbClr val="FBAE40"/>
          </p15:clr>
        </p15:guide>
        <p15:guide id="3" pos="275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lede, stor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3863" y="431320"/>
            <a:ext cx="9487888" cy="625445"/>
          </a:xfrm>
          <a:prstGeom prst="rect">
            <a:avLst/>
          </a:prstGeom>
        </p:spPr>
        <p:txBody>
          <a:bodyPr/>
          <a:lstStyle/>
          <a:p>
            <a:r>
              <a:rPr lang="da-DK" dirty="0"/>
              <a:t>Tilføj overskrift</a:t>
            </a:r>
            <a:endParaRPr lang="en-US" dirty="0"/>
          </a:p>
        </p:txBody>
      </p:sp>
      <p:sp>
        <p:nvSpPr>
          <p:cNvPr id="5" name="Pladsholder til billede 4"/>
          <p:cNvSpPr>
            <a:spLocks noGrp="1"/>
          </p:cNvSpPr>
          <p:nvPr>
            <p:ph type="pic" sz="quarter" idx="10"/>
          </p:nvPr>
        </p:nvSpPr>
        <p:spPr>
          <a:xfrm>
            <a:off x="423863" y="1341438"/>
            <a:ext cx="3502025" cy="5003800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billede</a:t>
            </a:r>
            <a:endParaRPr lang="da-DK" dirty="0"/>
          </a:p>
        </p:txBody>
      </p:sp>
      <p:sp>
        <p:nvSpPr>
          <p:cNvPr id="7" name="Text Placeholder 2"/>
          <p:cNvSpPr>
            <a:spLocks noGrp="1"/>
          </p:cNvSpPr>
          <p:nvPr>
            <p:ph idx="16" hasCustomPrompt="1"/>
          </p:nvPr>
        </p:nvSpPr>
        <p:spPr>
          <a:xfrm>
            <a:off x="4367213" y="1341438"/>
            <a:ext cx="7400925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</a:lstStyle>
          <a:p>
            <a:pPr lvl="0"/>
            <a:r>
              <a:rPr lang="da-DK" dirty="0"/>
              <a:t>Tilføj tekst</a:t>
            </a:r>
          </a:p>
          <a:p>
            <a:pPr lvl="1"/>
            <a:r>
              <a:rPr lang="da-DK" dirty="0"/>
              <a:t>Andet niveau</a:t>
            </a:r>
          </a:p>
        </p:txBody>
      </p:sp>
    </p:spTree>
    <p:extLst>
      <p:ext uri="{BB962C8B-B14F-4D97-AF65-F5344CB8AC3E}">
        <p14:creationId xmlns:p14="http://schemas.microsoft.com/office/powerpoint/2010/main" val="2247160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473" userDrawn="1">
          <p15:clr>
            <a:srgbClr val="FBAE40"/>
          </p15:clr>
        </p15:guide>
        <p15:guide id="3" pos="275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boks, fig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3863" y="431320"/>
            <a:ext cx="9487888" cy="625445"/>
          </a:xfrm>
          <a:prstGeom prst="rect">
            <a:avLst/>
          </a:prstGeom>
        </p:spPr>
        <p:txBody>
          <a:bodyPr/>
          <a:lstStyle/>
          <a:p>
            <a:r>
              <a:rPr lang="da-DK" dirty="0"/>
              <a:t>Tilføj overskrift</a:t>
            </a:r>
            <a:endParaRPr lang="en-US" dirty="0"/>
          </a:p>
        </p:txBody>
      </p:sp>
      <p:sp>
        <p:nvSpPr>
          <p:cNvPr id="9" name="Pladsholder til diagram 8"/>
          <p:cNvSpPr>
            <a:spLocks noGrp="1"/>
          </p:cNvSpPr>
          <p:nvPr>
            <p:ph type="chart" sz="quarter" idx="15"/>
          </p:nvPr>
        </p:nvSpPr>
        <p:spPr>
          <a:xfrm>
            <a:off x="4366848" y="1341438"/>
            <a:ext cx="7401169" cy="4500000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diagram</a:t>
            </a:r>
            <a:endParaRPr lang="da-DK" dirty="0"/>
          </a:p>
        </p:txBody>
      </p:sp>
      <p:sp>
        <p:nvSpPr>
          <p:cNvPr id="8" name="Pladsholder til tekst 28"/>
          <p:cNvSpPr>
            <a:spLocks noGrp="1"/>
          </p:cNvSpPr>
          <p:nvPr>
            <p:ph type="body" sz="quarter" idx="16" hasCustomPrompt="1"/>
          </p:nvPr>
        </p:nvSpPr>
        <p:spPr>
          <a:xfrm>
            <a:off x="4366848" y="6088283"/>
            <a:ext cx="7401290" cy="256955"/>
          </a:xfrm>
          <a:prstGeom prst="rect">
            <a:avLst/>
          </a:prstGeom>
        </p:spPr>
        <p:txBody>
          <a:bodyPr lIns="0" tIns="0" rIns="0" bIns="0" anchor="b" anchorCtr="0"/>
          <a:lstStyle>
            <a:lvl1pPr marL="72000" indent="0">
              <a:buNone/>
              <a:defRPr sz="1800" baseline="0"/>
            </a:lvl1pPr>
          </a:lstStyle>
          <a:p>
            <a:pPr lvl="0"/>
            <a:r>
              <a:rPr lang="da-DK" dirty="0"/>
              <a:t>Tilføj kilde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 hasCustomPrompt="1"/>
          </p:nvPr>
        </p:nvSpPr>
        <p:spPr>
          <a:xfrm>
            <a:off x="423863" y="1341438"/>
            <a:ext cx="3502025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</a:lstStyle>
          <a:p>
            <a:pPr lvl="0"/>
            <a:r>
              <a:rPr lang="da-DK" dirty="0"/>
              <a:t>Tilføj tekst</a:t>
            </a:r>
          </a:p>
          <a:p>
            <a:pPr lvl="1"/>
            <a:r>
              <a:rPr lang="da-DK" dirty="0"/>
              <a:t>Andet niveau</a:t>
            </a:r>
          </a:p>
        </p:txBody>
      </p:sp>
    </p:spTree>
    <p:extLst>
      <p:ext uri="{BB962C8B-B14F-4D97-AF65-F5344CB8AC3E}">
        <p14:creationId xmlns:p14="http://schemas.microsoft.com/office/powerpoint/2010/main" val="427298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473" userDrawn="1">
          <p15:clr>
            <a:srgbClr val="FBAE40"/>
          </p15:clr>
        </p15:guide>
        <p15:guide id="3" pos="275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kstboks + 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3863" y="431320"/>
            <a:ext cx="9487888" cy="625445"/>
          </a:xfrm>
          <a:prstGeom prst="rect">
            <a:avLst/>
          </a:prstGeom>
        </p:spPr>
        <p:txBody>
          <a:bodyPr/>
          <a:lstStyle/>
          <a:p>
            <a:r>
              <a:rPr lang="da-DK" dirty="0"/>
              <a:t>Tilføj overskrift</a:t>
            </a:r>
            <a:endParaRPr lang="en-US" dirty="0"/>
          </a:p>
        </p:txBody>
      </p:sp>
      <p:sp>
        <p:nvSpPr>
          <p:cNvPr id="7" name="Pladsholder til tabel 6"/>
          <p:cNvSpPr>
            <a:spLocks noGrp="1"/>
          </p:cNvSpPr>
          <p:nvPr>
            <p:ph type="tbl" sz="quarter" idx="15"/>
          </p:nvPr>
        </p:nvSpPr>
        <p:spPr>
          <a:xfrm>
            <a:off x="4366848" y="1341438"/>
            <a:ext cx="7401169" cy="4500000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en tabel</a:t>
            </a:r>
            <a:endParaRPr lang="da-DK" dirty="0"/>
          </a:p>
        </p:txBody>
      </p:sp>
      <p:sp>
        <p:nvSpPr>
          <p:cNvPr id="6" name="Pladsholder til tekst 28"/>
          <p:cNvSpPr>
            <a:spLocks noGrp="1"/>
          </p:cNvSpPr>
          <p:nvPr>
            <p:ph type="body" sz="quarter" idx="16" hasCustomPrompt="1"/>
          </p:nvPr>
        </p:nvSpPr>
        <p:spPr>
          <a:xfrm>
            <a:off x="4366848" y="6088283"/>
            <a:ext cx="7401290" cy="256955"/>
          </a:xfrm>
          <a:prstGeom prst="rect">
            <a:avLst/>
          </a:prstGeom>
        </p:spPr>
        <p:txBody>
          <a:bodyPr lIns="0" tIns="0" rIns="0" bIns="0" anchor="b" anchorCtr="0"/>
          <a:lstStyle>
            <a:lvl1pPr marL="72000" indent="0">
              <a:buNone/>
              <a:defRPr sz="1800" baseline="0"/>
            </a:lvl1pPr>
          </a:lstStyle>
          <a:p>
            <a:pPr lvl="0"/>
            <a:r>
              <a:rPr lang="da-DK" dirty="0"/>
              <a:t>Tilføj kilde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3" hasCustomPrompt="1"/>
          </p:nvPr>
        </p:nvSpPr>
        <p:spPr>
          <a:xfrm>
            <a:off x="423863" y="1341438"/>
            <a:ext cx="3502025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</a:lstStyle>
          <a:p>
            <a:pPr lvl="0"/>
            <a:r>
              <a:rPr lang="da-DK" dirty="0"/>
              <a:t>Tilføj tekst</a:t>
            </a:r>
          </a:p>
          <a:p>
            <a:pPr lvl="1"/>
            <a:r>
              <a:rPr lang="da-DK" dirty="0"/>
              <a:t>Andet niveau</a:t>
            </a:r>
          </a:p>
        </p:txBody>
      </p:sp>
    </p:spTree>
    <p:extLst>
      <p:ext uri="{BB962C8B-B14F-4D97-AF65-F5344CB8AC3E}">
        <p14:creationId xmlns:p14="http://schemas.microsoft.com/office/powerpoint/2010/main" val="1066853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473" userDrawn="1">
          <p15:clr>
            <a:srgbClr val="FBAE40"/>
          </p15:clr>
        </p15:guide>
        <p15:guide id="3" pos="275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grå bag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23863" y="431320"/>
            <a:ext cx="9487888" cy="625445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da-DK" dirty="0"/>
              <a:t>Tilføj overskrift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423863" y="1341438"/>
            <a:ext cx="11344275" cy="500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360000" tIns="360000" rIns="360000" bIns="360000" rtlCol="0"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baseline="0"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</a:lstStyle>
          <a:p>
            <a:pPr lvl="0"/>
            <a:r>
              <a:rPr lang="da-DK" dirty="0"/>
              <a:t>Tilføj tekst</a:t>
            </a:r>
          </a:p>
          <a:p>
            <a:pPr lvl="1"/>
            <a:r>
              <a:rPr lang="da-DK" dirty="0"/>
              <a:t>Andet niveau</a:t>
            </a:r>
          </a:p>
        </p:txBody>
      </p:sp>
    </p:spTree>
    <p:extLst>
      <p:ext uri="{BB962C8B-B14F-4D97-AF65-F5344CB8AC3E}">
        <p14:creationId xmlns:p14="http://schemas.microsoft.com/office/powerpoint/2010/main" val="16858412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lyseblå bag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23863" y="431320"/>
            <a:ext cx="9487888" cy="625445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da-DK" dirty="0"/>
              <a:t>Tilføj overskrift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idx="1" hasCustomPrompt="1"/>
          </p:nvPr>
        </p:nvSpPr>
        <p:spPr>
          <a:xfrm>
            <a:off x="423863" y="1341438"/>
            <a:ext cx="11344275" cy="5003800"/>
          </a:xfrm>
          <a:prstGeom prst="rect">
            <a:avLst/>
          </a:prstGeom>
          <a:solidFill>
            <a:srgbClr val="C2DDF3"/>
          </a:solidFill>
        </p:spPr>
        <p:txBody>
          <a:bodyPr vert="horz" lIns="360000" tIns="360000" rIns="360000" bIns="360000" rtlCol="0"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baseline="0"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</a:lstStyle>
          <a:p>
            <a:pPr lvl="0"/>
            <a:r>
              <a:rPr lang="da-DK" dirty="0"/>
              <a:t>Tilføj tekst</a:t>
            </a:r>
          </a:p>
          <a:p>
            <a:pPr lvl="1"/>
            <a:r>
              <a:rPr lang="da-DK" dirty="0"/>
              <a:t>Andet niveau</a:t>
            </a:r>
          </a:p>
        </p:txBody>
      </p:sp>
    </p:spTree>
    <p:extLst>
      <p:ext uri="{BB962C8B-B14F-4D97-AF65-F5344CB8AC3E}">
        <p14:creationId xmlns:p14="http://schemas.microsoft.com/office/powerpoint/2010/main" val="1674037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yt afsni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715514" y="2607734"/>
            <a:ext cx="8760972" cy="1642532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00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Tilføj tekst</a:t>
            </a:r>
            <a:endParaRPr lang="en-US" dirty="0"/>
          </a:p>
        </p:txBody>
      </p:sp>
      <p:grpSp>
        <p:nvGrpSpPr>
          <p:cNvPr id="5" name="Group 26"/>
          <p:cNvGrpSpPr>
            <a:grpSpLocks noChangeAspect="1"/>
          </p:cNvGrpSpPr>
          <p:nvPr userDrawn="1"/>
        </p:nvGrpSpPr>
        <p:grpSpPr bwMode="auto">
          <a:xfrm>
            <a:off x="10127018" y="89601"/>
            <a:ext cx="1616631" cy="860403"/>
            <a:chOff x="0" y="2247"/>
            <a:chExt cx="3352" cy="1784"/>
          </a:xfrm>
          <a:solidFill>
            <a:schemeClr val="tx1"/>
          </a:solidFill>
        </p:grpSpPr>
        <p:sp>
          <p:nvSpPr>
            <p:cNvPr id="6" name="Freeform 27"/>
            <p:cNvSpPr>
              <a:spLocks/>
            </p:cNvSpPr>
            <p:nvPr/>
          </p:nvSpPr>
          <p:spPr bwMode="auto">
            <a:xfrm>
              <a:off x="532" y="3584"/>
              <a:ext cx="260" cy="447"/>
            </a:xfrm>
            <a:custGeom>
              <a:avLst/>
              <a:gdLst>
                <a:gd name="T0" fmla="*/ 244 w 260"/>
                <a:gd name="T1" fmla="*/ 373 h 447"/>
                <a:gd name="T2" fmla="*/ 88 w 260"/>
                <a:gd name="T3" fmla="*/ 373 h 447"/>
                <a:gd name="T4" fmla="*/ 88 w 260"/>
                <a:gd name="T5" fmla="*/ 251 h 447"/>
                <a:gd name="T6" fmla="*/ 226 w 260"/>
                <a:gd name="T7" fmla="*/ 251 h 447"/>
                <a:gd name="T8" fmla="*/ 226 w 260"/>
                <a:gd name="T9" fmla="*/ 251 h 447"/>
                <a:gd name="T10" fmla="*/ 234 w 260"/>
                <a:gd name="T11" fmla="*/ 251 h 447"/>
                <a:gd name="T12" fmla="*/ 240 w 260"/>
                <a:gd name="T13" fmla="*/ 247 h 447"/>
                <a:gd name="T14" fmla="*/ 242 w 260"/>
                <a:gd name="T15" fmla="*/ 243 h 447"/>
                <a:gd name="T16" fmla="*/ 244 w 260"/>
                <a:gd name="T17" fmla="*/ 235 h 447"/>
                <a:gd name="T18" fmla="*/ 244 w 260"/>
                <a:gd name="T19" fmla="*/ 196 h 447"/>
                <a:gd name="T20" fmla="*/ 244 w 260"/>
                <a:gd name="T21" fmla="*/ 196 h 447"/>
                <a:gd name="T22" fmla="*/ 242 w 260"/>
                <a:gd name="T23" fmla="*/ 188 h 447"/>
                <a:gd name="T24" fmla="*/ 240 w 260"/>
                <a:gd name="T25" fmla="*/ 182 h 447"/>
                <a:gd name="T26" fmla="*/ 234 w 260"/>
                <a:gd name="T27" fmla="*/ 180 h 447"/>
                <a:gd name="T28" fmla="*/ 226 w 260"/>
                <a:gd name="T29" fmla="*/ 180 h 447"/>
                <a:gd name="T30" fmla="*/ 88 w 260"/>
                <a:gd name="T31" fmla="*/ 180 h 447"/>
                <a:gd name="T32" fmla="*/ 88 w 260"/>
                <a:gd name="T33" fmla="*/ 72 h 447"/>
                <a:gd name="T34" fmla="*/ 238 w 260"/>
                <a:gd name="T35" fmla="*/ 72 h 447"/>
                <a:gd name="T36" fmla="*/ 238 w 260"/>
                <a:gd name="T37" fmla="*/ 72 h 447"/>
                <a:gd name="T38" fmla="*/ 244 w 260"/>
                <a:gd name="T39" fmla="*/ 72 h 447"/>
                <a:gd name="T40" fmla="*/ 250 w 260"/>
                <a:gd name="T41" fmla="*/ 70 h 447"/>
                <a:gd name="T42" fmla="*/ 254 w 260"/>
                <a:gd name="T43" fmla="*/ 64 h 447"/>
                <a:gd name="T44" fmla="*/ 254 w 260"/>
                <a:gd name="T45" fmla="*/ 56 h 447"/>
                <a:gd name="T46" fmla="*/ 254 w 260"/>
                <a:gd name="T47" fmla="*/ 16 h 447"/>
                <a:gd name="T48" fmla="*/ 254 w 260"/>
                <a:gd name="T49" fmla="*/ 16 h 447"/>
                <a:gd name="T50" fmla="*/ 254 w 260"/>
                <a:gd name="T51" fmla="*/ 8 h 447"/>
                <a:gd name="T52" fmla="*/ 250 w 260"/>
                <a:gd name="T53" fmla="*/ 2 h 447"/>
                <a:gd name="T54" fmla="*/ 244 w 260"/>
                <a:gd name="T55" fmla="*/ 0 h 447"/>
                <a:gd name="T56" fmla="*/ 238 w 260"/>
                <a:gd name="T57" fmla="*/ 0 h 447"/>
                <a:gd name="T58" fmla="*/ 14 w 260"/>
                <a:gd name="T59" fmla="*/ 0 h 447"/>
                <a:gd name="T60" fmla="*/ 14 w 260"/>
                <a:gd name="T61" fmla="*/ 0 h 447"/>
                <a:gd name="T62" fmla="*/ 8 w 260"/>
                <a:gd name="T63" fmla="*/ 0 h 447"/>
                <a:gd name="T64" fmla="*/ 2 w 260"/>
                <a:gd name="T65" fmla="*/ 4 h 447"/>
                <a:gd name="T66" fmla="*/ 0 w 260"/>
                <a:gd name="T67" fmla="*/ 8 h 447"/>
                <a:gd name="T68" fmla="*/ 0 w 260"/>
                <a:gd name="T69" fmla="*/ 16 h 447"/>
                <a:gd name="T70" fmla="*/ 0 w 260"/>
                <a:gd name="T71" fmla="*/ 431 h 447"/>
                <a:gd name="T72" fmla="*/ 0 w 260"/>
                <a:gd name="T73" fmla="*/ 431 h 447"/>
                <a:gd name="T74" fmla="*/ 0 w 260"/>
                <a:gd name="T75" fmla="*/ 439 h 447"/>
                <a:gd name="T76" fmla="*/ 2 w 260"/>
                <a:gd name="T77" fmla="*/ 443 h 447"/>
                <a:gd name="T78" fmla="*/ 8 w 260"/>
                <a:gd name="T79" fmla="*/ 447 h 447"/>
                <a:gd name="T80" fmla="*/ 14 w 260"/>
                <a:gd name="T81" fmla="*/ 447 h 447"/>
                <a:gd name="T82" fmla="*/ 244 w 260"/>
                <a:gd name="T83" fmla="*/ 447 h 447"/>
                <a:gd name="T84" fmla="*/ 244 w 260"/>
                <a:gd name="T85" fmla="*/ 447 h 447"/>
                <a:gd name="T86" fmla="*/ 252 w 260"/>
                <a:gd name="T87" fmla="*/ 447 h 447"/>
                <a:gd name="T88" fmla="*/ 256 w 260"/>
                <a:gd name="T89" fmla="*/ 443 h 447"/>
                <a:gd name="T90" fmla="*/ 260 w 260"/>
                <a:gd name="T91" fmla="*/ 439 h 447"/>
                <a:gd name="T92" fmla="*/ 260 w 260"/>
                <a:gd name="T93" fmla="*/ 431 h 447"/>
                <a:gd name="T94" fmla="*/ 260 w 260"/>
                <a:gd name="T95" fmla="*/ 389 h 447"/>
                <a:gd name="T96" fmla="*/ 260 w 260"/>
                <a:gd name="T97" fmla="*/ 389 h 447"/>
                <a:gd name="T98" fmla="*/ 260 w 260"/>
                <a:gd name="T99" fmla="*/ 383 h 447"/>
                <a:gd name="T100" fmla="*/ 256 w 260"/>
                <a:gd name="T101" fmla="*/ 377 h 447"/>
                <a:gd name="T102" fmla="*/ 252 w 260"/>
                <a:gd name="T103" fmla="*/ 375 h 447"/>
                <a:gd name="T104" fmla="*/ 244 w 260"/>
                <a:gd name="T105" fmla="*/ 373 h 447"/>
                <a:gd name="T106" fmla="*/ 244 w 260"/>
                <a:gd name="T107" fmla="*/ 373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0" h="447">
                  <a:moveTo>
                    <a:pt x="244" y="373"/>
                  </a:moveTo>
                  <a:lnTo>
                    <a:pt x="88" y="373"/>
                  </a:lnTo>
                  <a:lnTo>
                    <a:pt x="88" y="251"/>
                  </a:lnTo>
                  <a:lnTo>
                    <a:pt x="226" y="251"/>
                  </a:lnTo>
                  <a:lnTo>
                    <a:pt x="226" y="251"/>
                  </a:lnTo>
                  <a:lnTo>
                    <a:pt x="234" y="251"/>
                  </a:lnTo>
                  <a:lnTo>
                    <a:pt x="240" y="247"/>
                  </a:lnTo>
                  <a:lnTo>
                    <a:pt x="242" y="243"/>
                  </a:lnTo>
                  <a:lnTo>
                    <a:pt x="244" y="235"/>
                  </a:lnTo>
                  <a:lnTo>
                    <a:pt x="244" y="196"/>
                  </a:lnTo>
                  <a:lnTo>
                    <a:pt x="244" y="196"/>
                  </a:lnTo>
                  <a:lnTo>
                    <a:pt x="242" y="188"/>
                  </a:lnTo>
                  <a:lnTo>
                    <a:pt x="240" y="182"/>
                  </a:lnTo>
                  <a:lnTo>
                    <a:pt x="234" y="180"/>
                  </a:lnTo>
                  <a:lnTo>
                    <a:pt x="226" y="180"/>
                  </a:lnTo>
                  <a:lnTo>
                    <a:pt x="88" y="180"/>
                  </a:lnTo>
                  <a:lnTo>
                    <a:pt x="88" y="72"/>
                  </a:lnTo>
                  <a:lnTo>
                    <a:pt x="238" y="72"/>
                  </a:lnTo>
                  <a:lnTo>
                    <a:pt x="238" y="72"/>
                  </a:lnTo>
                  <a:lnTo>
                    <a:pt x="244" y="72"/>
                  </a:lnTo>
                  <a:lnTo>
                    <a:pt x="250" y="70"/>
                  </a:lnTo>
                  <a:lnTo>
                    <a:pt x="254" y="64"/>
                  </a:lnTo>
                  <a:lnTo>
                    <a:pt x="254" y="56"/>
                  </a:lnTo>
                  <a:lnTo>
                    <a:pt x="254" y="16"/>
                  </a:lnTo>
                  <a:lnTo>
                    <a:pt x="254" y="16"/>
                  </a:lnTo>
                  <a:lnTo>
                    <a:pt x="254" y="8"/>
                  </a:lnTo>
                  <a:lnTo>
                    <a:pt x="250" y="2"/>
                  </a:lnTo>
                  <a:lnTo>
                    <a:pt x="244" y="0"/>
                  </a:lnTo>
                  <a:lnTo>
                    <a:pt x="23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8" y="0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2" y="443"/>
                  </a:lnTo>
                  <a:lnTo>
                    <a:pt x="8" y="447"/>
                  </a:lnTo>
                  <a:lnTo>
                    <a:pt x="14" y="447"/>
                  </a:lnTo>
                  <a:lnTo>
                    <a:pt x="244" y="447"/>
                  </a:lnTo>
                  <a:lnTo>
                    <a:pt x="244" y="447"/>
                  </a:lnTo>
                  <a:lnTo>
                    <a:pt x="252" y="447"/>
                  </a:lnTo>
                  <a:lnTo>
                    <a:pt x="256" y="443"/>
                  </a:lnTo>
                  <a:lnTo>
                    <a:pt x="260" y="439"/>
                  </a:lnTo>
                  <a:lnTo>
                    <a:pt x="260" y="431"/>
                  </a:lnTo>
                  <a:lnTo>
                    <a:pt x="260" y="389"/>
                  </a:lnTo>
                  <a:lnTo>
                    <a:pt x="260" y="389"/>
                  </a:lnTo>
                  <a:lnTo>
                    <a:pt x="260" y="383"/>
                  </a:lnTo>
                  <a:lnTo>
                    <a:pt x="256" y="377"/>
                  </a:lnTo>
                  <a:lnTo>
                    <a:pt x="252" y="375"/>
                  </a:lnTo>
                  <a:lnTo>
                    <a:pt x="244" y="373"/>
                  </a:lnTo>
                  <a:lnTo>
                    <a:pt x="244" y="3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7" name="Freeform 28"/>
            <p:cNvSpPr>
              <a:spLocks noEditPoints="1"/>
            </p:cNvSpPr>
            <p:nvPr/>
          </p:nvSpPr>
          <p:spPr bwMode="auto">
            <a:xfrm>
              <a:off x="80" y="3584"/>
              <a:ext cx="320" cy="447"/>
            </a:xfrm>
            <a:custGeom>
              <a:avLst/>
              <a:gdLst>
                <a:gd name="T0" fmla="*/ 16 w 320"/>
                <a:gd name="T1" fmla="*/ 0 h 447"/>
                <a:gd name="T2" fmla="*/ 8 w 320"/>
                <a:gd name="T3" fmla="*/ 0 h 447"/>
                <a:gd name="T4" fmla="*/ 0 w 320"/>
                <a:gd name="T5" fmla="*/ 8 h 447"/>
                <a:gd name="T6" fmla="*/ 0 w 320"/>
                <a:gd name="T7" fmla="*/ 431 h 447"/>
                <a:gd name="T8" fmla="*/ 0 w 320"/>
                <a:gd name="T9" fmla="*/ 437 h 447"/>
                <a:gd name="T10" fmla="*/ 8 w 320"/>
                <a:gd name="T11" fmla="*/ 447 h 447"/>
                <a:gd name="T12" fmla="*/ 160 w 320"/>
                <a:gd name="T13" fmla="*/ 447 h 447"/>
                <a:gd name="T14" fmla="*/ 182 w 320"/>
                <a:gd name="T15" fmla="*/ 447 h 447"/>
                <a:gd name="T16" fmla="*/ 220 w 320"/>
                <a:gd name="T17" fmla="*/ 443 h 447"/>
                <a:gd name="T18" fmla="*/ 250 w 320"/>
                <a:gd name="T19" fmla="*/ 433 h 447"/>
                <a:gd name="T20" fmla="*/ 274 w 320"/>
                <a:gd name="T21" fmla="*/ 421 h 447"/>
                <a:gd name="T22" fmla="*/ 294 w 320"/>
                <a:gd name="T23" fmla="*/ 407 h 447"/>
                <a:gd name="T24" fmla="*/ 308 w 320"/>
                <a:gd name="T25" fmla="*/ 389 h 447"/>
                <a:gd name="T26" fmla="*/ 318 w 320"/>
                <a:gd name="T27" fmla="*/ 361 h 447"/>
                <a:gd name="T28" fmla="*/ 320 w 320"/>
                <a:gd name="T29" fmla="*/ 106 h 447"/>
                <a:gd name="T30" fmla="*/ 318 w 320"/>
                <a:gd name="T31" fmla="*/ 86 h 447"/>
                <a:gd name="T32" fmla="*/ 308 w 320"/>
                <a:gd name="T33" fmla="*/ 58 h 447"/>
                <a:gd name="T34" fmla="*/ 294 w 320"/>
                <a:gd name="T35" fmla="*/ 40 h 447"/>
                <a:gd name="T36" fmla="*/ 274 w 320"/>
                <a:gd name="T37" fmla="*/ 26 h 447"/>
                <a:gd name="T38" fmla="*/ 250 w 320"/>
                <a:gd name="T39" fmla="*/ 14 h 447"/>
                <a:gd name="T40" fmla="*/ 220 w 320"/>
                <a:gd name="T41" fmla="*/ 4 h 447"/>
                <a:gd name="T42" fmla="*/ 182 w 320"/>
                <a:gd name="T43" fmla="*/ 0 h 447"/>
                <a:gd name="T44" fmla="*/ 160 w 320"/>
                <a:gd name="T45" fmla="*/ 0 h 447"/>
                <a:gd name="T46" fmla="*/ 232 w 320"/>
                <a:gd name="T47" fmla="*/ 325 h 447"/>
                <a:gd name="T48" fmla="*/ 226 w 320"/>
                <a:gd name="T49" fmla="*/ 347 h 447"/>
                <a:gd name="T50" fmla="*/ 212 w 320"/>
                <a:gd name="T51" fmla="*/ 361 h 447"/>
                <a:gd name="T52" fmla="*/ 190 w 320"/>
                <a:gd name="T53" fmla="*/ 371 h 447"/>
                <a:gd name="T54" fmla="*/ 160 w 320"/>
                <a:gd name="T55" fmla="*/ 373 h 447"/>
                <a:gd name="T56" fmla="*/ 90 w 320"/>
                <a:gd name="T57" fmla="*/ 74 h 447"/>
                <a:gd name="T58" fmla="*/ 160 w 320"/>
                <a:gd name="T59" fmla="*/ 74 h 447"/>
                <a:gd name="T60" fmla="*/ 190 w 320"/>
                <a:gd name="T61" fmla="*/ 76 h 447"/>
                <a:gd name="T62" fmla="*/ 212 w 320"/>
                <a:gd name="T63" fmla="*/ 86 h 447"/>
                <a:gd name="T64" fmla="*/ 226 w 320"/>
                <a:gd name="T65" fmla="*/ 100 h 447"/>
                <a:gd name="T66" fmla="*/ 232 w 320"/>
                <a:gd name="T67" fmla="*/ 122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0" h="447">
                  <a:moveTo>
                    <a:pt x="160" y="0"/>
                  </a:move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7"/>
                  </a:lnTo>
                  <a:lnTo>
                    <a:pt x="2" y="443"/>
                  </a:lnTo>
                  <a:lnTo>
                    <a:pt x="8" y="447"/>
                  </a:lnTo>
                  <a:lnTo>
                    <a:pt x="14" y="447"/>
                  </a:lnTo>
                  <a:lnTo>
                    <a:pt x="160" y="447"/>
                  </a:lnTo>
                  <a:lnTo>
                    <a:pt x="160" y="447"/>
                  </a:lnTo>
                  <a:lnTo>
                    <a:pt x="182" y="447"/>
                  </a:lnTo>
                  <a:lnTo>
                    <a:pt x="202" y="445"/>
                  </a:lnTo>
                  <a:lnTo>
                    <a:pt x="220" y="443"/>
                  </a:lnTo>
                  <a:lnTo>
                    <a:pt x="236" y="439"/>
                  </a:lnTo>
                  <a:lnTo>
                    <a:pt x="250" y="433"/>
                  </a:lnTo>
                  <a:lnTo>
                    <a:pt x="264" y="429"/>
                  </a:lnTo>
                  <a:lnTo>
                    <a:pt x="274" y="421"/>
                  </a:lnTo>
                  <a:lnTo>
                    <a:pt x="286" y="415"/>
                  </a:lnTo>
                  <a:lnTo>
                    <a:pt x="294" y="407"/>
                  </a:lnTo>
                  <a:lnTo>
                    <a:pt x="302" y="399"/>
                  </a:lnTo>
                  <a:lnTo>
                    <a:pt x="308" y="389"/>
                  </a:lnTo>
                  <a:lnTo>
                    <a:pt x="312" y="381"/>
                  </a:lnTo>
                  <a:lnTo>
                    <a:pt x="318" y="361"/>
                  </a:lnTo>
                  <a:lnTo>
                    <a:pt x="320" y="341"/>
                  </a:lnTo>
                  <a:lnTo>
                    <a:pt x="320" y="106"/>
                  </a:lnTo>
                  <a:lnTo>
                    <a:pt x="320" y="106"/>
                  </a:lnTo>
                  <a:lnTo>
                    <a:pt x="318" y="86"/>
                  </a:lnTo>
                  <a:lnTo>
                    <a:pt x="312" y="66"/>
                  </a:lnTo>
                  <a:lnTo>
                    <a:pt x="308" y="58"/>
                  </a:lnTo>
                  <a:lnTo>
                    <a:pt x="302" y="48"/>
                  </a:lnTo>
                  <a:lnTo>
                    <a:pt x="294" y="40"/>
                  </a:lnTo>
                  <a:lnTo>
                    <a:pt x="286" y="32"/>
                  </a:lnTo>
                  <a:lnTo>
                    <a:pt x="274" y="26"/>
                  </a:lnTo>
                  <a:lnTo>
                    <a:pt x="264" y="18"/>
                  </a:lnTo>
                  <a:lnTo>
                    <a:pt x="250" y="14"/>
                  </a:lnTo>
                  <a:lnTo>
                    <a:pt x="236" y="8"/>
                  </a:lnTo>
                  <a:lnTo>
                    <a:pt x="220" y="4"/>
                  </a:lnTo>
                  <a:lnTo>
                    <a:pt x="202" y="2"/>
                  </a:lnTo>
                  <a:lnTo>
                    <a:pt x="182" y="0"/>
                  </a:lnTo>
                  <a:lnTo>
                    <a:pt x="160" y="0"/>
                  </a:lnTo>
                  <a:lnTo>
                    <a:pt x="160" y="0"/>
                  </a:lnTo>
                  <a:close/>
                  <a:moveTo>
                    <a:pt x="232" y="325"/>
                  </a:moveTo>
                  <a:lnTo>
                    <a:pt x="232" y="325"/>
                  </a:lnTo>
                  <a:lnTo>
                    <a:pt x="230" y="337"/>
                  </a:lnTo>
                  <a:lnTo>
                    <a:pt x="226" y="347"/>
                  </a:lnTo>
                  <a:lnTo>
                    <a:pt x="220" y="355"/>
                  </a:lnTo>
                  <a:lnTo>
                    <a:pt x="212" y="361"/>
                  </a:lnTo>
                  <a:lnTo>
                    <a:pt x="202" y="367"/>
                  </a:lnTo>
                  <a:lnTo>
                    <a:pt x="190" y="371"/>
                  </a:lnTo>
                  <a:lnTo>
                    <a:pt x="176" y="373"/>
                  </a:lnTo>
                  <a:lnTo>
                    <a:pt x="160" y="373"/>
                  </a:lnTo>
                  <a:lnTo>
                    <a:pt x="90" y="373"/>
                  </a:lnTo>
                  <a:lnTo>
                    <a:pt x="90" y="74"/>
                  </a:lnTo>
                  <a:lnTo>
                    <a:pt x="160" y="74"/>
                  </a:lnTo>
                  <a:lnTo>
                    <a:pt x="160" y="74"/>
                  </a:lnTo>
                  <a:lnTo>
                    <a:pt x="176" y="74"/>
                  </a:lnTo>
                  <a:lnTo>
                    <a:pt x="190" y="76"/>
                  </a:lnTo>
                  <a:lnTo>
                    <a:pt x="202" y="80"/>
                  </a:lnTo>
                  <a:lnTo>
                    <a:pt x="212" y="86"/>
                  </a:lnTo>
                  <a:lnTo>
                    <a:pt x="220" y="92"/>
                  </a:lnTo>
                  <a:lnTo>
                    <a:pt x="226" y="100"/>
                  </a:lnTo>
                  <a:lnTo>
                    <a:pt x="230" y="110"/>
                  </a:lnTo>
                  <a:lnTo>
                    <a:pt x="232" y="122"/>
                  </a:lnTo>
                  <a:lnTo>
                    <a:pt x="232" y="3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8" name="Freeform 29"/>
            <p:cNvSpPr>
              <a:spLocks noEditPoints="1"/>
            </p:cNvSpPr>
            <p:nvPr/>
          </p:nvSpPr>
          <p:spPr bwMode="auto">
            <a:xfrm>
              <a:off x="1866" y="3584"/>
              <a:ext cx="348" cy="447"/>
            </a:xfrm>
            <a:custGeom>
              <a:avLst/>
              <a:gdLst>
                <a:gd name="T0" fmla="*/ 224 w 348"/>
                <a:gd name="T1" fmla="*/ 16 h 447"/>
                <a:gd name="T2" fmla="*/ 224 w 348"/>
                <a:gd name="T3" fmla="*/ 16 h 447"/>
                <a:gd name="T4" fmla="*/ 220 w 348"/>
                <a:gd name="T5" fmla="*/ 8 h 447"/>
                <a:gd name="T6" fmla="*/ 216 w 348"/>
                <a:gd name="T7" fmla="*/ 4 h 447"/>
                <a:gd name="T8" fmla="*/ 210 w 348"/>
                <a:gd name="T9" fmla="*/ 0 h 447"/>
                <a:gd name="T10" fmla="*/ 202 w 348"/>
                <a:gd name="T11" fmla="*/ 0 h 447"/>
                <a:gd name="T12" fmla="*/ 146 w 348"/>
                <a:gd name="T13" fmla="*/ 0 h 447"/>
                <a:gd name="T14" fmla="*/ 146 w 348"/>
                <a:gd name="T15" fmla="*/ 0 h 447"/>
                <a:gd name="T16" fmla="*/ 138 w 348"/>
                <a:gd name="T17" fmla="*/ 0 h 447"/>
                <a:gd name="T18" fmla="*/ 132 w 348"/>
                <a:gd name="T19" fmla="*/ 4 h 447"/>
                <a:gd name="T20" fmla="*/ 128 w 348"/>
                <a:gd name="T21" fmla="*/ 8 h 447"/>
                <a:gd name="T22" fmla="*/ 124 w 348"/>
                <a:gd name="T23" fmla="*/ 16 h 447"/>
                <a:gd name="T24" fmla="*/ 2 w 348"/>
                <a:gd name="T25" fmla="*/ 431 h 447"/>
                <a:gd name="T26" fmla="*/ 2 w 348"/>
                <a:gd name="T27" fmla="*/ 431 h 447"/>
                <a:gd name="T28" fmla="*/ 0 w 348"/>
                <a:gd name="T29" fmla="*/ 439 h 447"/>
                <a:gd name="T30" fmla="*/ 2 w 348"/>
                <a:gd name="T31" fmla="*/ 443 h 447"/>
                <a:gd name="T32" fmla="*/ 6 w 348"/>
                <a:gd name="T33" fmla="*/ 447 h 447"/>
                <a:gd name="T34" fmla="*/ 14 w 348"/>
                <a:gd name="T35" fmla="*/ 447 h 447"/>
                <a:gd name="T36" fmla="*/ 68 w 348"/>
                <a:gd name="T37" fmla="*/ 447 h 447"/>
                <a:gd name="T38" fmla="*/ 68 w 348"/>
                <a:gd name="T39" fmla="*/ 447 h 447"/>
                <a:gd name="T40" fmla="*/ 76 w 348"/>
                <a:gd name="T41" fmla="*/ 447 h 447"/>
                <a:gd name="T42" fmla="*/ 80 w 348"/>
                <a:gd name="T43" fmla="*/ 443 h 447"/>
                <a:gd name="T44" fmla="*/ 84 w 348"/>
                <a:gd name="T45" fmla="*/ 439 h 447"/>
                <a:gd name="T46" fmla="*/ 88 w 348"/>
                <a:gd name="T47" fmla="*/ 431 h 447"/>
                <a:gd name="T48" fmla="*/ 110 w 348"/>
                <a:gd name="T49" fmla="*/ 351 h 447"/>
                <a:gd name="T50" fmla="*/ 234 w 348"/>
                <a:gd name="T51" fmla="*/ 351 h 447"/>
                <a:gd name="T52" fmla="*/ 256 w 348"/>
                <a:gd name="T53" fmla="*/ 431 h 447"/>
                <a:gd name="T54" fmla="*/ 256 w 348"/>
                <a:gd name="T55" fmla="*/ 431 h 447"/>
                <a:gd name="T56" fmla="*/ 260 w 348"/>
                <a:gd name="T57" fmla="*/ 439 h 447"/>
                <a:gd name="T58" fmla="*/ 262 w 348"/>
                <a:gd name="T59" fmla="*/ 443 h 447"/>
                <a:gd name="T60" fmla="*/ 268 w 348"/>
                <a:gd name="T61" fmla="*/ 447 h 447"/>
                <a:gd name="T62" fmla="*/ 276 w 348"/>
                <a:gd name="T63" fmla="*/ 447 h 447"/>
                <a:gd name="T64" fmla="*/ 334 w 348"/>
                <a:gd name="T65" fmla="*/ 447 h 447"/>
                <a:gd name="T66" fmla="*/ 334 w 348"/>
                <a:gd name="T67" fmla="*/ 447 h 447"/>
                <a:gd name="T68" fmla="*/ 342 w 348"/>
                <a:gd name="T69" fmla="*/ 447 h 447"/>
                <a:gd name="T70" fmla="*/ 346 w 348"/>
                <a:gd name="T71" fmla="*/ 443 h 447"/>
                <a:gd name="T72" fmla="*/ 348 w 348"/>
                <a:gd name="T73" fmla="*/ 439 h 447"/>
                <a:gd name="T74" fmla="*/ 346 w 348"/>
                <a:gd name="T75" fmla="*/ 431 h 447"/>
                <a:gd name="T76" fmla="*/ 224 w 348"/>
                <a:gd name="T77" fmla="*/ 16 h 447"/>
                <a:gd name="T78" fmla="*/ 130 w 348"/>
                <a:gd name="T79" fmla="*/ 281 h 447"/>
                <a:gd name="T80" fmla="*/ 172 w 348"/>
                <a:gd name="T81" fmla="*/ 92 h 447"/>
                <a:gd name="T82" fmla="*/ 214 w 348"/>
                <a:gd name="T83" fmla="*/ 281 h 447"/>
                <a:gd name="T84" fmla="*/ 130 w 348"/>
                <a:gd name="T85" fmla="*/ 28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48" h="447">
                  <a:moveTo>
                    <a:pt x="224" y="16"/>
                  </a:moveTo>
                  <a:lnTo>
                    <a:pt x="224" y="16"/>
                  </a:lnTo>
                  <a:lnTo>
                    <a:pt x="220" y="8"/>
                  </a:lnTo>
                  <a:lnTo>
                    <a:pt x="216" y="4"/>
                  </a:lnTo>
                  <a:lnTo>
                    <a:pt x="210" y="0"/>
                  </a:lnTo>
                  <a:lnTo>
                    <a:pt x="202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38" y="0"/>
                  </a:lnTo>
                  <a:lnTo>
                    <a:pt x="132" y="4"/>
                  </a:lnTo>
                  <a:lnTo>
                    <a:pt x="128" y="8"/>
                  </a:lnTo>
                  <a:lnTo>
                    <a:pt x="124" y="16"/>
                  </a:lnTo>
                  <a:lnTo>
                    <a:pt x="2" y="431"/>
                  </a:lnTo>
                  <a:lnTo>
                    <a:pt x="2" y="431"/>
                  </a:lnTo>
                  <a:lnTo>
                    <a:pt x="0" y="439"/>
                  </a:lnTo>
                  <a:lnTo>
                    <a:pt x="2" y="443"/>
                  </a:lnTo>
                  <a:lnTo>
                    <a:pt x="6" y="447"/>
                  </a:lnTo>
                  <a:lnTo>
                    <a:pt x="14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0" y="443"/>
                  </a:lnTo>
                  <a:lnTo>
                    <a:pt x="84" y="439"/>
                  </a:lnTo>
                  <a:lnTo>
                    <a:pt x="88" y="431"/>
                  </a:lnTo>
                  <a:lnTo>
                    <a:pt x="110" y="351"/>
                  </a:lnTo>
                  <a:lnTo>
                    <a:pt x="234" y="351"/>
                  </a:lnTo>
                  <a:lnTo>
                    <a:pt x="256" y="431"/>
                  </a:lnTo>
                  <a:lnTo>
                    <a:pt x="256" y="431"/>
                  </a:lnTo>
                  <a:lnTo>
                    <a:pt x="260" y="439"/>
                  </a:lnTo>
                  <a:lnTo>
                    <a:pt x="262" y="443"/>
                  </a:lnTo>
                  <a:lnTo>
                    <a:pt x="268" y="447"/>
                  </a:lnTo>
                  <a:lnTo>
                    <a:pt x="276" y="447"/>
                  </a:lnTo>
                  <a:lnTo>
                    <a:pt x="334" y="447"/>
                  </a:lnTo>
                  <a:lnTo>
                    <a:pt x="334" y="447"/>
                  </a:lnTo>
                  <a:lnTo>
                    <a:pt x="342" y="447"/>
                  </a:lnTo>
                  <a:lnTo>
                    <a:pt x="346" y="443"/>
                  </a:lnTo>
                  <a:lnTo>
                    <a:pt x="348" y="439"/>
                  </a:lnTo>
                  <a:lnTo>
                    <a:pt x="346" y="431"/>
                  </a:lnTo>
                  <a:lnTo>
                    <a:pt x="224" y="16"/>
                  </a:lnTo>
                  <a:close/>
                  <a:moveTo>
                    <a:pt x="130" y="281"/>
                  </a:moveTo>
                  <a:lnTo>
                    <a:pt x="172" y="92"/>
                  </a:lnTo>
                  <a:lnTo>
                    <a:pt x="214" y="281"/>
                  </a:lnTo>
                  <a:lnTo>
                    <a:pt x="130" y="2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9" name="Freeform 30"/>
            <p:cNvSpPr>
              <a:spLocks/>
            </p:cNvSpPr>
            <p:nvPr/>
          </p:nvSpPr>
          <p:spPr bwMode="auto">
            <a:xfrm>
              <a:off x="922" y="3584"/>
              <a:ext cx="322" cy="447"/>
            </a:xfrm>
            <a:custGeom>
              <a:avLst/>
              <a:gdLst>
                <a:gd name="T0" fmla="*/ 306 w 322"/>
                <a:gd name="T1" fmla="*/ 0 h 447"/>
                <a:gd name="T2" fmla="*/ 254 w 322"/>
                <a:gd name="T3" fmla="*/ 0 h 447"/>
                <a:gd name="T4" fmla="*/ 254 w 322"/>
                <a:gd name="T5" fmla="*/ 0 h 447"/>
                <a:gd name="T6" fmla="*/ 246 w 322"/>
                <a:gd name="T7" fmla="*/ 0 h 447"/>
                <a:gd name="T8" fmla="*/ 242 w 322"/>
                <a:gd name="T9" fmla="*/ 4 h 447"/>
                <a:gd name="T10" fmla="*/ 238 w 322"/>
                <a:gd name="T11" fmla="*/ 8 h 447"/>
                <a:gd name="T12" fmla="*/ 238 w 322"/>
                <a:gd name="T13" fmla="*/ 16 h 447"/>
                <a:gd name="T14" fmla="*/ 238 w 322"/>
                <a:gd name="T15" fmla="*/ 285 h 447"/>
                <a:gd name="T16" fmla="*/ 222 w 322"/>
                <a:gd name="T17" fmla="*/ 245 h 447"/>
                <a:gd name="T18" fmla="*/ 82 w 322"/>
                <a:gd name="T19" fmla="*/ 6 h 447"/>
                <a:gd name="T20" fmla="*/ 82 w 322"/>
                <a:gd name="T21" fmla="*/ 6 h 447"/>
                <a:gd name="T22" fmla="*/ 78 w 322"/>
                <a:gd name="T23" fmla="*/ 2 h 447"/>
                <a:gd name="T24" fmla="*/ 68 w 322"/>
                <a:gd name="T25" fmla="*/ 0 h 447"/>
                <a:gd name="T26" fmla="*/ 16 w 322"/>
                <a:gd name="T27" fmla="*/ 0 h 447"/>
                <a:gd name="T28" fmla="*/ 16 w 322"/>
                <a:gd name="T29" fmla="*/ 0 h 447"/>
                <a:gd name="T30" fmla="*/ 10 w 322"/>
                <a:gd name="T31" fmla="*/ 0 h 447"/>
                <a:gd name="T32" fmla="*/ 4 w 322"/>
                <a:gd name="T33" fmla="*/ 4 h 447"/>
                <a:gd name="T34" fmla="*/ 2 w 322"/>
                <a:gd name="T35" fmla="*/ 8 h 447"/>
                <a:gd name="T36" fmla="*/ 0 w 322"/>
                <a:gd name="T37" fmla="*/ 16 h 447"/>
                <a:gd name="T38" fmla="*/ 0 w 322"/>
                <a:gd name="T39" fmla="*/ 431 h 447"/>
                <a:gd name="T40" fmla="*/ 0 w 322"/>
                <a:gd name="T41" fmla="*/ 431 h 447"/>
                <a:gd name="T42" fmla="*/ 2 w 322"/>
                <a:gd name="T43" fmla="*/ 439 h 447"/>
                <a:gd name="T44" fmla="*/ 4 w 322"/>
                <a:gd name="T45" fmla="*/ 443 h 447"/>
                <a:gd name="T46" fmla="*/ 10 w 322"/>
                <a:gd name="T47" fmla="*/ 447 h 447"/>
                <a:gd name="T48" fmla="*/ 16 w 322"/>
                <a:gd name="T49" fmla="*/ 447 h 447"/>
                <a:gd name="T50" fmla="*/ 68 w 322"/>
                <a:gd name="T51" fmla="*/ 447 h 447"/>
                <a:gd name="T52" fmla="*/ 68 w 322"/>
                <a:gd name="T53" fmla="*/ 447 h 447"/>
                <a:gd name="T54" fmla="*/ 76 w 322"/>
                <a:gd name="T55" fmla="*/ 447 h 447"/>
                <a:gd name="T56" fmla="*/ 82 w 322"/>
                <a:gd name="T57" fmla="*/ 443 h 447"/>
                <a:gd name="T58" fmla="*/ 84 w 322"/>
                <a:gd name="T59" fmla="*/ 439 h 447"/>
                <a:gd name="T60" fmla="*/ 84 w 322"/>
                <a:gd name="T61" fmla="*/ 431 h 447"/>
                <a:gd name="T62" fmla="*/ 84 w 322"/>
                <a:gd name="T63" fmla="*/ 158 h 447"/>
                <a:gd name="T64" fmla="*/ 84 w 322"/>
                <a:gd name="T65" fmla="*/ 158 h 447"/>
                <a:gd name="T66" fmla="*/ 104 w 322"/>
                <a:gd name="T67" fmla="*/ 208 h 447"/>
                <a:gd name="T68" fmla="*/ 238 w 322"/>
                <a:gd name="T69" fmla="*/ 439 h 447"/>
                <a:gd name="T70" fmla="*/ 238 w 322"/>
                <a:gd name="T71" fmla="*/ 439 h 447"/>
                <a:gd name="T72" fmla="*/ 242 w 322"/>
                <a:gd name="T73" fmla="*/ 443 h 447"/>
                <a:gd name="T74" fmla="*/ 244 w 322"/>
                <a:gd name="T75" fmla="*/ 445 h 447"/>
                <a:gd name="T76" fmla="*/ 248 w 322"/>
                <a:gd name="T77" fmla="*/ 447 h 447"/>
                <a:gd name="T78" fmla="*/ 254 w 322"/>
                <a:gd name="T79" fmla="*/ 447 h 447"/>
                <a:gd name="T80" fmla="*/ 306 w 322"/>
                <a:gd name="T81" fmla="*/ 447 h 447"/>
                <a:gd name="T82" fmla="*/ 306 w 322"/>
                <a:gd name="T83" fmla="*/ 447 h 447"/>
                <a:gd name="T84" fmla="*/ 314 w 322"/>
                <a:gd name="T85" fmla="*/ 447 h 447"/>
                <a:gd name="T86" fmla="*/ 318 w 322"/>
                <a:gd name="T87" fmla="*/ 443 h 447"/>
                <a:gd name="T88" fmla="*/ 320 w 322"/>
                <a:gd name="T89" fmla="*/ 439 h 447"/>
                <a:gd name="T90" fmla="*/ 322 w 322"/>
                <a:gd name="T91" fmla="*/ 431 h 447"/>
                <a:gd name="T92" fmla="*/ 322 w 322"/>
                <a:gd name="T93" fmla="*/ 16 h 447"/>
                <a:gd name="T94" fmla="*/ 322 w 322"/>
                <a:gd name="T95" fmla="*/ 16 h 447"/>
                <a:gd name="T96" fmla="*/ 320 w 322"/>
                <a:gd name="T97" fmla="*/ 8 h 447"/>
                <a:gd name="T98" fmla="*/ 318 w 322"/>
                <a:gd name="T99" fmla="*/ 4 h 447"/>
                <a:gd name="T100" fmla="*/ 314 w 322"/>
                <a:gd name="T101" fmla="*/ 0 h 447"/>
                <a:gd name="T102" fmla="*/ 306 w 322"/>
                <a:gd name="T103" fmla="*/ 0 h 447"/>
                <a:gd name="T104" fmla="*/ 306 w 322"/>
                <a:gd name="T10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22" h="447">
                  <a:moveTo>
                    <a:pt x="306" y="0"/>
                  </a:moveTo>
                  <a:lnTo>
                    <a:pt x="254" y="0"/>
                  </a:lnTo>
                  <a:lnTo>
                    <a:pt x="254" y="0"/>
                  </a:lnTo>
                  <a:lnTo>
                    <a:pt x="246" y="0"/>
                  </a:lnTo>
                  <a:lnTo>
                    <a:pt x="242" y="4"/>
                  </a:lnTo>
                  <a:lnTo>
                    <a:pt x="238" y="8"/>
                  </a:lnTo>
                  <a:lnTo>
                    <a:pt x="238" y="16"/>
                  </a:lnTo>
                  <a:lnTo>
                    <a:pt x="238" y="285"/>
                  </a:lnTo>
                  <a:lnTo>
                    <a:pt x="222" y="245"/>
                  </a:lnTo>
                  <a:lnTo>
                    <a:pt x="82" y="6"/>
                  </a:lnTo>
                  <a:lnTo>
                    <a:pt x="82" y="6"/>
                  </a:lnTo>
                  <a:lnTo>
                    <a:pt x="78" y="2"/>
                  </a:lnTo>
                  <a:lnTo>
                    <a:pt x="68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0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2" y="439"/>
                  </a:lnTo>
                  <a:lnTo>
                    <a:pt x="4" y="443"/>
                  </a:lnTo>
                  <a:lnTo>
                    <a:pt x="10" y="447"/>
                  </a:lnTo>
                  <a:lnTo>
                    <a:pt x="16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2" y="443"/>
                  </a:lnTo>
                  <a:lnTo>
                    <a:pt x="84" y="439"/>
                  </a:lnTo>
                  <a:lnTo>
                    <a:pt x="84" y="431"/>
                  </a:lnTo>
                  <a:lnTo>
                    <a:pt x="84" y="158"/>
                  </a:lnTo>
                  <a:lnTo>
                    <a:pt x="84" y="158"/>
                  </a:lnTo>
                  <a:lnTo>
                    <a:pt x="104" y="208"/>
                  </a:lnTo>
                  <a:lnTo>
                    <a:pt x="238" y="439"/>
                  </a:lnTo>
                  <a:lnTo>
                    <a:pt x="238" y="439"/>
                  </a:lnTo>
                  <a:lnTo>
                    <a:pt x="242" y="443"/>
                  </a:lnTo>
                  <a:lnTo>
                    <a:pt x="244" y="445"/>
                  </a:lnTo>
                  <a:lnTo>
                    <a:pt x="248" y="447"/>
                  </a:lnTo>
                  <a:lnTo>
                    <a:pt x="254" y="447"/>
                  </a:lnTo>
                  <a:lnTo>
                    <a:pt x="306" y="447"/>
                  </a:lnTo>
                  <a:lnTo>
                    <a:pt x="306" y="447"/>
                  </a:lnTo>
                  <a:lnTo>
                    <a:pt x="314" y="447"/>
                  </a:lnTo>
                  <a:lnTo>
                    <a:pt x="318" y="443"/>
                  </a:lnTo>
                  <a:lnTo>
                    <a:pt x="320" y="439"/>
                  </a:lnTo>
                  <a:lnTo>
                    <a:pt x="322" y="431"/>
                  </a:lnTo>
                  <a:lnTo>
                    <a:pt x="322" y="16"/>
                  </a:lnTo>
                  <a:lnTo>
                    <a:pt x="322" y="16"/>
                  </a:lnTo>
                  <a:lnTo>
                    <a:pt x="320" y="8"/>
                  </a:lnTo>
                  <a:lnTo>
                    <a:pt x="318" y="4"/>
                  </a:lnTo>
                  <a:lnTo>
                    <a:pt x="314" y="0"/>
                  </a:lnTo>
                  <a:lnTo>
                    <a:pt x="306" y="0"/>
                  </a:lnTo>
                  <a:lnTo>
                    <a:pt x="3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0" name="Freeform 31"/>
            <p:cNvSpPr>
              <a:spLocks/>
            </p:cNvSpPr>
            <p:nvPr/>
          </p:nvSpPr>
          <p:spPr bwMode="auto">
            <a:xfrm>
              <a:off x="1374" y="3584"/>
              <a:ext cx="400" cy="447"/>
            </a:xfrm>
            <a:custGeom>
              <a:avLst/>
              <a:gdLst>
                <a:gd name="T0" fmla="*/ 330 w 400"/>
                <a:gd name="T1" fmla="*/ 0 h 447"/>
                <a:gd name="T2" fmla="*/ 320 w 400"/>
                <a:gd name="T3" fmla="*/ 2 h 447"/>
                <a:gd name="T4" fmla="*/ 316 w 400"/>
                <a:gd name="T5" fmla="*/ 8 h 447"/>
                <a:gd name="T6" fmla="*/ 200 w 400"/>
                <a:gd name="T7" fmla="*/ 285 h 447"/>
                <a:gd name="T8" fmla="*/ 82 w 400"/>
                <a:gd name="T9" fmla="*/ 8 h 447"/>
                <a:gd name="T10" fmla="*/ 80 w 400"/>
                <a:gd name="T11" fmla="*/ 4 h 447"/>
                <a:gd name="T12" fmla="*/ 74 w 400"/>
                <a:gd name="T13" fmla="*/ 0 h 447"/>
                <a:gd name="T14" fmla="*/ 16 w 400"/>
                <a:gd name="T15" fmla="*/ 0 h 447"/>
                <a:gd name="T16" fmla="*/ 8 w 400"/>
                <a:gd name="T17" fmla="*/ 0 h 447"/>
                <a:gd name="T18" fmla="*/ 0 w 400"/>
                <a:gd name="T19" fmla="*/ 8 h 447"/>
                <a:gd name="T20" fmla="*/ 0 w 400"/>
                <a:gd name="T21" fmla="*/ 431 h 447"/>
                <a:gd name="T22" fmla="*/ 0 w 400"/>
                <a:gd name="T23" fmla="*/ 439 h 447"/>
                <a:gd name="T24" fmla="*/ 8 w 400"/>
                <a:gd name="T25" fmla="*/ 447 h 447"/>
                <a:gd name="T26" fmla="*/ 68 w 400"/>
                <a:gd name="T27" fmla="*/ 447 h 447"/>
                <a:gd name="T28" fmla="*/ 76 w 400"/>
                <a:gd name="T29" fmla="*/ 447 h 447"/>
                <a:gd name="T30" fmla="*/ 84 w 400"/>
                <a:gd name="T31" fmla="*/ 439 h 447"/>
                <a:gd name="T32" fmla="*/ 84 w 400"/>
                <a:gd name="T33" fmla="*/ 176 h 447"/>
                <a:gd name="T34" fmla="*/ 156 w 400"/>
                <a:gd name="T35" fmla="*/ 363 h 447"/>
                <a:gd name="T36" fmla="*/ 158 w 400"/>
                <a:gd name="T37" fmla="*/ 371 h 447"/>
                <a:gd name="T38" fmla="*/ 168 w 400"/>
                <a:gd name="T39" fmla="*/ 379 h 447"/>
                <a:gd name="T40" fmla="*/ 224 w 400"/>
                <a:gd name="T41" fmla="*/ 379 h 447"/>
                <a:gd name="T42" fmla="*/ 230 w 400"/>
                <a:gd name="T43" fmla="*/ 379 h 447"/>
                <a:gd name="T44" fmla="*/ 242 w 400"/>
                <a:gd name="T45" fmla="*/ 371 h 447"/>
                <a:gd name="T46" fmla="*/ 298 w 400"/>
                <a:gd name="T47" fmla="*/ 233 h 447"/>
                <a:gd name="T48" fmla="*/ 314 w 400"/>
                <a:gd name="T49" fmla="*/ 431 h 447"/>
                <a:gd name="T50" fmla="*/ 316 w 400"/>
                <a:gd name="T51" fmla="*/ 439 h 447"/>
                <a:gd name="T52" fmla="*/ 322 w 400"/>
                <a:gd name="T53" fmla="*/ 447 h 447"/>
                <a:gd name="T54" fmla="*/ 386 w 400"/>
                <a:gd name="T55" fmla="*/ 447 h 447"/>
                <a:gd name="T56" fmla="*/ 392 w 400"/>
                <a:gd name="T57" fmla="*/ 447 h 447"/>
                <a:gd name="T58" fmla="*/ 400 w 400"/>
                <a:gd name="T59" fmla="*/ 439 h 447"/>
                <a:gd name="T60" fmla="*/ 400 w 400"/>
                <a:gd name="T61" fmla="*/ 16 h 447"/>
                <a:gd name="T62" fmla="*/ 400 w 400"/>
                <a:gd name="T63" fmla="*/ 8 h 447"/>
                <a:gd name="T64" fmla="*/ 392 w 400"/>
                <a:gd name="T65" fmla="*/ 0 h 447"/>
                <a:gd name="T66" fmla="*/ 386 w 400"/>
                <a:gd name="T67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00" h="447">
                  <a:moveTo>
                    <a:pt x="386" y="0"/>
                  </a:moveTo>
                  <a:lnTo>
                    <a:pt x="330" y="0"/>
                  </a:lnTo>
                  <a:lnTo>
                    <a:pt x="330" y="0"/>
                  </a:lnTo>
                  <a:lnTo>
                    <a:pt x="320" y="2"/>
                  </a:lnTo>
                  <a:lnTo>
                    <a:pt x="318" y="4"/>
                  </a:lnTo>
                  <a:lnTo>
                    <a:pt x="316" y="8"/>
                  </a:lnTo>
                  <a:lnTo>
                    <a:pt x="218" y="239"/>
                  </a:lnTo>
                  <a:lnTo>
                    <a:pt x="200" y="285"/>
                  </a:lnTo>
                  <a:lnTo>
                    <a:pt x="184" y="239"/>
                  </a:lnTo>
                  <a:lnTo>
                    <a:pt x="82" y="8"/>
                  </a:lnTo>
                  <a:lnTo>
                    <a:pt x="82" y="8"/>
                  </a:lnTo>
                  <a:lnTo>
                    <a:pt x="80" y="4"/>
                  </a:lnTo>
                  <a:lnTo>
                    <a:pt x="78" y="2"/>
                  </a:lnTo>
                  <a:lnTo>
                    <a:pt x="74" y="0"/>
                  </a:lnTo>
                  <a:lnTo>
                    <a:pt x="68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4" y="443"/>
                  </a:lnTo>
                  <a:lnTo>
                    <a:pt x="8" y="447"/>
                  </a:lnTo>
                  <a:lnTo>
                    <a:pt x="16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0" y="443"/>
                  </a:lnTo>
                  <a:lnTo>
                    <a:pt x="84" y="439"/>
                  </a:lnTo>
                  <a:lnTo>
                    <a:pt x="84" y="431"/>
                  </a:lnTo>
                  <a:lnTo>
                    <a:pt x="84" y="176"/>
                  </a:lnTo>
                  <a:lnTo>
                    <a:pt x="100" y="231"/>
                  </a:lnTo>
                  <a:lnTo>
                    <a:pt x="156" y="363"/>
                  </a:lnTo>
                  <a:lnTo>
                    <a:pt x="156" y="363"/>
                  </a:lnTo>
                  <a:lnTo>
                    <a:pt x="158" y="371"/>
                  </a:lnTo>
                  <a:lnTo>
                    <a:pt x="164" y="375"/>
                  </a:lnTo>
                  <a:lnTo>
                    <a:pt x="168" y="379"/>
                  </a:lnTo>
                  <a:lnTo>
                    <a:pt x="176" y="379"/>
                  </a:lnTo>
                  <a:lnTo>
                    <a:pt x="224" y="379"/>
                  </a:lnTo>
                  <a:lnTo>
                    <a:pt x="224" y="379"/>
                  </a:lnTo>
                  <a:lnTo>
                    <a:pt x="230" y="379"/>
                  </a:lnTo>
                  <a:lnTo>
                    <a:pt x="236" y="375"/>
                  </a:lnTo>
                  <a:lnTo>
                    <a:pt x="242" y="371"/>
                  </a:lnTo>
                  <a:lnTo>
                    <a:pt x="246" y="363"/>
                  </a:lnTo>
                  <a:lnTo>
                    <a:pt x="298" y="233"/>
                  </a:lnTo>
                  <a:lnTo>
                    <a:pt x="314" y="174"/>
                  </a:lnTo>
                  <a:lnTo>
                    <a:pt x="314" y="431"/>
                  </a:lnTo>
                  <a:lnTo>
                    <a:pt x="314" y="431"/>
                  </a:lnTo>
                  <a:lnTo>
                    <a:pt x="316" y="439"/>
                  </a:lnTo>
                  <a:lnTo>
                    <a:pt x="318" y="443"/>
                  </a:lnTo>
                  <a:lnTo>
                    <a:pt x="322" y="447"/>
                  </a:lnTo>
                  <a:lnTo>
                    <a:pt x="330" y="447"/>
                  </a:lnTo>
                  <a:lnTo>
                    <a:pt x="386" y="447"/>
                  </a:lnTo>
                  <a:lnTo>
                    <a:pt x="386" y="447"/>
                  </a:lnTo>
                  <a:lnTo>
                    <a:pt x="392" y="447"/>
                  </a:lnTo>
                  <a:lnTo>
                    <a:pt x="398" y="443"/>
                  </a:lnTo>
                  <a:lnTo>
                    <a:pt x="400" y="439"/>
                  </a:lnTo>
                  <a:lnTo>
                    <a:pt x="400" y="431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8"/>
                  </a:lnTo>
                  <a:lnTo>
                    <a:pt x="398" y="4"/>
                  </a:lnTo>
                  <a:lnTo>
                    <a:pt x="392" y="0"/>
                  </a:lnTo>
                  <a:lnTo>
                    <a:pt x="386" y="0"/>
                  </a:lnTo>
                  <a:lnTo>
                    <a:pt x="38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1" name="Freeform 32"/>
            <p:cNvSpPr>
              <a:spLocks noEditPoints="1"/>
            </p:cNvSpPr>
            <p:nvPr/>
          </p:nvSpPr>
          <p:spPr bwMode="auto">
            <a:xfrm>
              <a:off x="2302" y="3584"/>
              <a:ext cx="320" cy="447"/>
            </a:xfrm>
            <a:custGeom>
              <a:avLst/>
              <a:gdLst>
                <a:gd name="T0" fmla="*/ 242 w 320"/>
                <a:gd name="T1" fmla="*/ 265 h 447"/>
                <a:gd name="T2" fmla="*/ 276 w 320"/>
                <a:gd name="T3" fmla="*/ 247 h 447"/>
                <a:gd name="T4" fmla="*/ 298 w 320"/>
                <a:gd name="T5" fmla="*/ 225 h 447"/>
                <a:gd name="T6" fmla="*/ 310 w 320"/>
                <a:gd name="T7" fmla="*/ 198 h 447"/>
                <a:gd name="T8" fmla="*/ 314 w 320"/>
                <a:gd name="T9" fmla="*/ 170 h 447"/>
                <a:gd name="T10" fmla="*/ 314 w 320"/>
                <a:gd name="T11" fmla="*/ 106 h 447"/>
                <a:gd name="T12" fmla="*/ 306 w 320"/>
                <a:gd name="T13" fmla="*/ 66 h 447"/>
                <a:gd name="T14" fmla="*/ 296 w 320"/>
                <a:gd name="T15" fmla="*/ 48 h 447"/>
                <a:gd name="T16" fmla="*/ 280 w 320"/>
                <a:gd name="T17" fmla="*/ 32 h 447"/>
                <a:gd name="T18" fmla="*/ 258 w 320"/>
                <a:gd name="T19" fmla="*/ 18 h 447"/>
                <a:gd name="T20" fmla="*/ 230 w 320"/>
                <a:gd name="T21" fmla="*/ 8 h 447"/>
                <a:gd name="T22" fmla="*/ 196 w 320"/>
                <a:gd name="T23" fmla="*/ 2 h 447"/>
                <a:gd name="T24" fmla="*/ 154 w 320"/>
                <a:gd name="T25" fmla="*/ 0 h 447"/>
                <a:gd name="T26" fmla="*/ 16 w 320"/>
                <a:gd name="T27" fmla="*/ 0 h 447"/>
                <a:gd name="T28" fmla="*/ 4 w 320"/>
                <a:gd name="T29" fmla="*/ 4 h 447"/>
                <a:gd name="T30" fmla="*/ 0 w 320"/>
                <a:gd name="T31" fmla="*/ 16 h 447"/>
                <a:gd name="T32" fmla="*/ 0 w 320"/>
                <a:gd name="T33" fmla="*/ 431 h 447"/>
                <a:gd name="T34" fmla="*/ 4 w 320"/>
                <a:gd name="T35" fmla="*/ 443 h 447"/>
                <a:gd name="T36" fmla="*/ 16 w 320"/>
                <a:gd name="T37" fmla="*/ 447 h 447"/>
                <a:gd name="T38" fmla="*/ 74 w 320"/>
                <a:gd name="T39" fmla="*/ 447 h 447"/>
                <a:gd name="T40" fmla="*/ 86 w 320"/>
                <a:gd name="T41" fmla="*/ 443 h 447"/>
                <a:gd name="T42" fmla="*/ 90 w 320"/>
                <a:gd name="T43" fmla="*/ 431 h 447"/>
                <a:gd name="T44" fmla="*/ 158 w 320"/>
                <a:gd name="T45" fmla="*/ 277 h 447"/>
                <a:gd name="T46" fmla="*/ 228 w 320"/>
                <a:gd name="T47" fmla="*/ 431 h 447"/>
                <a:gd name="T48" fmla="*/ 240 w 320"/>
                <a:gd name="T49" fmla="*/ 447 h 447"/>
                <a:gd name="T50" fmla="*/ 304 w 320"/>
                <a:gd name="T51" fmla="*/ 447 h 447"/>
                <a:gd name="T52" fmla="*/ 312 w 320"/>
                <a:gd name="T53" fmla="*/ 447 h 447"/>
                <a:gd name="T54" fmla="*/ 320 w 320"/>
                <a:gd name="T55" fmla="*/ 437 h 447"/>
                <a:gd name="T56" fmla="*/ 242 w 320"/>
                <a:gd name="T57" fmla="*/ 265 h 447"/>
                <a:gd name="T58" fmla="*/ 226 w 320"/>
                <a:gd name="T59" fmla="*/ 154 h 447"/>
                <a:gd name="T60" fmla="*/ 222 w 320"/>
                <a:gd name="T61" fmla="*/ 174 h 447"/>
                <a:gd name="T62" fmla="*/ 208 w 320"/>
                <a:gd name="T63" fmla="*/ 190 h 447"/>
                <a:gd name="T64" fmla="*/ 184 w 320"/>
                <a:gd name="T65" fmla="*/ 200 h 447"/>
                <a:gd name="T66" fmla="*/ 154 w 320"/>
                <a:gd name="T67" fmla="*/ 202 h 447"/>
                <a:gd name="T68" fmla="*/ 90 w 320"/>
                <a:gd name="T69" fmla="*/ 74 h 447"/>
                <a:gd name="T70" fmla="*/ 154 w 320"/>
                <a:gd name="T71" fmla="*/ 74 h 447"/>
                <a:gd name="T72" fmla="*/ 184 w 320"/>
                <a:gd name="T73" fmla="*/ 76 h 447"/>
                <a:gd name="T74" fmla="*/ 208 w 320"/>
                <a:gd name="T75" fmla="*/ 86 h 447"/>
                <a:gd name="T76" fmla="*/ 222 w 320"/>
                <a:gd name="T77" fmla="*/ 100 h 447"/>
                <a:gd name="T78" fmla="*/ 226 w 320"/>
                <a:gd name="T79" fmla="*/ 122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0" h="447">
                  <a:moveTo>
                    <a:pt x="242" y="265"/>
                  </a:moveTo>
                  <a:lnTo>
                    <a:pt x="242" y="265"/>
                  </a:lnTo>
                  <a:lnTo>
                    <a:pt x="260" y="257"/>
                  </a:lnTo>
                  <a:lnTo>
                    <a:pt x="276" y="247"/>
                  </a:lnTo>
                  <a:lnTo>
                    <a:pt x="288" y="237"/>
                  </a:lnTo>
                  <a:lnTo>
                    <a:pt x="298" y="225"/>
                  </a:lnTo>
                  <a:lnTo>
                    <a:pt x="306" y="212"/>
                  </a:lnTo>
                  <a:lnTo>
                    <a:pt x="310" y="198"/>
                  </a:lnTo>
                  <a:lnTo>
                    <a:pt x="314" y="184"/>
                  </a:lnTo>
                  <a:lnTo>
                    <a:pt x="314" y="170"/>
                  </a:lnTo>
                  <a:lnTo>
                    <a:pt x="314" y="106"/>
                  </a:lnTo>
                  <a:lnTo>
                    <a:pt x="314" y="106"/>
                  </a:lnTo>
                  <a:lnTo>
                    <a:pt x="312" y="86"/>
                  </a:lnTo>
                  <a:lnTo>
                    <a:pt x="306" y="66"/>
                  </a:lnTo>
                  <a:lnTo>
                    <a:pt x="302" y="58"/>
                  </a:lnTo>
                  <a:lnTo>
                    <a:pt x="296" y="48"/>
                  </a:lnTo>
                  <a:lnTo>
                    <a:pt x="288" y="40"/>
                  </a:lnTo>
                  <a:lnTo>
                    <a:pt x="280" y="32"/>
                  </a:lnTo>
                  <a:lnTo>
                    <a:pt x="270" y="26"/>
                  </a:lnTo>
                  <a:lnTo>
                    <a:pt x="258" y="18"/>
                  </a:lnTo>
                  <a:lnTo>
                    <a:pt x="244" y="14"/>
                  </a:lnTo>
                  <a:lnTo>
                    <a:pt x="230" y="8"/>
                  </a:lnTo>
                  <a:lnTo>
                    <a:pt x="214" y="4"/>
                  </a:lnTo>
                  <a:lnTo>
                    <a:pt x="196" y="2"/>
                  </a:lnTo>
                  <a:lnTo>
                    <a:pt x="176" y="0"/>
                  </a:lnTo>
                  <a:lnTo>
                    <a:pt x="15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2" y="437"/>
                  </a:lnTo>
                  <a:lnTo>
                    <a:pt x="4" y="443"/>
                  </a:lnTo>
                  <a:lnTo>
                    <a:pt x="8" y="447"/>
                  </a:lnTo>
                  <a:lnTo>
                    <a:pt x="16" y="447"/>
                  </a:lnTo>
                  <a:lnTo>
                    <a:pt x="74" y="447"/>
                  </a:lnTo>
                  <a:lnTo>
                    <a:pt x="74" y="447"/>
                  </a:lnTo>
                  <a:lnTo>
                    <a:pt x="82" y="447"/>
                  </a:lnTo>
                  <a:lnTo>
                    <a:pt x="86" y="443"/>
                  </a:lnTo>
                  <a:lnTo>
                    <a:pt x="88" y="437"/>
                  </a:lnTo>
                  <a:lnTo>
                    <a:pt x="90" y="431"/>
                  </a:lnTo>
                  <a:lnTo>
                    <a:pt x="90" y="277"/>
                  </a:lnTo>
                  <a:lnTo>
                    <a:pt x="158" y="277"/>
                  </a:lnTo>
                  <a:lnTo>
                    <a:pt x="228" y="431"/>
                  </a:lnTo>
                  <a:lnTo>
                    <a:pt x="228" y="431"/>
                  </a:lnTo>
                  <a:lnTo>
                    <a:pt x="234" y="443"/>
                  </a:lnTo>
                  <a:lnTo>
                    <a:pt x="240" y="447"/>
                  </a:lnTo>
                  <a:lnTo>
                    <a:pt x="244" y="447"/>
                  </a:lnTo>
                  <a:lnTo>
                    <a:pt x="304" y="447"/>
                  </a:lnTo>
                  <a:lnTo>
                    <a:pt x="304" y="447"/>
                  </a:lnTo>
                  <a:lnTo>
                    <a:pt x="312" y="447"/>
                  </a:lnTo>
                  <a:lnTo>
                    <a:pt x="316" y="443"/>
                  </a:lnTo>
                  <a:lnTo>
                    <a:pt x="320" y="437"/>
                  </a:lnTo>
                  <a:lnTo>
                    <a:pt x="318" y="431"/>
                  </a:lnTo>
                  <a:lnTo>
                    <a:pt x="242" y="265"/>
                  </a:lnTo>
                  <a:close/>
                  <a:moveTo>
                    <a:pt x="226" y="154"/>
                  </a:moveTo>
                  <a:lnTo>
                    <a:pt x="226" y="154"/>
                  </a:lnTo>
                  <a:lnTo>
                    <a:pt x="224" y="164"/>
                  </a:lnTo>
                  <a:lnTo>
                    <a:pt x="222" y="174"/>
                  </a:lnTo>
                  <a:lnTo>
                    <a:pt x="216" y="184"/>
                  </a:lnTo>
                  <a:lnTo>
                    <a:pt x="208" y="190"/>
                  </a:lnTo>
                  <a:lnTo>
                    <a:pt x="196" y="196"/>
                  </a:lnTo>
                  <a:lnTo>
                    <a:pt x="184" y="200"/>
                  </a:lnTo>
                  <a:lnTo>
                    <a:pt x="170" y="202"/>
                  </a:lnTo>
                  <a:lnTo>
                    <a:pt x="154" y="202"/>
                  </a:lnTo>
                  <a:lnTo>
                    <a:pt x="90" y="202"/>
                  </a:lnTo>
                  <a:lnTo>
                    <a:pt x="90" y="74"/>
                  </a:lnTo>
                  <a:lnTo>
                    <a:pt x="154" y="74"/>
                  </a:lnTo>
                  <a:lnTo>
                    <a:pt x="154" y="74"/>
                  </a:lnTo>
                  <a:lnTo>
                    <a:pt x="170" y="74"/>
                  </a:lnTo>
                  <a:lnTo>
                    <a:pt x="184" y="76"/>
                  </a:lnTo>
                  <a:lnTo>
                    <a:pt x="196" y="80"/>
                  </a:lnTo>
                  <a:lnTo>
                    <a:pt x="208" y="86"/>
                  </a:lnTo>
                  <a:lnTo>
                    <a:pt x="216" y="92"/>
                  </a:lnTo>
                  <a:lnTo>
                    <a:pt x="222" y="100"/>
                  </a:lnTo>
                  <a:lnTo>
                    <a:pt x="224" y="110"/>
                  </a:lnTo>
                  <a:lnTo>
                    <a:pt x="226" y="122"/>
                  </a:lnTo>
                  <a:lnTo>
                    <a:pt x="226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2" name="Freeform 33"/>
            <p:cNvSpPr>
              <a:spLocks/>
            </p:cNvSpPr>
            <p:nvPr/>
          </p:nvSpPr>
          <p:spPr bwMode="auto">
            <a:xfrm>
              <a:off x="2732" y="3584"/>
              <a:ext cx="342" cy="447"/>
            </a:xfrm>
            <a:custGeom>
              <a:avLst/>
              <a:gdLst>
                <a:gd name="T0" fmla="*/ 186 w 342"/>
                <a:gd name="T1" fmla="*/ 220 h 447"/>
                <a:gd name="T2" fmla="*/ 322 w 342"/>
                <a:gd name="T3" fmla="*/ 16 h 447"/>
                <a:gd name="T4" fmla="*/ 322 w 342"/>
                <a:gd name="T5" fmla="*/ 16 h 447"/>
                <a:gd name="T6" fmla="*/ 326 w 342"/>
                <a:gd name="T7" fmla="*/ 10 h 447"/>
                <a:gd name="T8" fmla="*/ 326 w 342"/>
                <a:gd name="T9" fmla="*/ 4 h 447"/>
                <a:gd name="T10" fmla="*/ 322 w 342"/>
                <a:gd name="T11" fmla="*/ 0 h 447"/>
                <a:gd name="T12" fmla="*/ 314 w 342"/>
                <a:gd name="T13" fmla="*/ 0 h 447"/>
                <a:gd name="T14" fmla="*/ 254 w 342"/>
                <a:gd name="T15" fmla="*/ 0 h 447"/>
                <a:gd name="T16" fmla="*/ 254 w 342"/>
                <a:gd name="T17" fmla="*/ 0 h 447"/>
                <a:gd name="T18" fmla="*/ 246 w 342"/>
                <a:gd name="T19" fmla="*/ 0 h 447"/>
                <a:gd name="T20" fmla="*/ 238 w 342"/>
                <a:gd name="T21" fmla="*/ 4 h 447"/>
                <a:gd name="T22" fmla="*/ 232 w 342"/>
                <a:gd name="T23" fmla="*/ 10 h 447"/>
                <a:gd name="T24" fmla="*/ 228 w 342"/>
                <a:gd name="T25" fmla="*/ 16 h 447"/>
                <a:gd name="T26" fmla="*/ 110 w 342"/>
                <a:gd name="T27" fmla="*/ 192 h 447"/>
                <a:gd name="T28" fmla="*/ 90 w 342"/>
                <a:gd name="T29" fmla="*/ 192 h 447"/>
                <a:gd name="T30" fmla="*/ 90 w 342"/>
                <a:gd name="T31" fmla="*/ 16 h 447"/>
                <a:gd name="T32" fmla="*/ 90 w 342"/>
                <a:gd name="T33" fmla="*/ 16 h 447"/>
                <a:gd name="T34" fmla="*/ 88 w 342"/>
                <a:gd name="T35" fmla="*/ 8 h 447"/>
                <a:gd name="T36" fmla="*/ 86 w 342"/>
                <a:gd name="T37" fmla="*/ 4 h 447"/>
                <a:gd name="T38" fmla="*/ 82 w 342"/>
                <a:gd name="T39" fmla="*/ 0 h 447"/>
                <a:gd name="T40" fmla="*/ 74 w 342"/>
                <a:gd name="T41" fmla="*/ 0 h 447"/>
                <a:gd name="T42" fmla="*/ 16 w 342"/>
                <a:gd name="T43" fmla="*/ 0 h 447"/>
                <a:gd name="T44" fmla="*/ 16 w 342"/>
                <a:gd name="T45" fmla="*/ 0 h 447"/>
                <a:gd name="T46" fmla="*/ 8 w 342"/>
                <a:gd name="T47" fmla="*/ 0 h 447"/>
                <a:gd name="T48" fmla="*/ 4 w 342"/>
                <a:gd name="T49" fmla="*/ 4 h 447"/>
                <a:gd name="T50" fmla="*/ 2 w 342"/>
                <a:gd name="T51" fmla="*/ 8 h 447"/>
                <a:gd name="T52" fmla="*/ 0 w 342"/>
                <a:gd name="T53" fmla="*/ 16 h 447"/>
                <a:gd name="T54" fmla="*/ 0 w 342"/>
                <a:gd name="T55" fmla="*/ 431 h 447"/>
                <a:gd name="T56" fmla="*/ 0 w 342"/>
                <a:gd name="T57" fmla="*/ 431 h 447"/>
                <a:gd name="T58" fmla="*/ 2 w 342"/>
                <a:gd name="T59" fmla="*/ 439 h 447"/>
                <a:gd name="T60" fmla="*/ 4 w 342"/>
                <a:gd name="T61" fmla="*/ 443 h 447"/>
                <a:gd name="T62" fmla="*/ 8 w 342"/>
                <a:gd name="T63" fmla="*/ 447 h 447"/>
                <a:gd name="T64" fmla="*/ 16 w 342"/>
                <a:gd name="T65" fmla="*/ 447 h 447"/>
                <a:gd name="T66" fmla="*/ 74 w 342"/>
                <a:gd name="T67" fmla="*/ 447 h 447"/>
                <a:gd name="T68" fmla="*/ 74 w 342"/>
                <a:gd name="T69" fmla="*/ 447 h 447"/>
                <a:gd name="T70" fmla="*/ 82 w 342"/>
                <a:gd name="T71" fmla="*/ 447 h 447"/>
                <a:gd name="T72" fmla="*/ 86 w 342"/>
                <a:gd name="T73" fmla="*/ 443 h 447"/>
                <a:gd name="T74" fmla="*/ 88 w 342"/>
                <a:gd name="T75" fmla="*/ 439 h 447"/>
                <a:gd name="T76" fmla="*/ 90 w 342"/>
                <a:gd name="T77" fmla="*/ 431 h 447"/>
                <a:gd name="T78" fmla="*/ 90 w 342"/>
                <a:gd name="T79" fmla="*/ 259 h 447"/>
                <a:gd name="T80" fmla="*/ 110 w 342"/>
                <a:gd name="T81" fmla="*/ 259 h 447"/>
                <a:gd name="T82" fmla="*/ 234 w 342"/>
                <a:gd name="T83" fmla="*/ 431 h 447"/>
                <a:gd name="T84" fmla="*/ 234 w 342"/>
                <a:gd name="T85" fmla="*/ 431 h 447"/>
                <a:gd name="T86" fmla="*/ 244 w 342"/>
                <a:gd name="T87" fmla="*/ 443 h 447"/>
                <a:gd name="T88" fmla="*/ 250 w 342"/>
                <a:gd name="T89" fmla="*/ 445 h 447"/>
                <a:gd name="T90" fmla="*/ 258 w 342"/>
                <a:gd name="T91" fmla="*/ 447 h 447"/>
                <a:gd name="T92" fmla="*/ 332 w 342"/>
                <a:gd name="T93" fmla="*/ 447 h 447"/>
                <a:gd name="T94" fmla="*/ 332 w 342"/>
                <a:gd name="T95" fmla="*/ 447 h 447"/>
                <a:gd name="T96" fmla="*/ 338 w 342"/>
                <a:gd name="T97" fmla="*/ 445 h 447"/>
                <a:gd name="T98" fmla="*/ 342 w 342"/>
                <a:gd name="T99" fmla="*/ 443 h 447"/>
                <a:gd name="T100" fmla="*/ 342 w 342"/>
                <a:gd name="T101" fmla="*/ 437 h 447"/>
                <a:gd name="T102" fmla="*/ 340 w 342"/>
                <a:gd name="T103" fmla="*/ 431 h 447"/>
                <a:gd name="T104" fmla="*/ 186 w 342"/>
                <a:gd name="T105" fmla="*/ 22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42" h="447">
                  <a:moveTo>
                    <a:pt x="186" y="220"/>
                  </a:moveTo>
                  <a:lnTo>
                    <a:pt x="322" y="16"/>
                  </a:lnTo>
                  <a:lnTo>
                    <a:pt x="322" y="16"/>
                  </a:lnTo>
                  <a:lnTo>
                    <a:pt x="326" y="10"/>
                  </a:lnTo>
                  <a:lnTo>
                    <a:pt x="326" y="4"/>
                  </a:lnTo>
                  <a:lnTo>
                    <a:pt x="322" y="0"/>
                  </a:lnTo>
                  <a:lnTo>
                    <a:pt x="314" y="0"/>
                  </a:lnTo>
                  <a:lnTo>
                    <a:pt x="254" y="0"/>
                  </a:lnTo>
                  <a:lnTo>
                    <a:pt x="254" y="0"/>
                  </a:lnTo>
                  <a:lnTo>
                    <a:pt x="246" y="0"/>
                  </a:lnTo>
                  <a:lnTo>
                    <a:pt x="238" y="4"/>
                  </a:lnTo>
                  <a:lnTo>
                    <a:pt x="232" y="10"/>
                  </a:lnTo>
                  <a:lnTo>
                    <a:pt x="228" y="16"/>
                  </a:lnTo>
                  <a:lnTo>
                    <a:pt x="110" y="192"/>
                  </a:lnTo>
                  <a:lnTo>
                    <a:pt x="90" y="192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88" y="8"/>
                  </a:lnTo>
                  <a:lnTo>
                    <a:pt x="86" y="4"/>
                  </a:lnTo>
                  <a:lnTo>
                    <a:pt x="82" y="0"/>
                  </a:lnTo>
                  <a:lnTo>
                    <a:pt x="7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2" y="439"/>
                  </a:lnTo>
                  <a:lnTo>
                    <a:pt x="4" y="443"/>
                  </a:lnTo>
                  <a:lnTo>
                    <a:pt x="8" y="447"/>
                  </a:lnTo>
                  <a:lnTo>
                    <a:pt x="16" y="447"/>
                  </a:lnTo>
                  <a:lnTo>
                    <a:pt x="74" y="447"/>
                  </a:lnTo>
                  <a:lnTo>
                    <a:pt x="74" y="447"/>
                  </a:lnTo>
                  <a:lnTo>
                    <a:pt x="82" y="447"/>
                  </a:lnTo>
                  <a:lnTo>
                    <a:pt x="86" y="443"/>
                  </a:lnTo>
                  <a:lnTo>
                    <a:pt x="88" y="439"/>
                  </a:lnTo>
                  <a:lnTo>
                    <a:pt x="90" y="431"/>
                  </a:lnTo>
                  <a:lnTo>
                    <a:pt x="90" y="259"/>
                  </a:lnTo>
                  <a:lnTo>
                    <a:pt x="110" y="259"/>
                  </a:lnTo>
                  <a:lnTo>
                    <a:pt x="234" y="431"/>
                  </a:lnTo>
                  <a:lnTo>
                    <a:pt x="234" y="431"/>
                  </a:lnTo>
                  <a:lnTo>
                    <a:pt x="244" y="443"/>
                  </a:lnTo>
                  <a:lnTo>
                    <a:pt x="250" y="445"/>
                  </a:lnTo>
                  <a:lnTo>
                    <a:pt x="258" y="447"/>
                  </a:lnTo>
                  <a:lnTo>
                    <a:pt x="332" y="447"/>
                  </a:lnTo>
                  <a:lnTo>
                    <a:pt x="332" y="447"/>
                  </a:lnTo>
                  <a:lnTo>
                    <a:pt x="338" y="445"/>
                  </a:lnTo>
                  <a:lnTo>
                    <a:pt x="342" y="443"/>
                  </a:lnTo>
                  <a:lnTo>
                    <a:pt x="342" y="437"/>
                  </a:lnTo>
                  <a:lnTo>
                    <a:pt x="340" y="431"/>
                  </a:lnTo>
                  <a:lnTo>
                    <a:pt x="186" y="2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3" name="Freeform 34"/>
            <p:cNvSpPr>
              <a:spLocks/>
            </p:cNvSpPr>
            <p:nvPr/>
          </p:nvSpPr>
          <p:spPr bwMode="auto">
            <a:xfrm>
              <a:off x="2670" y="2981"/>
              <a:ext cx="300" cy="459"/>
            </a:xfrm>
            <a:custGeom>
              <a:avLst/>
              <a:gdLst>
                <a:gd name="T0" fmla="*/ 300 w 300"/>
                <a:gd name="T1" fmla="*/ 324 h 459"/>
                <a:gd name="T2" fmla="*/ 300 w 300"/>
                <a:gd name="T3" fmla="*/ 316 h 459"/>
                <a:gd name="T4" fmla="*/ 292 w 300"/>
                <a:gd name="T5" fmla="*/ 308 h 459"/>
                <a:gd name="T6" fmla="*/ 230 w 300"/>
                <a:gd name="T7" fmla="*/ 306 h 459"/>
                <a:gd name="T8" fmla="*/ 224 w 300"/>
                <a:gd name="T9" fmla="*/ 308 h 459"/>
                <a:gd name="T10" fmla="*/ 216 w 300"/>
                <a:gd name="T11" fmla="*/ 316 h 459"/>
                <a:gd name="T12" fmla="*/ 214 w 300"/>
                <a:gd name="T13" fmla="*/ 334 h 459"/>
                <a:gd name="T14" fmla="*/ 214 w 300"/>
                <a:gd name="T15" fmla="*/ 346 h 459"/>
                <a:gd name="T16" fmla="*/ 206 w 300"/>
                <a:gd name="T17" fmla="*/ 364 h 459"/>
                <a:gd name="T18" fmla="*/ 190 w 300"/>
                <a:gd name="T19" fmla="*/ 376 h 459"/>
                <a:gd name="T20" fmla="*/ 168 w 300"/>
                <a:gd name="T21" fmla="*/ 385 h 459"/>
                <a:gd name="T22" fmla="*/ 152 w 300"/>
                <a:gd name="T23" fmla="*/ 385 h 459"/>
                <a:gd name="T24" fmla="*/ 124 w 300"/>
                <a:gd name="T25" fmla="*/ 380 h 459"/>
                <a:gd name="T26" fmla="*/ 104 w 300"/>
                <a:gd name="T27" fmla="*/ 372 h 459"/>
                <a:gd name="T28" fmla="*/ 94 w 300"/>
                <a:gd name="T29" fmla="*/ 356 h 459"/>
                <a:gd name="T30" fmla="*/ 90 w 300"/>
                <a:gd name="T31" fmla="*/ 334 h 459"/>
                <a:gd name="T32" fmla="*/ 90 w 300"/>
                <a:gd name="T33" fmla="*/ 122 h 459"/>
                <a:gd name="T34" fmla="*/ 94 w 300"/>
                <a:gd name="T35" fmla="*/ 102 h 459"/>
                <a:gd name="T36" fmla="*/ 104 w 300"/>
                <a:gd name="T37" fmla="*/ 86 h 459"/>
                <a:gd name="T38" fmla="*/ 124 w 300"/>
                <a:gd name="T39" fmla="*/ 76 h 459"/>
                <a:gd name="T40" fmla="*/ 152 w 300"/>
                <a:gd name="T41" fmla="*/ 74 h 459"/>
                <a:gd name="T42" fmla="*/ 168 w 300"/>
                <a:gd name="T43" fmla="*/ 74 h 459"/>
                <a:gd name="T44" fmla="*/ 190 w 300"/>
                <a:gd name="T45" fmla="*/ 80 h 459"/>
                <a:gd name="T46" fmla="*/ 206 w 300"/>
                <a:gd name="T47" fmla="*/ 92 h 459"/>
                <a:gd name="T48" fmla="*/ 214 w 300"/>
                <a:gd name="T49" fmla="*/ 112 h 459"/>
                <a:gd name="T50" fmla="*/ 214 w 300"/>
                <a:gd name="T51" fmla="*/ 124 h 459"/>
                <a:gd name="T52" fmla="*/ 216 w 300"/>
                <a:gd name="T53" fmla="*/ 132 h 459"/>
                <a:gd name="T54" fmla="*/ 224 w 300"/>
                <a:gd name="T55" fmla="*/ 140 h 459"/>
                <a:gd name="T56" fmla="*/ 286 w 300"/>
                <a:gd name="T57" fmla="*/ 140 h 459"/>
                <a:gd name="T58" fmla="*/ 292 w 300"/>
                <a:gd name="T59" fmla="*/ 140 h 459"/>
                <a:gd name="T60" fmla="*/ 300 w 300"/>
                <a:gd name="T61" fmla="*/ 132 h 459"/>
                <a:gd name="T62" fmla="*/ 300 w 300"/>
                <a:gd name="T63" fmla="*/ 108 h 459"/>
                <a:gd name="T64" fmla="*/ 298 w 300"/>
                <a:gd name="T65" fmla="*/ 86 h 459"/>
                <a:gd name="T66" fmla="*/ 290 w 300"/>
                <a:gd name="T67" fmla="*/ 58 h 459"/>
                <a:gd name="T68" fmla="*/ 278 w 300"/>
                <a:gd name="T69" fmla="*/ 40 h 459"/>
                <a:gd name="T70" fmla="*/ 260 w 300"/>
                <a:gd name="T71" fmla="*/ 26 h 459"/>
                <a:gd name="T72" fmla="*/ 238 w 300"/>
                <a:gd name="T73" fmla="*/ 14 h 459"/>
                <a:gd name="T74" fmla="*/ 208 w 300"/>
                <a:gd name="T75" fmla="*/ 6 h 459"/>
                <a:gd name="T76" fmla="*/ 172 w 300"/>
                <a:gd name="T77" fmla="*/ 0 h 459"/>
                <a:gd name="T78" fmla="*/ 150 w 300"/>
                <a:gd name="T79" fmla="*/ 0 h 459"/>
                <a:gd name="T80" fmla="*/ 110 w 300"/>
                <a:gd name="T81" fmla="*/ 2 h 459"/>
                <a:gd name="T82" fmla="*/ 76 w 300"/>
                <a:gd name="T83" fmla="*/ 8 h 459"/>
                <a:gd name="T84" fmla="*/ 50 w 300"/>
                <a:gd name="T85" fmla="*/ 20 h 459"/>
                <a:gd name="T86" fmla="*/ 30 w 300"/>
                <a:gd name="T87" fmla="*/ 32 h 459"/>
                <a:gd name="T88" fmla="*/ 16 w 300"/>
                <a:gd name="T89" fmla="*/ 48 h 459"/>
                <a:gd name="T90" fmla="*/ 8 w 300"/>
                <a:gd name="T91" fmla="*/ 68 h 459"/>
                <a:gd name="T92" fmla="*/ 0 w 300"/>
                <a:gd name="T93" fmla="*/ 108 h 459"/>
                <a:gd name="T94" fmla="*/ 0 w 300"/>
                <a:gd name="T95" fmla="*/ 350 h 459"/>
                <a:gd name="T96" fmla="*/ 8 w 300"/>
                <a:gd name="T97" fmla="*/ 391 h 459"/>
                <a:gd name="T98" fmla="*/ 16 w 300"/>
                <a:gd name="T99" fmla="*/ 409 h 459"/>
                <a:gd name="T100" fmla="*/ 30 w 300"/>
                <a:gd name="T101" fmla="*/ 425 h 459"/>
                <a:gd name="T102" fmla="*/ 50 w 300"/>
                <a:gd name="T103" fmla="*/ 439 h 459"/>
                <a:gd name="T104" fmla="*/ 76 w 300"/>
                <a:gd name="T105" fmla="*/ 449 h 459"/>
                <a:gd name="T106" fmla="*/ 110 w 300"/>
                <a:gd name="T107" fmla="*/ 457 h 459"/>
                <a:gd name="T108" fmla="*/ 150 w 300"/>
                <a:gd name="T109" fmla="*/ 459 h 459"/>
                <a:gd name="T110" fmla="*/ 172 w 300"/>
                <a:gd name="T111" fmla="*/ 457 h 459"/>
                <a:gd name="T112" fmla="*/ 208 w 300"/>
                <a:gd name="T113" fmla="*/ 453 h 459"/>
                <a:gd name="T114" fmla="*/ 238 w 300"/>
                <a:gd name="T115" fmla="*/ 445 h 459"/>
                <a:gd name="T116" fmla="*/ 260 w 300"/>
                <a:gd name="T117" fmla="*/ 433 h 459"/>
                <a:gd name="T118" fmla="*/ 278 w 300"/>
                <a:gd name="T119" fmla="*/ 417 h 459"/>
                <a:gd name="T120" fmla="*/ 290 w 300"/>
                <a:gd name="T121" fmla="*/ 401 h 459"/>
                <a:gd name="T122" fmla="*/ 298 w 300"/>
                <a:gd name="T123" fmla="*/ 370 h 459"/>
                <a:gd name="T124" fmla="*/ 300 w 300"/>
                <a:gd name="T125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00" h="459">
                  <a:moveTo>
                    <a:pt x="300" y="350"/>
                  </a:moveTo>
                  <a:lnTo>
                    <a:pt x="300" y="324"/>
                  </a:lnTo>
                  <a:lnTo>
                    <a:pt x="300" y="324"/>
                  </a:lnTo>
                  <a:lnTo>
                    <a:pt x="300" y="316"/>
                  </a:lnTo>
                  <a:lnTo>
                    <a:pt x="298" y="310"/>
                  </a:lnTo>
                  <a:lnTo>
                    <a:pt x="292" y="308"/>
                  </a:lnTo>
                  <a:lnTo>
                    <a:pt x="286" y="306"/>
                  </a:lnTo>
                  <a:lnTo>
                    <a:pt x="230" y="306"/>
                  </a:lnTo>
                  <a:lnTo>
                    <a:pt x="230" y="306"/>
                  </a:lnTo>
                  <a:lnTo>
                    <a:pt x="224" y="308"/>
                  </a:lnTo>
                  <a:lnTo>
                    <a:pt x="218" y="310"/>
                  </a:lnTo>
                  <a:lnTo>
                    <a:pt x="216" y="316"/>
                  </a:lnTo>
                  <a:lnTo>
                    <a:pt x="214" y="324"/>
                  </a:lnTo>
                  <a:lnTo>
                    <a:pt x="214" y="334"/>
                  </a:lnTo>
                  <a:lnTo>
                    <a:pt x="214" y="334"/>
                  </a:lnTo>
                  <a:lnTo>
                    <a:pt x="214" y="346"/>
                  </a:lnTo>
                  <a:lnTo>
                    <a:pt x="210" y="356"/>
                  </a:lnTo>
                  <a:lnTo>
                    <a:pt x="206" y="364"/>
                  </a:lnTo>
                  <a:lnTo>
                    <a:pt x="200" y="372"/>
                  </a:lnTo>
                  <a:lnTo>
                    <a:pt x="190" y="376"/>
                  </a:lnTo>
                  <a:lnTo>
                    <a:pt x="180" y="380"/>
                  </a:lnTo>
                  <a:lnTo>
                    <a:pt x="168" y="385"/>
                  </a:lnTo>
                  <a:lnTo>
                    <a:pt x="152" y="385"/>
                  </a:lnTo>
                  <a:lnTo>
                    <a:pt x="152" y="385"/>
                  </a:lnTo>
                  <a:lnTo>
                    <a:pt x="136" y="385"/>
                  </a:lnTo>
                  <a:lnTo>
                    <a:pt x="124" y="380"/>
                  </a:lnTo>
                  <a:lnTo>
                    <a:pt x="112" y="376"/>
                  </a:lnTo>
                  <a:lnTo>
                    <a:pt x="104" y="372"/>
                  </a:lnTo>
                  <a:lnTo>
                    <a:pt x="98" y="364"/>
                  </a:lnTo>
                  <a:lnTo>
                    <a:pt x="94" y="356"/>
                  </a:lnTo>
                  <a:lnTo>
                    <a:pt x="90" y="346"/>
                  </a:lnTo>
                  <a:lnTo>
                    <a:pt x="90" y="334"/>
                  </a:lnTo>
                  <a:lnTo>
                    <a:pt x="90" y="122"/>
                  </a:lnTo>
                  <a:lnTo>
                    <a:pt x="90" y="122"/>
                  </a:lnTo>
                  <a:lnTo>
                    <a:pt x="90" y="112"/>
                  </a:lnTo>
                  <a:lnTo>
                    <a:pt x="94" y="102"/>
                  </a:lnTo>
                  <a:lnTo>
                    <a:pt x="98" y="92"/>
                  </a:lnTo>
                  <a:lnTo>
                    <a:pt x="104" y="86"/>
                  </a:lnTo>
                  <a:lnTo>
                    <a:pt x="112" y="80"/>
                  </a:lnTo>
                  <a:lnTo>
                    <a:pt x="124" y="76"/>
                  </a:lnTo>
                  <a:lnTo>
                    <a:pt x="136" y="74"/>
                  </a:lnTo>
                  <a:lnTo>
                    <a:pt x="152" y="74"/>
                  </a:lnTo>
                  <a:lnTo>
                    <a:pt x="152" y="74"/>
                  </a:lnTo>
                  <a:lnTo>
                    <a:pt x="168" y="74"/>
                  </a:lnTo>
                  <a:lnTo>
                    <a:pt x="180" y="76"/>
                  </a:lnTo>
                  <a:lnTo>
                    <a:pt x="190" y="80"/>
                  </a:lnTo>
                  <a:lnTo>
                    <a:pt x="200" y="86"/>
                  </a:lnTo>
                  <a:lnTo>
                    <a:pt x="206" y="92"/>
                  </a:lnTo>
                  <a:lnTo>
                    <a:pt x="210" y="102"/>
                  </a:lnTo>
                  <a:lnTo>
                    <a:pt x="214" y="112"/>
                  </a:lnTo>
                  <a:lnTo>
                    <a:pt x="214" y="122"/>
                  </a:lnTo>
                  <a:lnTo>
                    <a:pt x="214" y="124"/>
                  </a:lnTo>
                  <a:lnTo>
                    <a:pt x="214" y="124"/>
                  </a:lnTo>
                  <a:lnTo>
                    <a:pt x="216" y="132"/>
                  </a:lnTo>
                  <a:lnTo>
                    <a:pt x="218" y="136"/>
                  </a:lnTo>
                  <a:lnTo>
                    <a:pt x="224" y="140"/>
                  </a:lnTo>
                  <a:lnTo>
                    <a:pt x="230" y="140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292" y="140"/>
                  </a:lnTo>
                  <a:lnTo>
                    <a:pt x="298" y="136"/>
                  </a:lnTo>
                  <a:lnTo>
                    <a:pt x="300" y="132"/>
                  </a:lnTo>
                  <a:lnTo>
                    <a:pt x="300" y="124"/>
                  </a:lnTo>
                  <a:lnTo>
                    <a:pt x="300" y="108"/>
                  </a:lnTo>
                  <a:lnTo>
                    <a:pt x="300" y="108"/>
                  </a:lnTo>
                  <a:lnTo>
                    <a:pt x="298" y="86"/>
                  </a:lnTo>
                  <a:lnTo>
                    <a:pt x="294" y="68"/>
                  </a:lnTo>
                  <a:lnTo>
                    <a:pt x="290" y="58"/>
                  </a:lnTo>
                  <a:lnTo>
                    <a:pt x="284" y="48"/>
                  </a:lnTo>
                  <a:lnTo>
                    <a:pt x="278" y="40"/>
                  </a:lnTo>
                  <a:lnTo>
                    <a:pt x="270" y="32"/>
                  </a:lnTo>
                  <a:lnTo>
                    <a:pt x="260" y="26"/>
                  </a:lnTo>
                  <a:lnTo>
                    <a:pt x="250" y="20"/>
                  </a:lnTo>
                  <a:lnTo>
                    <a:pt x="238" y="14"/>
                  </a:lnTo>
                  <a:lnTo>
                    <a:pt x="224" y="8"/>
                  </a:lnTo>
                  <a:lnTo>
                    <a:pt x="208" y="6"/>
                  </a:lnTo>
                  <a:lnTo>
                    <a:pt x="192" y="2"/>
                  </a:lnTo>
                  <a:lnTo>
                    <a:pt x="172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30" y="0"/>
                  </a:lnTo>
                  <a:lnTo>
                    <a:pt x="110" y="2"/>
                  </a:lnTo>
                  <a:lnTo>
                    <a:pt x="92" y="6"/>
                  </a:lnTo>
                  <a:lnTo>
                    <a:pt x="76" y="8"/>
                  </a:lnTo>
                  <a:lnTo>
                    <a:pt x="62" y="14"/>
                  </a:lnTo>
                  <a:lnTo>
                    <a:pt x="50" y="20"/>
                  </a:lnTo>
                  <a:lnTo>
                    <a:pt x="40" y="26"/>
                  </a:lnTo>
                  <a:lnTo>
                    <a:pt x="30" y="32"/>
                  </a:lnTo>
                  <a:lnTo>
                    <a:pt x="22" y="40"/>
                  </a:lnTo>
                  <a:lnTo>
                    <a:pt x="16" y="48"/>
                  </a:lnTo>
                  <a:lnTo>
                    <a:pt x="12" y="58"/>
                  </a:lnTo>
                  <a:lnTo>
                    <a:pt x="8" y="68"/>
                  </a:lnTo>
                  <a:lnTo>
                    <a:pt x="2" y="86"/>
                  </a:lnTo>
                  <a:lnTo>
                    <a:pt x="0" y="108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6" y="409"/>
                  </a:lnTo>
                  <a:lnTo>
                    <a:pt x="22" y="417"/>
                  </a:lnTo>
                  <a:lnTo>
                    <a:pt x="30" y="425"/>
                  </a:lnTo>
                  <a:lnTo>
                    <a:pt x="40" y="433"/>
                  </a:lnTo>
                  <a:lnTo>
                    <a:pt x="50" y="439"/>
                  </a:lnTo>
                  <a:lnTo>
                    <a:pt x="62" y="445"/>
                  </a:lnTo>
                  <a:lnTo>
                    <a:pt x="76" y="449"/>
                  </a:lnTo>
                  <a:lnTo>
                    <a:pt x="92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lnTo>
                    <a:pt x="172" y="457"/>
                  </a:lnTo>
                  <a:lnTo>
                    <a:pt x="192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0" y="433"/>
                  </a:lnTo>
                  <a:lnTo>
                    <a:pt x="270" y="425"/>
                  </a:lnTo>
                  <a:lnTo>
                    <a:pt x="278" y="417"/>
                  </a:lnTo>
                  <a:lnTo>
                    <a:pt x="284" y="409"/>
                  </a:lnTo>
                  <a:lnTo>
                    <a:pt x="290" y="401"/>
                  </a:lnTo>
                  <a:lnTo>
                    <a:pt x="294" y="391"/>
                  </a:lnTo>
                  <a:lnTo>
                    <a:pt x="298" y="370"/>
                  </a:lnTo>
                  <a:lnTo>
                    <a:pt x="300" y="350"/>
                  </a:lnTo>
                  <a:lnTo>
                    <a:pt x="300" y="3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4" name="Freeform 35"/>
            <p:cNvSpPr>
              <a:spLocks noEditPoints="1"/>
            </p:cNvSpPr>
            <p:nvPr/>
          </p:nvSpPr>
          <p:spPr bwMode="auto">
            <a:xfrm>
              <a:off x="748" y="2987"/>
              <a:ext cx="348" cy="447"/>
            </a:xfrm>
            <a:custGeom>
              <a:avLst/>
              <a:gdLst>
                <a:gd name="T0" fmla="*/ 256 w 348"/>
                <a:gd name="T1" fmla="*/ 431 h 447"/>
                <a:gd name="T2" fmla="*/ 256 w 348"/>
                <a:gd name="T3" fmla="*/ 431 h 447"/>
                <a:gd name="T4" fmla="*/ 260 w 348"/>
                <a:gd name="T5" fmla="*/ 437 h 447"/>
                <a:gd name="T6" fmla="*/ 264 w 348"/>
                <a:gd name="T7" fmla="*/ 443 h 447"/>
                <a:gd name="T8" fmla="*/ 268 w 348"/>
                <a:gd name="T9" fmla="*/ 447 h 447"/>
                <a:gd name="T10" fmla="*/ 276 w 348"/>
                <a:gd name="T11" fmla="*/ 447 h 447"/>
                <a:gd name="T12" fmla="*/ 336 w 348"/>
                <a:gd name="T13" fmla="*/ 447 h 447"/>
                <a:gd name="T14" fmla="*/ 336 w 348"/>
                <a:gd name="T15" fmla="*/ 447 h 447"/>
                <a:gd name="T16" fmla="*/ 342 w 348"/>
                <a:gd name="T17" fmla="*/ 447 h 447"/>
                <a:gd name="T18" fmla="*/ 346 w 348"/>
                <a:gd name="T19" fmla="*/ 443 h 447"/>
                <a:gd name="T20" fmla="*/ 348 w 348"/>
                <a:gd name="T21" fmla="*/ 437 h 447"/>
                <a:gd name="T22" fmla="*/ 348 w 348"/>
                <a:gd name="T23" fmla="*/ 431 h 447"/>
                <a:gd name="T24" fmla="*/ 224 w 348"/>
                <a:gd name="T25" fmla="*/ 16 h 447"/>
                <a:gd name="T26" fmla="*/ 224 w 348"/>
                <a:gd name="T27" fmla="*/ 16 h 447"/>
                <a:gd name="T28" fmla="*/ 222 w 348"/>
                <a:gd name="T29" fmla="*/ 8 h 447"/>
                <a:gd name="T30" fmla="*/ 218 w 348"/>
                <a:gd name="T31" fmla="*/ 4 h 447"/>
                <a:gd name="T32" fmla="*/ 212 w 348"/>
                <a:gd name="T33" fmla="*/ 0 h 447"/>
                <a:gd name="T34" fmla="*/ 204 w 348"/>
                <a:gd name="T35" fmla="*/ 0 h 447"/>
                <a:gd name="T36" fmla="*/ 146 w 348"/>
                <a:gd name="T37" fmla="*/ 0 h 447"/>
                <a:gd name="T38" fmla="*/ 146 w 348"/>
                <a:gd name="T39" fmla="*/ 0 h 447"/>
                <a:gd name="T40" fmla="*/ 138 w 348"/>
                <a:gd name="T41" fmla="*/ 0 h 447"/>
                <a:gd name="T42" fmla="*/ 132 w 348"/>
                <a:gd name="T43" fmla="*/ 4 h 447"/>
                <a:gd name="T44" fmla="*/ 128 w 348"/>
                <a:gd name="T45" fmla="*/ 8 h 447"/>
                <a:gd name="T46" fmla="*/ 126 w 348"/>
                <a:gd name="T47" fmla="*/ 16 h 447"/>
                <a:gd name="T48" fmla="*/ 2 w 348"/>
                <a:gd name="T49" fmla="*/ 431 h 447"/>
                <a:gd name="T50" fmla="*/ 2 w 348"/>
                <a:gd name="T51" fmla="*/ 431 h 447"/>
                <a:gd name="T52" fmla="*/ 0 w 348"/>
                <a:gd name="T53" fmla="*/ 437 h 447"/>
                <a:gd name="T54" fmla="*/ 2 w 348"/>
                <a:gd name="T55" fmla="*/ 443 h 447"/>
                <a:gd name="T56" fmla="*/ 8 w 348"/>
                <a:gd name="T57" fmla="*/ 447 h 447"/>
                <a:gd name="T58" fmla="*/ 14 w 348"/>
                <a:gd name="T59" fmla="*/ 447 h 447"/>
                <a:gd name="T60" fmla="*/ 68 w 348"/>
                <a:gd name="T61" fmla="*/ 447 h 447"/>
                <a:gd name="T62" fmla="*/ 68 w 348"/>
                <a:gd name="T63" fmla="*/ 447 h 447"/>
                <a:gd name="T64" fmla="*/ 76 w 348"/>
                <a:gd name="T65" fmla="*/ 447 h 447"/>
                <a:gd name="T66" fmla="*/ 82 w 348"/>
                <a:gd name="T67" fmla="*/ 443 h 447"/>
                <a:gd name="T68" fmla="*/ 84 w 348"/>
                <a:gd name="T69" fmla="*/ 437 h 447"/>
                <a:gd name="T70" fmla="*/ 88 w 348"/>
                <a:gd name="T71" fmla="*/ 431 h 447"/>
                <a:gd name="T72" fmla="*/ 110 w 348"/>
                <a:gd name="T73" fmla="*/ 350 h 447"/>
                <a:gd name="T74" fmla="*/ 234 w 348"/>
                <a:gd name="T75" fmla="*/ 350 h 447"/>
                <a:gd name="T76" fmla="*/ 256 w 348"/>
                <a:gd name="T77" fmla="*/ 431 h 447"/>
                <a:gd name="T78" fmla="*/ 130 w 348"/>
                <a:gd name="T79" fmla="*/ 280 h 447"/>
                <a:gd name="T80" fmla="*/ 172 w 348"/>
                <a:gd name="T81" fmla="*/ 92 h 447"/>
                <a:gd name="T82" fmla="*/ 214 w 348"/>
                <a:gd name="T83" fmla="*/ 280 h 447"/>
                <a:gd name="T84" fmla="*/ 130 w 348"/>
                <a:gd name="T85" fmla="*/ 28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48" h="447">
                  <a:moveTo>
                    <a:pt x="256" y="431"/>
                  </a:moveTo>
                  <a:lnTo>
                    <a:pt x="256" y="431"/>
                  </a:lnTo>
                  <a:lnTo>
                    <a:pt x="260" y="437"/>
                  </a:lnTo>
                  <a:lnTo>
                    <a:pt x="264" y="443"/>
                  </a:lnTo>
                  <a:lnTo>
                    <a:pt x="268" y="447"/>
                  </a:lnTo>
                  <a:lnTo>
                    <a:pt x="276" y="447"/>
                  </a:lnTo>
                  <a:lnTo>
                    <a:pt x="336" y="447"/>
                  </a:lnTo>
                  <a:lnTo>
                    <a:pt x="336" y="447"/>
                  </a:lnTo>
                  <a:lnTo>
                    <a:pt x="342" y="447"/>
                  </a:lnTo>
                  <a:lnTo>
                    <a:pt x="346" y="443"/>
                  </a:lnTo>
                  <a:lnTo>
                    <a:pt x="348" y="437"/>
                  </a:lnTo>
                  <a:lnTo>
                    <a:pt x="348" y="431"/>
                  </a:lnTo>
                  <a:lnTo>
                    <a:pt x="224" y="16"/>
                  </a:lnTo>
                  <a:lnTo>
                    <a:pt x="224" y="16"/>
                  </a:lnTo>
                  <a:lnTo>
                    <a:pt x="222" y="8"/>
                  </a:lnTo>
                  <a:lnTo>
                    <a:pt x="218" y="4"/>
                  </a:lnTo>
                  <a:lnTo>
                    <a:pt x="212" y="0"/>
                  </a:lnTo>
                  <a:lnTo>
                    <a:pt x="204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38" y="0"/>
                  </a:lnTo>
                  <a:lnTo>
                    <a:pt x="132" y="4"/>
                  </a:lnTo>
                  <a:lnTo>
                    <a:pt x="128" y="8"/>
                  </a:lnTo>
                  <a:lnTo>
                    <a:pt x="126" y="16"/>
                  </a:lnTo>
                  <a:lnTo>
                    <a:pt x="2" y="431"/>
                  </a:lnTo>
                  <a:lnTo>
                    <a:pt x="2" y="431"/>
                  </a:lnTo>
                  <a:lnTo>
                    <a:pt x="0" y="437"/>
                  </a:lnTo>
                  <a:lnTo>
                    <a:pt x="2" y="443"/>
                  </a:lnTo>
                  <a:lnTo>
                    <a:pt x="8" y="447"/>
                  </a:lnTo>
                  <a:lnTo>
                    <a:pt x="14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2" y="443"/>
                  </a:lnTo>
                  <a:lnTo>
                    <a:pt x="84" y="437"/>
                  </a:lnTo>
                  <a:lnTo>
                    <a:pt x="88" y="431"/>
                  </a:lnTo>
                  <a:lnTo>
                    <a:pt x="110" y="350"/>
                  </a:lnTo>
                  <a:lnTo>
                    <a:pt x="234" y="350"/>
                  </a:lnTo>
                  <a:lnTo>
                    <a:pt x="256" y="431"/>
                  </a:lnTo>
                  <a:close/>
                  <a:moveTo>
                    <a:pt x="130" y="280"/>
                  </a:moveTo>
                  <a:lnTo>
                    <a:pt x="172" y="92"/>
                  </a:lnTo>
                  <a:lnTo>
                    <a:pt x="214" y="280"/>
                  </a:lnTo>
                  <a:lnTo>
                    <a:pt x="130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5" name="Freeform 36"/>
            <p:cNvSpPr>
              <a:spLocks/>
            </p:cNvSpPr>
            <p:nvPr/>
          </p:nvSpPr>
          <p:spPr bwMode="auto">
            <a:xfrm>
              <a:off x="78" y="2981"/>
              <a:ext cx="302" cy="459"/>
            </a:xfrm>
            <a:custGeom>
              <a:avLst/>
              <a:gdLst>
                <a:gd name="T0" fmla="*/ 172 w 302"/>
                <a:gd name="T1" fmla="*/ 457 h 459"/>
                <a:gd name="T2" fmla="*/ 224 w 302"/>
                <a:gd name="T3" fmla="*/ 449 h 459"/>
                <a:gd name="T4" fmla="*/ 262 w 302"/>
                <a:gd name="T5" fmla="*/ 433 h 459"/>
                <a:gd name="T6" fmla="*/ 286 w 302"/>
                <a:gd name="T7" fmla="*/ 409 h 459"/>
                <a:gd name="T8" fmla="*/ 300 w 302"/>
                <a:gd name="T9" fmla="*/ 370 h 459"/>
                <a:gd name="T10" fmla="*/ 302 w 302"/>
                <a:gd name="T11" fmla="*/ 300 h 459"/>
                <a:gd name="T12" fmla="*/ 290 w 302"/>
                <a:gd name="T13" fmla="*/ 252 h 459"/>
                <a:gd name="T14" fmla="*/ 256 w 302"/>
                <a:gd name="T15" fmla="*/ 220 h 459"/>
                <a:gd name="T16" fmla="*/ 122 w 302"/>
                <a:gd name="T17" fmla="*/ 164 h 459"/>
                <a:gd name="T18" fmla="*/ 104 w 302"/>
                <a:gd name="T19" fmla="*/ 154 h 459"/>
                <a:gd name="T20" fmla="*/ 96 w 302"/>
                <a:gd name="T21" fmla="*/ 136 h 459"/>
                <a:gd name="T22" fmla="*/ 96 w 302"/>
                <a:gd name="T23" fmla="*/ 120 h 459"/>
                <a:gd name="T24" fmla="*/ 102 w 302"/>
                <a:gd name="T25" fmla="*/ 90 h 459"/>
                <a:gd name="T26" fmla="*/ 126 w 302"/>
                <a:gd name="T27" fmla="*/ 74 h 459"/>
                <a:gd name="T28" fmla="*/ 152 w 302"/>
                <a:gd name="T29" fmla="*/ 72 h 459"/>
                <a:gd name="T30" fmla="*/ 190 w 302"/>
                <a:gd name="T31" fmla="*/ 78 h 459"/>
                <a:gd name="T32" fmla="*/ 208 w 302"/>
                <a:gd name="T33" fmla="*/ 98 h 459"/>
                <a:gd name="T34" fmla="*/ 210 w 302"/>
                <a:gd name="T35" fmla="*/ 124 h 459"/>
                <a:gd name="T36" fmla="*/ 214 w 302"/>
                <a:gd name="T37" fmla="*/ 136 h 459"/>
                <a:gd name="T38" fmla="*/ 282 w 302"/>
                <a:gd name="T39" fmla="*/ 140 h 459"/>
                <a:gd name="T40" fmla="*/ 294 w 302"/>
                <a:gd name="T41" fmla="*/ 136 h 459"/>
                <a:gd name="T42" fmla="*/ 298 w 302"/>
                <a:gd name="T43" fmla="*/ 108 h 459"/>
                <a:gd name="T44" fmla="*/ 292 w 302"/>
                <a:gd name="T45" fmla="*/ 68 h 459"/>
                <a:gd name="T46" fmla="*/ 276 w 302"/>
                <a:gd name="T47" fmla="*/ 40 h 459"/>
                <a:gd name="T48" fmla="*/ 248 w 302"/>
                <a:gd name="T49" fmla="*/ 20 h 459"/>
                <a:gd name="T50" fmla="*/ 208 w 302"/>
                <a:gd name="T51" fmla="*/ 6 h 459"/>
                <a:gd name="T52" fmla="*/ 150 w 302"/>
                <a:gd name="T53" fmla="*/ 0 h 459"/>
                <a:gd name="T54" fmla="*/ 112 w 302"/>
                <a:gd name="T55" fmla="*/ 2 h 459"/>
                <a:gd name="T56" fmla="*/ 66 w 302"/>
                <a:gd name="T57" fmla="*/ 14 h 459"/>
                <a:gd name="T58" fmla="*/ 36 w 302"/>
                <a:gd name="T59" fmla="*/ 34 h 459"/>
                <a:gd name="T60" fmla="*/ 14 w 302"/>
                <a:gd name="T61" fmla="*/ 68 h 459"/>
                <a:gd name="T62" fmla="*/ 8 w 302"/>
                <a:gd name="T63" fmla="*/ 146 h 459"/>
                <a:gd name="T64" fmla="*/ 14 w 302"/>
                <a:gd name="T65" fmla="*/ 174 h 459"/>
                <a:gd name="T66" fmla="*/ 36 w 302"/>
                <a:gd name="T67" fmla="*/ 210 h 459"/>
                <a:gd name="T68" fmla="*/ 70 w 302"/>
                <a:gd name="T69" fmla="*/ 230 h 459"/>
                <a:gd name="T70" fmla="*/ 184 w 302"/>
                <a:gd name="T71" fmla="*/ 278 h 459"/>
                <a:gd name="T72" fmla="*/ 210 w 302"/>
                <a:gd name="T73" fmla="*/ 300 h 459"/>
                <a:gd name="T74" fmla="*/ 214 w 302"/>
                <a:gd name="T75" fmla="*/ 338 h 459"/>
                <a:gd name="T76" fmla="*/ 210 w 302"/>
                <a:gd name="T77" fmla="*/ 360 h 459"/>
                <a:gd name="T78" fmla="*/ 190 w 302"/>
                <a:gd name="T79" fmla="*/ 380 h 459"/>
                <a:gd name="T80" fmla="*/ 150 w 302"/>
                <a:gd name="T81" fmla="*/ 387 h 459"/>
                <a:gd name="T82" fmla="*/ 120 w 302"/>
                <a:gd name="T83" fmla="*/ 385 h 459"/>
                <a:gd name="T84" fmla="*/ 96 w 302"/>
                <a:gd name="T85" fmla="*/ 368 h 459"/>
                <a:gd name="T86" fmla="*/ 88 w 302"/>
                <a:gd name="T87" fmla="*/ 338 h 459"/>
                <a:gd name="T88" fmla="*/ 86 w 302"/>
                <a:gd name="T89" fmla="*/ 316 h 459"/>
                <a:gd name="T90" fmla="*/ 72 w 302"/>
                <a:gd name="T91" fmla="*/ 306 h 459"/>
                <a:gd name="T92" fmla="*/ 8 w 302"/>
                <a:gd name="T93" fmla="*/ 308 h 459"/>
                <a:gd name="T94" fmla="*/ 0 w 302"/>
                <a:gd name="T95" fmla="*/ 324 h 459"/>
                <a:gd name="T96" fmla="*/ 2 w 302"/>
                <a:gd name="T97" fmla="*/ 370 h 459"/>
                <a:gd name="T98" fmla="*/ 16 w 302"/>
                <a:gd name="T99" fmla="*/ 409 h 459"/>
                <a:gd name="T100" fmla="*/ 40 w 302"/>
                <a:gd name="T101" fmla="*/ 433 h 459"/>
                <a:gd name="T102" fmla="*/ 78 w 302"/>
                <a:gd name="T103" fmla="*/ 449 h 459"/>
                <a:gd name="T104" fmla="*/ 130 w 302"/>
                <a:gd name="T105" fmla="*/ 457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" h="459">
                  <a:moveTo>
                    <a:pt x="150" y="459"/>
                  </a:moveTo>
                  <a:lnTo>
                    <a:pt x="150" y="459"/>
                  </a:lnTo>
                  <a:lnTo>
                    <a:pt x="172" y="457"/>
                  </a:lnTo>
                  <a:lnTo>
                    <a:pt x="190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2" y="433"/>
                  </a:lnTo>
                  <a:lnTo>
                    <a:pt x="270" y="425"/>
                  </a:lnTo>
                  <a:lnTo>
                    <a:pt x="278" y="417"/>
                  </a:lnTo>
                  <a:lnTo>
                    <a:pt x="286" y="409"/>
                  </a:lnTo>
                  <a:lnTo>
                    <a:pt x="290" y="401"/>
                  </a:lnTo>
                  <a:lnTo>
                    <a:pt x="294" y="391"/>
                  </a:lnTo>
                  <a:lnTo>
                    <a:pt x="300" y="370"/>
                  </a:lnTo>
                  <a:lnTo>
                    <a:pt x="302" y="350"/>
                  </a:lnTo>
                  <a:lnTo>
                    <a:pt x="302" y="300"/>
                  </a:lnTo>
                  <a:lnTo>
                    <a:pt x="302" y="300"/>
                  </a:lnTo>
                  <a:lnTo>
                    <a:pt x="300" y="282"/>
                  </a:lnTo>
                  <a:lnTo>
                    <a:pt x="296" y="266"/>
                  </a:lnTo>
                  <a:lnTo>
                    <a:pt x="290" y="252"/>
                  </a:lnTo>
                  <a:lnTo>
                    <a:pt x="280" y="240"/>
                  </a:lnTo>
                  <a:lnTo>
                    <a:pt x="268" y="230"/>
                  </a:lnTo>
                  <a:lnTo>
                    <a:pt x="256" y="220"/>
                  </a:lnTo>
                  <a:lnTo>
                    <a:pt x="240" y="212"/>
                  </a:lnTo>
                  <a:lnTo>
                    <a:pt x="224" y="206"/>
                  </a:lnTo>
                  <a:lnTo>
                    <a:pt x="122" y="164"/>
                  </a:lnTo>
                  <a:lnTo>
                    <a:pt x="122" y="164"/>
                  </a:lnTo>
                  <a:lnTo>
                    <a:pt x="114" y="160"/>
                  </a:lnTo>
                  <a:lnTo>
                    <a:pt x="104" y="154"/>
                  </a:lnTo>
                  <a:lnTo>
                    <a:pt x="102" y="150"/>
                  </a:lnTo>
                  <a:lnTo>
                    <a:pt x="98" y="144"/>
                  </a:lnTo>
                  <a:lnTo>
                    <a:pt x="96" y="136"/>
                  </a:lnTo>
                  <a:lnTo>
                    <a:pt x="96" y="128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08"/>
                  </a:lnTo>
                  <a:lnTo>
                    <a:pt x="98" y="98"/>
                  </a:lnTo>
                  <a:lnTo>
                    <a:pt x="102" y="90"/>
                  </a:lnTo>
                  <a:lnTo>
                    <a:pt x="108" y="84"/>
                  </a:lnTo>
                  <a:lnTo>
                    <a:pt x="116" y="78"/>
                  </a:lnTo>
                  <a:lnTo>
                    <a:pt x="126" y="74"/>
                  </a:lnTo>
                  <a:lnTo>
                    <a:pt x="138" y="72"/>
                  </a:lnTo>
                  <a:lnTo>
                    <a:pt x="152" y="72"/>
                  </a:lnTo>
                  <a:lnTo>
                    <a:pt x="152" y="72"/>
                  </a:lnTo>
                  <a:lnTo>
                    <a:pt x="166" y="72"/>
                  </a:lnTo>
                  <a:lnTo>
                    <a:pt x="180" y="74"/>
                  </a:lnTo>
                  <a:lnTo>
                    <a:pt x="190" y="78"/>
                  </a:lnTo>
                  <a:lnTo>
                    <a:pt x="198" y="84"/>
                  </a:lnTo>
                  <a:lnTo>
                    <a:pt x="204" y="90"/>
                  </a:lnTo>
                  <a:lnTo>
                    <a:pt x="208" y="98"/>
                  </a:lnTo>
                  <a:lnTo>
                    <a:pt x="210" y="108"/>
                  </a:lnTo>
                  <a:lnTo>
                    <a:pt x="210" y="120"/>
                  </a:lnTo>
                  <a:lnTo>
                    <a:pt x="210" y="124"/>
                  </a:lnTo>
                  <a:lnTo>
                    <a:pt x="210" y="124"/>
                  </a:lnTo>
                  <a:lnTo>
                    <a:pt x="212" y="132"/>
                  </a:lnTo>
                  <a:lnTo>
                    <a:pt x="214" y="136"/>
                  </a:lnTo>
                  <a:lnTo>
                    <a:pt x="218" y="140"/>
                  </a:lnTo>
                  <a:lnTo>
                    <a:pt x="226" y="140"/>
                  </a:lnTo>
                  <a:lnTo>
                    <a:pt x="282" y="140"/>
                  </a:lnTo>
                  <a:lnTo>
                    <a:pt x="282" y="140"/>
                  </a:lnTo>
                  <a:lnTo>
                    <a:pt x="290" y="140"/>
                  </a:lnTo>
                  <a:lnTo>
                    <a:pt x="294" y="136"/>
                  </a:lnTo>
                  <a:lnTo>
                    <a:pt x="298" y="132"/>
                  </a:lnTo>
                  <a:lnTo>
                    <a:pt x="298" y="124"/>
                  </a:lnTo>
                  <a:lnTo>
                    <a:pt x="298" y="108"/>
                  </a:lnTo>
                  <a:lnTo>
                    <a:pt x="298" y="108"/>
                  </a:lnTo>
                  <a:lnTo>
                    <a:pt x="296" y="86"/>
                  </a:lnTo>
                  <a:lnTo>
                    <a:pt x="292" y="68"/>
                  </a:lnTo>
                  <a:lnTo>
                    <a:pt x="288" y="58"/>
                  </a:lnTo>
                  <a:lnTo>
                    <a:pt x="282" y="50"/>
                  </a:lnTo>
                  <a:lnTo>
                    <a:pt x="276" y="40"/>
                  </a:lnTo>
                  <a:lnTo>
                    <a:pt x="268" y="34"/>
                  </a:lnTo>
                  <a:lnTo>
                    <a:pt x="258" y="26"/>
                  </a:lnTo>
                  <a:lnTo>
                    <a:pt x="248" y="20"/>
                  </a:lnTo>
                  <a:lnTo>
                    <a:pt x="236" y="14"/>
                  </a:lnTo>
                  <a:lnTo>
                    <a:pt x="222" y="10"/>
                  </a:lnTo>
                  <a:lnTo>
                    <a:pt x="208" y="6"/>
                  </a:lnTo>
                  <a:lnTo>
                    <a:pt x="190" y="2"/>
                  </a:lnTo>
                  <a:lnTo>
                    <a:pt x="172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30" y="0"/>
                  </a:lnTo>
                  <a:lnTo>
                    <a:pt x="112" y="2"/>
                  </a:lnTo>
                  <a:lnTo>
                    <a:pt x="94" y="6"/>
                  </a:lnTo>
                  <a:lnTo>
                    <a:pt x="80" y="10"/>
                  </a:lnTo>
                  <a:lnTo>
                    <a:pt x="66" y="14"/>
                  </a:lnTo>
                  <a:lnTo>
                    <a:pt x="56" y="20"/>
                  </a:lnTo>
                  <a:lnTo>
                    <a:pt x="46" y="26"/>
                  </a:lnTo>
                  <a:lnTo>
                    <a:pt x="36" y="34"/>
                  </a:lnTo>
                  <a:lnTo>
                    <a:pt x="30" y="40"/>
                  </a:lnTo>
                  <a:lnTo>
                    <a:pt x="24" y="50"/>
                  </a:lnTo>
                  <a:lnTo>
                    <a:pt x="14" y="68"/>
                  </a:lnTo>
                  <a:lnTo>
                    <a:pt x="10" y="86"/>
                  </a:lnTo>
                  <a:lnTo>
                    <a:pt x="8" y="108"/>
                  </a:lnTo>
                  <a:lnTo>
                    <a:pt x="8" y="146"/>
                  </a:lnTo>
                  <a:lnTo>
                    <a:pt x="8" y="146"/>
                  </a:lnTo>
                  <a:lnTo>
                    <a:pt x="10" y="160"/>
                  </a:lnTo>
                  <a:lnTo>
                    <a:pt x="14" y="174"/>
                  </a:lnTo>
                  <a:lnTo>
                    <a:pt x="20" y="188"/>
                  </a:lnTo>
                  <a:lnTo>
                    <a:pt x="28" y="198"/>
                  </a:lnTo>
                  <a:lnTo>
                    <a:pt x="36" y="210"/>
                  </a:lnTo>
                  <a:lnTo>
                    <a:pt x="46" y="218"/>
                  </a:lnTo>
                  <a:lnTo>
                    <a:pt x="58" y="226"/>
                  </a:lnTo>
                  <a:lnTo>
                    <a:pt x="70" y="230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84" y="278"/>
                  </a:lnTo>
                  <a:lnTo>
                    <a:pt x="200" y="288"/>
                  </a:lnTo>
                  <a:lnTo>
                    <a:pt x="206" y="294"/>
                  </a:lnTo>
                  <a:lnTo>
                    <a:pt x="210" y="300"/>
                  </a:lnTo>
                  <a:lnTo>
                    <a:pt x="214" y="308"/>
                  </a:lnTo>
                  <a:lnTo>
                    <a:pt x="214" y="318"/>
                  </a:lnTo>
                  <a:lnTo>
                    <a:pt x="214" y="338"/>
                  </a:lnTo>
                  <a:lnTo>
                    <a:pt x="214" y="338"/>
                  </a:lnTo>
                  <a:lnTo>
                    <a:pt x="214" y="350"/>
                  </a:lnTo>
                  <a:lnTo>
                    <a:pt x="210" y="360"/>
                  </a:lnTo>
                  <a:lnTo>
                    <a:pt x="206" y="368"/>
                  </a:lnTo>
                  <a:lnTo>
                    <a:pt x="198" y="374"/>
                  </a:lnTo>
                  <a:lnTo>
                    <a:pt x="190" y="380"/>
                  </a:lnTo>
                  <a:lnTo>
                    <a:pt x="178" y="385"/>
                  </a:lnTo>
                  <a:lnTo>
                    <a:pt x="166" y="387"/>
                  </a:lnTo>
                  <a:lnTo>
                    <a:pt x="150" y="387"/>
                  </a:lnTo>
                  <a:lnTo>
                    <a:pt x="150" y="387"/>
                  </a:lnTo>
                  <a:lnTo>
                    <a:pt x="134" y="387"/>
                  </a:lnTo>
                  <a:lnTo>
                    <a:pt x="120" y="385"/>
                  </a:lnTo>
                  <a:lnTo>
                    <a:pt x="110" y="380"/>
                  </a:lnTo>
                  <a:lnTo>
                    <a:pt x="102" y="374"/>
                  </a:lnTo>
                  <a:lnTo>
                    <a:pt x="96" y="368"/>
                  </a:lnTo>
                  <a:lnTo>
                    <a:pt x="90" y="360"/>
                  </a:lnTo>
                  <a:lnTo>
                    <a:pt x="88" y="350"/>
                  </a:lnTo>
                  <a:lnTo>
                    <a:pt x="88" y="338"/>
                  </a:lnTo>
                  <a:lnTo>
                    <a:pt x="88" y="324"/>
                  </a:lnTo>
                  <a:lnTo>
                    <a:pt x="88" y="324"/>
                  </a:lnTo>
                  <a:lnTo>
                    <a:pt x="86" y="316"/>
                  </a:lnTo>
                  <a:lnTo>
                    <a:pt x="84" y="310"/>
                  </a:lnTo>
                  <a:lnTo>
                    <a:pt x="80" y="308"/>
                  </a:lnTo>
                  <a:lnTo>
                    <a:pt x="72" y="306"/>
                  </a:lnTo>
                  <a:lnTo>
                    <a:pt x="16" y="306"/>
                  </a:lnTo>
                  <a:lnTo>
                    <a:pt x="16" y="306"/>
                  </a:lnTo>
                  <a:lnTo>
                    <a:pt x="8" y="308"/>
                  </a:lnTo>
                  <a:lnTo>
                    <a:pt x="4" y="310"/>
                  </a:lnTo>
                  <a:lnTo>
                    <a:pt x="2" y="316"/>
                  </a:lnTo>
                  <a:lnTo>
                    <a:pt x="0" y="324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6" y="409"/>
                  </a:lnTo>
                  <a:lnTo>
                    <a:pt x="24" y="417"/>
                  </a:lnTo>
                  <a:lnTo>
                    <a:pt x="32" y="425"/>
                  </a:lnTo>
                  <a:lnTo>
                    <a:pt x="40" y="433"/>
                  </a:lnTo>
                  <a:lnTo>
                    <a:pt x="52" y="439"/>
                  </a:lnTo>
                  <a:lnTo>
                    <a:pt x="64" y="445"/>
                  </a:lnTo>
                  <a:lnTo>
                    <a:pt x="78" y="449"/>
                  </a:lnTo>
                  <a:lnTo>
                    <a:pt x="92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6" name="Freeform 37"/>
            <p:cNvSpPr>
              <a:spLocks/>
            </p:cNvSpPr>
            <p:nvPr/>
          </p:nvSpPr>
          <p:spPr bwMode="auto">
            <a:xfrm>
              <a:off x="1696" y="2981"/>
              <a:ext cx="302" cy="459"/>
            </a:xfrm>
            <a:custGeom>
              <a:avLst/>
              <a:gdLst>
                <a:gd name="T0" fmla="*/ 302 w 302"/>
                <a:gd name="T1" fmla="*/ 300 h 459"/>
                <a:gd name="T2" fmla="*/ 290 w 302"/>
                <a:gd name="T3" fmla="*/ 252 h 459"/>
                <a:gd name="T4" fmla="*/ 256 w 302"/>
                <a:gd name="T5" fmla="*/ 220 h 459"/>
                <a:gd name="T6" fmla="*/ 122 w 302"/>
                <a:gd name="T7" fmla="*/ 164 h 459"/>
                <a:gd name="T8" fmla="*/ 106 w 302"/>
                <a:gd name="T9" fmla="*/ 154 h 459"/>
                <a:gd name="T10" fmla="*/ 96 w 302"/>
                <a:gd name="T11" fmla="*/ 136 h 459"/>
                <a:gd name="T12" fmla="*/ 96 w 302"/>
                <a:gd name="T13" fmla="*/ 120 h 459"/>
                <a:gd name="T14" fmla="*/ 102 w 302"/>
                <a:gd name="T15" fmla="*/ 90 h 459"/>
                <a:gd name="T16" fmla="*/ 126 w 302"/>
                <a:gd name="T17" fmla="*/ 74 h 459"/>
                <a:gd name="T18" fmla="*/ 152 w 302"/>
                <a:gd name="T19" fmla="*/ 72 h 459"/>
                <a:gd name="T20" fmla="*/ 190 w 302"/>
                <a:gd name="T21" fmla="*/ 78 h 459"/>
                <a:gd name="T22" fmla="*/ 208 w 302"/>
                <a:gd name="T23" fmla="*/ 98 h 459"/>
                <a:gd name="T24" fmla="*/ 212 w 302"/>
                <a:gd name="T25" fmla="*/ 124 h 459"/>
                <a:gd name="T26" fmla="*/ 214 w 302"/>
                <a:gd name="T27" fmla="*/ 136 h 459"/>
                <a:gd name="T28" fmla="*/ 282 w 302"/>
                <a:gd name="T29" fmla="*/ 140 h 459"/>
                <a:gd name="T30" fmla="*/ 294 w 302"/>
                <a:gd name="T31" fmla="*/ 136 h 459"/>
                <a:gd name="T32" fmla="*/ 298 w 302"/>
                <a:gd name="T33" fmla="*/ 108 h 459"/>
                <a:gd name="T34" fmla="*/ 292 w 302"/>
                <a:gd name="T35" fmla="*/ 68 h 459"/>
                <a:gd name="T36" fmla="*/ 276 w 302"/>
                <a:gd name="T37" fmla="*/ 40 h 459"/>
                <a:gd name="T38" fmla="*/ 248 w 302"/>
                <a:gd name="T39" fmla="*/ 20 h 459"/>
                <a:gd name="T40" fmla="*/ 208 w 302"/>
                <a:gd name="T41" fmla="*/ 6 h 459"/>
                <a:gd name="T42" fmla="*/ 152 w 302"/>
                <a:gd name="T43" fmla="*/ 0 h 459"/>
                <a:gd name="T44" fmla="*/ 112 w 302"/>
                <a:gd name="T45" fmla="*/ 2 h 459"/>
                <a:gd name="T46" fmla="*/ 68 w 302"/>
                <a:gd name="T47" fmla="*/ 14 h 459"/>
                <a:gd name="T48" fmla="*/ 38 w 302"/>
                <a:gd name="T49" fmla="*/ 34 h 459"/>
                <a:gd name="T50" fmla="*/ 16 w 302"/>
                <a:gd name="T51" fmla="*/ 68 h 459"/>
                <a:gd name="T52" fmla="*/ 10 w 302"/>
                <a:gd name="T53" fmla="*/ 146 h 459"/>
                <a:gd name="T54" fmla="*/ 14 w 302"/>
                <a:gd name="T55" fmla="*/ 174 h 459"/>
                <a:gd name="T56" fmla="*/ 36 w 302"/>
                <a:gd name="T57" fmla="*/ 210 h 459"/>
                <a:gd name="T58" fmla="*/ 70 w 302"/>
                <a:gd name="T59" fmla="*/ 230 h 459"/>
                <a:gd name="T60" fmla="*/ 184 w 302"/>
                <a:gd name="T61" fmla="*/ 278 h 459"/>
                <a:gd name="T62" fmla="*/ 210 w 302"/>
                <a:gd name="T63" fmla="*/ 300 h 459"/>
                <a:gd name="T64" fmla="*/ 214 w 302"/>
                <a:gd name="T65" fmla="*/ 338 h 459"/>
                <a:gd name="T66" fmla="*/ 210 w 302"/>
                <a:gd name="T67" fmla="*/ 360 h 459"/>
                <a:gd name="T68" fmla="*/ 190 w 302"/>
                <a:gd name="T69" fmla="*/ 380 h 459"/>
                <a:gd name="T70" fmla="*/ 150 w 302"/>
                <a:gd name="T71" fmla="*/ 387 h 459"/>
                <a:gd name="T72" fmla="*/ 122 w 302"/>
                <a:gd name="T73" fmla="*/ 385 h 459"/>
                <a:gd name="T74" fmla="*/ 96 w 302"/>
                <a:gd name="T75" fmla="*/ 368 h 459"/>
                <a:gd name="T76" fmla="*/ 88 w 302"/>
                <a:gd name="T77" fmla="*/ 338 h 459"/>
                <a:gd name="T78" fmla="*/ 88 w 302"/>
                <a:gd name="T79" fmla="*/ 316 h 459"/>
                <a:gd name="T80" fmla="*/ 72 w 302"/>
                <a:gd name="T81" fmla="*/ 306 h 459"/>
                <a:gd name="T82" fmla="*/ 10 w 302"/>
                <a:gd name="T83" fmla="*/ 308 h 459"/>
                <a:gd name="T84" fmla="*/ 0 w 302"/>
                <a:gd name="T85" fmla="*/ 324 h 459"/>
                <a:gd name="T86" fmla="*/ 2 w 302"/>
                <a:gd name="T87" fmla="*/ 370 h 459"/>
                <a:gd name="T88" fmla="*/ 18 w 302"/>
                <a:gd name="T89" fmla="*/ 409 h 459"/>
                <a:gd name="T90" fmla="*/ 42 w 302"/>
                <a:gd name="T91" fmla="*/ 433 h 459"/>
                <a:gd name="T92" fmla="*/ 78 w 302"/>
                <a:gd name="T93" fmla="*/ 449 h 459"/>
                <a:gd name="T94" fmla="*/ 130 w 302"/>
                <a:gd name="T95" fmla="*/ 457 h 459"/>
                <a:gd name="T96" fmla="*/ 172 w 302"/>
                <a:gd name="T97" fmla="*/ 457 h 459"/>
                <a:gd name="T98" fmla="*/ 224 w 302"/>
                <a:gd name="T99" fmla="*/ 449 h 459"/>
                <a:gd name="T100" fmla="*/ 262 w 302"/>
                <a:gd name="T101" fmla="*/ 433 h 459"/>
                <a:gd name="T102" fmla="*/ 286 w 302"/>
                <a:gd name="T103" fmla="*/ 409 h 459"/>
                <a:gd name="T104" fmla="*/ 300 w 302"/>
                <a:gd name="T105" fmla="*/ 37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" h="459">
                  <a:moveTo>
                    <a:pt x="302" y="350"/>
                  </a:moveTo>
                  <a:lnTo>
                    <a:pt x="302" y="300"/>
                  </a:lnTo>
                  <a:lnTo>
                    <a:pt x="302" y="300"/>
                  </a:lnTo>
                  <a:lnTo>
                    <a:pt x="300" y="282"/>
                  </a:lnTo>
                  <a:lnTo>
                    <a:pt x="296" y="266"/>
                  </a:lnTo>
                  <a:lnTo>
                    <a:pt x="290" y="252"/>
                  </a:lnTo>
                  <a:lnTo>
                    <a:pt x="280" y="240"/>
                  </a:lnTo>
                  <a:lnTo>
                    <a:pt x="268" y="230"/>
                  </a:lnTo>
                  <a:lnTo>
                    <a:pt x="256" y="220"/>
                  </a:lnTo>
                  <a:lnTo>
                    <a:pt x="240" y="212"/>
                  </a:lnTo>
                  <a:lnTo>
                    <a:pt x="224" y="206"/>
                  </a:lnTo>
                  <a:lnTo>
                    <a:pt x="122" y="164"/>
                  </a:lnTo>
                  <a:lnTo>
                    <a:pt x="122" y="164"/>
                  </a:lnTo>
                  <a:lnTo>
                    <a:pt x="114" y="160"/>
                  </a:lnTo>
                  <a:lnTo>
                    <a:pt x="106" y="154"/>
                  </a:lnTo>
                  <a:lnTo>
                    <a:pt x="102" y="150"/>
                  </a:lnTo>
                  <a:lnTo>
                    <a:pt x="98" y="144"/>
                  </a:lnTo>
                  <a:lnTo>
                    <a:pt x="96" y="136"/>
                  </a:lnTo>
                  <a:lnTo>
                    <a:pt x="96" y="128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08"/>
                  </a:lnTo>
                  <a:lnTo>
                    <a:pt x="98" y="98"/>
                  </a:lnTo>
                  <a:lnTo>
                    <a:pt x="102" y="90"/>
                  </a:lnTo>
                  <a:lnTo>
                    <a:pt x="108" y="84"/>
                  </a:lnTo>
                  <a:lnTo>
                    <a:pt x="116" y="78"/>
                  </a:lnTo>
                  <a:lnTo>
                    <a:pt x="126" y="74"/>
                  </a:lnTo>
                  <a:lnTo>
                    <a:pt x="138" y="72"/>
                  </a:lnTo>
                  <a:lnTo>
                    <a:pt x="152" y="72"/>
                  </a:lnTo>
                  <a:lnTo>
                    <a:pt x="152" y="72"/>
                  </a:lnTo>
                  <a:lnTo>
                    <a:pt x="168" y="72"/>
                  </a:lnTo>
                  <a:lnTo>
                    <a:pt x="180" y="74"/>
                  </a:lnTo>
                  <a:lnTo>
                    <a:pt x="190" y="78"/>
                  </a:lnTo>
                  <a:lnTo>
                    <a:pt x="198" y="84"/>
                  </a:lnTo>
                  <a:lnTo>
                    <a:pt x="204" y="90"/>
                  </a:lnTo>
                  <a:lnTo>
                    <a:pt x="208" y="98"/>
                  </a:lnTo>
                  <a:lnTo>
                    <a:pt x="210" y="108"/>
                  </a:lnTo>
                  <a:lnTo>
                    <a:pt x="212" y="120"/>
                  </a:lnTo>
                  <a:lnTo>
                    <a:pt x="212" y="124"/>
                  </a:lnTo>
                  <a:lnTo>
                    <a:pt x="212" y="124"/>
                  </a:lnTo>
                  <a:lnTo>
                    <a:pt x="212" y="132"/>
                  </a:lnTo>
                  <a:lnTo>
                    <a:pt x="214" y="136"/>
                  </a:lnTo>
                  <a:lnTo>
                    <a:pt x="220" y="140"/>
                  </a:lnTo>
                  <a:lnTo>
                    <a:pt x="226" y="140"/>
                  </a:lnTo>
                  <a:lnTo>
                    <a:pt x="282" y="140"/>
                  </a:lnTo>
                  <a:lnTo>
                    <a:pt x="282" y="140"/>
                  </a:lnTo>
                  <a:lnTo>
                    <a:pt x="290" y="140"/>
                  </a:lnTo>
                  <a:lnTo>
                    <a:pt x="294" y="136"/>
                  </a:lnTo>
                  <a:lnTo>
                    <a:pt x="298" y="132"/>
                  </a:lnTo>
                  <a:lnTo>
                    <a:pt x="298" y="124"/>
                  </a:lnTo>
                  <a:lnTo>
                    <a:pt x="298" y="108"/>
                  </a:lnTo>
                  <a:lnTo>
                    <a:pt x="298" y="108"/>
                  </a:lnTo>
                  <a:lnTo>
                    <a:pt x="296" y="86"/>
                  </a:lnTo>
                  <a:lnTo>
                    <a:pt x="292" y="68"/>
                  </a:lnTo>
                  <a:lnTo>
                    <a:pt x="288" y="58"/>
                  </a:lnTo>
                  <a:lnTo>
                    <a:pt x="282" y="50"/>
                  </a:lnTo>
                  <a:lnTo>
                    <a:pt x="276" y="40"/>
                  </a:lnTo>
                  <a:lnTo>
                    <a:pt x="268" y="34"/>
                  </a:lnTo>
                  <a:lnTo>
                    <a:pt x="260" y="26"/>
                  </a:lnTo>
                  <a:lnTo>
                    <a:pt x="248" y="20"/>
                  </a:lnTo>
                  <a:lnTo>
                    <a:pt x="236" y="14"/>
                  </a:lnTo>
                  <a:lnTo>
                    <a:pt x="224" y="10"/>
                  </a:lnTo>
                  <a:lnTo>
                    <a:pt x="208" y="6"/>
                  </a:lnTo>
                  <a:lnTo>
                    <a:pt x="190" y="2"/>
                  </a:lnTo>
                  <a:lnTo>
                    <a:pt x="172" y="0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30" y="0"/>
                  </a:lnTo>
                  <a:lnTo>
                    <a:pt x="112" y="2"/>
                  </a:lnTo>
                  <a:lnTo>
                    <a:pt x="96" y="6"/>
                  </a:lnTo>
                  <a:lnTo>
                    <a:pt x="80" y="10"/>
                  </a:lnTo>
                  <a:lnTo>
                    <a:pt x="68" y="14"/>
                  </a:lnTo>
                  <a:lnTo>
                    <a:pt x="56" y="20"/>
                  </a:lnTo>
                  <a:lnTo>
                    <a:pt x="46" y="26"/>
                  </a:lnTo>
                  <a:lnTo>
                    <a:pt x="38" y="34"/>
                  </a:lnTo>
                  <a:lnTo>
                    <a:pt x="30" y="40"/>
                  </a:lnTo>
                  <a:lnTo>
                    <a:pt x="24" y="50"/>
                  </a:lnTo>
                  <a:lnTo>
                    <a:pt x="16" y="68"/>
                  </a:lnTo>
                  <a:lnTo>
                    <a:pt x="10" y="86"/>
                  </a:lnTo>
                  <a:lnTo>
                    <a:pt x="10" y="108"/>
                  </a:lnTo>
                  <a:lnTo>
                    <a:pt x="10" y="146"/>
                  </a:lnTo>
                  <a:lnTo>
                    <a:pt x="10" y="146"/>
                  </a:lnTo>
                  <a:lnTo>
                    <a:pt x="10" y="160"/>
                  </a:lnTo>
                  <a:lnTo>
                    <a:pt x="14" y="174"/>
                  </a:lnTo>
                  <a:lnTo>
                    <a:pt x="20" y="188"/>
                  </a:lnTo>
                  <a:lnTo>
                    <a:pt x="28" y="198"/>
                  </a:lnTo>
                  <a:lnTo>
                    <a:pt x="36" y="210"/>
                  </a:lnTo>
                  <a:lnTo>
                    <a:pt x="46" y="218"/>
                  </a:lnTo>
                  <a:lnTo>
                    <a:pt x="58" y="226"/>
                  </a:lnTo>
                  <a:lnTo>
                    <a:pt x="70" y="230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84" y="278"/>
                  </a:lnTo>
                  <a:lnTo>
                    <a:pt x="200" y="288"/>
                  </a:lnTo>
                  <a:lnTo>
                    <a:pt x="206" y="294"/>
                  </a:lnTo>
                  <a:lnTo>
                    <a:pt x="210" y="300"/>
                  </a:lnTo>
                  <a:lnTo>
                    <a:pt x="214" y="308"/>
                  </a:lnTo>
                  <a:lnTo>
                    <a:pt x="214" y="318"/>
                  </a:lnTo>
                  <a:lnTo>
                    <a:pt x="214" y="338"/>
                  </a:lnTo>
                  <a:lnTo>
                    <a:pt x="214" y="338"/>
                  </a:lnTo>
                  <a:lnTo>
                    <a:pt x="214" y="350"/>
                  </a:lnTo>
                  <a:lnTo>
                    <a:pt x="210" y="360"/>
                  </a:lnTo>
                  <a:lnTo>
                    <a:pt x="206" y="368"/>
                  </a:lnTo>
                  <a:lnTo>
                    <a:pt x="198" y="374"/>
                  </a:lnTo>
                  <a:lnTo>
                    <a:pt x="190" y="380"/>
                  </a:lnTo>
                  <a:lnTo>
                    <a:pt x="178" y="385"/>
                  </a:lnTo>
                  <a:lnTo>
                    <a:pt x="166" y="387"/>
                  </a:lnTo>
                  <a:lnTo>
                    <a:pt x="150" y="387"/>
                  </a:lnTo>
                  <a:lnTo>
                    <a:pt x="150" y="387"/>
                  </a:lnTo>
                  <a:lnTo>
                    <a:pt x="134" y="387"/>
                  </a:lnTo>
                  <a:lnTo>
                    <a:pt x="122" y="385"/>
                  </a:lnTo>
                  <a:lnTo>
                    <a:pt x="110" y="380"/>
                  </a:lnTo>
                  <a:lnTo>
                    <a:pt x="102" y="374"/>
                  </a:lnTo>
                  <a:lnTo>
                    <a:pt x="96" y="368"/>
                  </a:lnTo>
                  <a:lnTo>
                    <a:pt x="92" y="360"/>
                  </a:lnTo>
                  <a:lnTo>
                    <a:pt x="88" y="350"/>
                  </a:lnTo>
                  <a:lnTo>
                    <a:pt x="88" y="338"/>
                  </a:lnTo>
                  <a:lnTo>
                    <a:pt x="88" y="324"/>
                  </a:lnTo>
                  <a:lnTo>
                    <a:pt x="88" y="324"/>
                  </a:lnTo>
                  <a:lnTo>
                    <a:pt x="88" y="316"/>
                  </a:lnTo>
                  <a:lnTo>
                    <a:pt x="84" y="310"/>
                  </a:lnTo>
                  <a:lnTo>
                    <a:pt x="80" y="308"/>
                  </a:lnTo>
                  <a:lnTo>
                    <a:pt x="72" y="306"/>
                  </a:lnTo>
                  <a:lnTo>
                    <a:pt x="16" y="306"/>
                  </a:lnTo>
                  <a:lnTo>
                    <a:pt x="16" y="306"/>
                  </a:lnTo>
                  <a:lnTo>
                    <a:pt x="10" y="308"/>
                  </a:lnTo>
                  <a:lnTo>
                    <a:pt x="4" y="310"/>
                  </a:lnTo>
                  <a:lnTo>
                    <a:pt x="2" y="316"/>
                  </a:lnTo>
                  <a:lnTo>
                    <a:pt x="0" y="324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8" y="409"/>
                  </a:lnTo>
                  <a:lnTo>
                    <a:pt x="24" y="417"/>
                  </a:lnTo>
                  <a:lnTo>
                    <a:pt x="32" y="425"/>
                  </a:lnTo>
                  <a:lnTo>
                    <a:pt x="42" y="433"/>
                  </a:lnTo>
                  <a:lnTo>
                    <a:pt x="52" y="439"/>
                  </a:lnTo>
                  <a:lnTo>
                    <a:pt x="64" y="445"/>
                  </a:lnTo>
                  <a:lnTo>
                    <a:pt x="78" y="449"/>
                  </a:lnTo>
                  <a:lnTo>
                    <a:pt x="94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lnTo>
                    <a:pt x="172" y="457"/>
                  </a:lnTo>
                  <a:lnTo>
                    <a:pt x="192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2" y="433"/>
                  </a:lnTo>
                  <a:lnTo>
                    <a:pt x="270" y="425"/>
                  </a:lnTo>
                  <a:lnTo>
                    <a:pt x="278" y="417"/>
                  </a:lnTo>
                  <a:lnTo>
                    <a:pt x="286" y="409"/>
                  </a:lnTo>
                  <a:lnTo>
                    <a:pt x="292" y="401"/>
                  </a:lnTo>
                  <a:lnTo>
                    <a:pt x="296" y="391"/>
                  </a:lnTo>
                  <a:lnTo>
                    <a:pt x="300" y="370"/>
                  </a:lnTo>
                  <a:lnTo>
                    <a:pt x="302" y="350"/>
                  </a:lnTo>
                  <a:lnTo>
                    <a:pt x="302" y="3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7" name="Freeform 38"/>
            <p:cNvSpPr>
              <a:spLocks/>
            </p:cNvSpPr>
            <p:nvPr/>
          </p:nvSpPr>
          <p:spPr bwMode="auto">
            <a:xfrm>
              <a:off x="3050" y="2981"/>
              <a:ext cx="302" cy="459"/>
            </a:xfrm>
            <a:custGeom>
              <a:avLst/>
              <a:gdLst>
                <a:gd name="T0" fmla="*/ 124 w 302"/>
                <a:gd name="T1" fmla="*/ 164 h 459"/>
                <a:gd name="T2" fmla="*/ 102 w 302"/>
                <a:gd name="T3" fmla="*/ 150 h 459"/>
                <a:gd name="T4" fmla="*/ 96 w 302"/>
                <a:gd name="T5" fmla="*/ 128 h 459"/>
                <a:gd name="T6" fmla="*/ 96 w 302"/>
                <a:gd name="T7" fmla="*/ 108 h 459"/>
                <a:gd name="T8" fmla="*/ 108 w 302"/>
                <a:gd name="T9" fmla="*/ 84 h 459"/>
                <a:gd name="T10" fmla="*/ 138 w 302"/>
                <a:gd name="T11" fmla="*/ 72 h 459"/>
                <a:gd name="T12" fmla="*/ 168 w 302"/>
                <a:gd name="T13" fmla="*/ 72 h 459"/>
                <a:gd name="T14" fmla="*/ 198 w 302"/>
                <a:gd name="T15" fmla="*/ 84 h 459"/>
                <a:gd name="T16" fmla="*/ 210 w 302"/>
                <a:gd name="T17" fmla="*/ 108 h 459"/>
                <a:gd name="T18" fmla="*/ 212 w 302"/>
                <a:gd name="T19" fmla="*/ 124 h 459"/>
                <a:gd name="T20" fmla="*/ 220 w 302"/>
                <a:gd name="T21" fmla="*/ 140 h 459"/>
                <a:gd name="T22" fmla="*/ 282 w 302"/>
                <a:gd name="T23" fmla="*/ 140 h 459"/>
                <a:gd name="T24" fmla="*/ 298 w 302"/>
                <a:gd name="T25" fmla="*/ 132 h 459"/>
                <a:gd name="T26" fmla="*/ 298 w 302"/>
                <a:gd name="T27" fmla="*/ 108 h 459"/>
                <a:gd name="T28" fmla="*/ 288 w 302"/>
                <a:gd name="T29" fmla="*/ 58 h 459"/>
                <a:gd name="T30" fmla="*/ 268 w 302"/>
                <a:gd name="T31" fmla="*/ 34 h 459"/>
                <a:gd name="T32" fmla="*/ 236 w 302"/>
                <a:gd name="T33" fmla="*/ 14 h 459"/>
                <a:gd name="T34" fmla="*/ 192 w 302"/>
                <a:gd name="T35" fmla="*/ 2 h 459"/>
                <a:gd name="T36" fmla="*/ 152 w 302"/>
                <a:gd name="T37" fmla="*/ 0 h 459"/>
                <a:gd name="T38" fmla="*/ 96 w 302"/>
                <a:gd name="T39" fmla="*/ 6 h 459"/>
                <a:gd name="T40" fmla="*/ 56 w 302"/>
                <a:gd name="T41" fmla="*/ 20 h 459"/>
                <a:gd name="T42" fmla="*/ 30 w 302"/>
                <a:gd name="T43" fmla="*/ 40 h 459"/>
                <a:gd name="T44" fmla="*/ 10 w 302"/>
                <a:gd name="T45" fmla="*/ 86 h 459"/>
                <a:gd name="T46" fmla="*/ 10 w 302"/>
                <a:gd name="T47" fmla="*/ 146 h 459"/>
                <a:gd name="T48" fmla="*/ 20 w 302"/>
                <a:gd name="T49" fmla="*/ 188 h 459"/>
                <a:gd name="T50" fmla="*/ 46 w 302"/>
                <a:gd name="T51" fmla="*/ 218 h 459"/>
                <a:gd name="T52" fmla="*/ 164 w 302"/>
                <a:gd name="T53" fmla="*/ 268 h 459"/>
                <a:gd name="T54" fmla="*/ 200 w 302"/>
                <a:gd name="T55" fmla="*/ 288 h 459"/>
                <a:gd name="T56" fmla="*/ 214 w 302"/>
                <a:gd name="T57" fmla="*/ 308 h 459"/>
                <a:gd name="T58" fmla="*/ 214 w 302"/>
                <a:gd name="T59" fmla="*/ 338 h 459"/>
                <a:gd name="T60" fmla="*/ 206 w 302"/>
                <a:gd name="T61" fmla="*/ 368 h 459"/>
                <a:gd name="T62" fmla="*/ 180 w 302"/>
                <a:gd name="T63" fmla="*/ 385 h 459"/>
                <a:gd name="T64" fmla="*/ 150 w 302"/>
                <a:gd name="T65" fmla="*/ 387 h 459"/>
                <a:gd name="T66" fmla="*/ 110 w 302"/>
                <a:gd name="T67" fmla="*/ 380 h 459"/>
                <a:gd name="T68" fmla="*/ 92 w 302"/>
                <a:gd name="T69" fmla="*/ 360 h 459"/>
                <a:gd name="T70" fmla="*/ 88 w 302"/>
                <a:gd name="T71" fmla="*/ 324 h 459"/>
                <a:gd name="T72" fmla="*/ 84 w 302"/>
                <a:gd name="T73" fmla="*/ 310 h 459"/>
                <a:gd name="T74" fmla="*/ 16 w 302"/>
                <a:gd name="T75" fmla="*/ 306 h 459"/>
                <a:gd name="T76" fmla="*/ 4 w 302"/>
                <a:gd name="T77" fmla="*/ 310 h 459"/>
                <a:gd name="T78" fmla="*/ 0 w 302"/>
                <a:gd name="T79" fmla="*/ 350 h 459"/>
                <a:gd name="T80" fmla="*/ 8 w 302"/>
                <a:gd name="T81" fmla="*/ 391 h 459"/>
                <a:gd name="T82" fmla="*/ 24 w 302"/>
                <a:gd name="T83" fmla="*/ 417 h 459"/>
                <a:gd name="T84" fmla="*/ 52 w 302"/>
                <a:gd name="T85" fmla="*/ 439 h 459"/>
                <a:gd name="T86" fmla="*/ 94 w 302"/>
                <a:gd name="T87" fmla="*/ 453 h 459"/>
                <a:gd name="T88" fmla="*/ 150 w 302"/>
                <a:gd name="T89" fmla="*/ 459 h 459"/>
                <a:gd name="T90" fmla="*/ 192 w 302"/>
                <a:gd name="T91" fmla="*/ 457 h 459"/>
                <a:gd name="T92" fmla="*/ 238 w 302"/>
                <a:gd name="T93" fmla="*/ 445 h 459"/>
                <a:gd name="T94" fmla="*/ 272 w 302"/>
                <a:gd name="T95" fmla="*/ 425 h 459"/>
                <a:gd name="T96" fmla="*/ 292 w 302"/>
                <a:gd name="T97" fmla="*/ 401 h 459"/>
                <a:gd name="T98" fmla="*/ 302 w 302"/>
                <a:gd name="T99" fmla="*/ 350 h 459"/>
                <a:gd name="T100" fmla="*/ 302 w 302"/>
                <a:gd name="T101" fmla="*/ 282 h 459"/>
                <a:gd name="T102" fmla="*/ 280 w 302"/>
                <a:gd name="T103" fmla="*/ 240 h 459"/>
                <a:gd name="T104" fmla="*/ 240 w 302"/>
                <a:gd name="T105" fmla="*/ 212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" h="459">
                  <a:moveTo>
                    <a:pt x="224" y="206"/>
                  </a:moveTo>
                  <a:lnTo>
                    <a:pt x="124" y="164"/>
                  </a:lnTo>
                  <a:lnTo>
                    <a:pt x="124" y="164"/>
                  </a:lnTo>
                  <a:lnTo>
                    <a:pt x="114" y="160"/>
                  </a:lnTo>
                  <a:lnTo>
                    <a:pt x="106" y="154"/>
                  </a:lnTo>
                  <a:lnTo>
                    <a:pt x="102" y="150"/>
                  </a:lnTo>
                  <a:lnTo>
                    <a:pt x="98" y="144"/>
                  </a:lnTo>
                  <a:lnTo>
                    <a:pt x="96" y="136"/>
                  </a:lnTo>
                  <a:lnTo>
                    <a:pt x="96" y="128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08"/>
                  </a:lnTo>
                  <a:lnTo>
                    <a:pt x="98" y="98"/>
                  </a:lnTo>
                  <a:lnTo>
                    <a:pt x="102" y="90"/>
                  </a:lnTo>
                  <a:lnTo>
                    <a:pt x="108" y="84"/>
                  </a:lnTo>
                  <a:lnTo>
                    <a:pt x="116" y="78"/>
                  </a:lnTo>
                  <a:lnTo>
                    <a:pt x="126" y="74"/>
                  </a:lnTo>
                  <a:lnTo>
                    <a:pt x="138" y="72"/>
                  </a:lnTo>
                  <a:lnTo>
                    <a:pt x="154" y="72"/>
                  </a:lnTo>
                  <a:lnTo>
                    <a:pt x="154" y="72"/>
                  </a:lnTo>
                  <a:lnTo>
                    <a:pt x="168" y="72"/>
                  </a:lnTo>
                  <a:lnTo>
                    <a:pt x="180" y="74"/>
                  </a:lnTo>
                  <a:lnTo>
                    <a:pt x="190" y="78"/>
                  </a:lnTo>
                  <a:lnTo>
                    <a:pt x="198" y="84"/>
                  </a:lnTo>
                  <a:lnTo>
                    <a:pt x="204" y="90"/>
                  </a:lnTo>
                  <a:lnTo>
                    <a:pt x="208" y="98"/>
                  </a:lnTo>
                  <a:lnTo>
                    <a:pt x="210" y="108"/>
                  </a:lnTo>
                  <a:lnTo>
                    <a:pt x="212" y="120"/>
                  </a:lnTo>
                  <a:lnTo>
                    <a:pt x="212" y="124"/>
                  </a:lnTo>
                  <a:lnTo>
                    <a:pt x="212" y="124"/>
                  </a:lnTo>
                  <a:lnTo>
                    <a:pt x="212" y="132"/>
                  </a:lnTo>
                  <a:lnTo>
                    <a:pt x="214" y="136"/>
                  </a:lnTo>
                  <a:lnTo>
                    <a:pt x="220" y="140"/>
                  </a:lnTo>
                  <a:lnTo>
                    <a:pt x="226" y="140"/>
                  </a:lnTo>
                  <a:lnTo>
                    <a:pt x="282" y="140"/>
                  </a:lnTo>
                  <a:lnTo>
                    <a:pt x="282" y="140"/>
                  </a:lnTo>
                  <a:lnTo>
                    <a:pt x="290" y="140"/>
                  </a:lnTo>
                  <a:lnTo>
                    <a:pt x="294" y="136"/>
                  </a:lnTo>
                  <a:lnTo>
                    <a:pt x="298" y="132"/>
                  </a:lnTo>
                  <a:lnTo>
                    <a:pt x="298" y="124"/>
                  </a:lnTo>
                  <a:lnTo>
                    <a:pt x="298" y="108"/>
                  </a:lnTo>
                  <a:lnTo>
                    <a:pt x="298" y="108"/>
                  </a:lnTo>
                  <a:lnTo>
                    <a:pt x="298" y="86"/>
                  </a:lnTo>
                  <a:lnTo>
                    <a:pt x="292" y="68"/>
                  </a:lnTo>
                  <a:lnTo>
                    <a:pt x="288" y="58"/>
                  </a:lnTo>
                  <a:lnTo>
                    <a:pt x="282" y="50"/>
                  </a:lnTo>
                  <a:lnTo>
                    <a:pt x="276" y="40"/>
                  </a:lnTo>
                  <a:lnTo>
                    <a:pt x="268" y="34"/>
                  </a:lnTo>
                  <a:lnTo>
                    <a:pt x="260" y="26"/>
                  </a:lnTo>
                  <a:lnTo>
                    <a:pt x="248" y="20"/>
                  </a:lnTo>
                  <a:lnTo>
                    <a:pt x="236" y="14"/>
                  </a:lnTo>
                  <a:lnTo>
                    <a:pt x="224" y="10"/>
                  </a:lnTo>
                  <a:lnTo>
                    <a:pt x="208" y="6"/>
                  </a:lnTo>
                  <a:lnTo>
                    <a:pt x="192" y="2"/>
                  </a:lnTo>
                  <a:lnTo>
                    <a:pt x="172" y="0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30" y="0"/>
                  </a:lnTo>
                  <a:lnTo>
                    <a:pt x="112" y="2"/>
                  </a:lnTo>
                  <a:lnTo>
                    <a:pt x="96" y="6"/>
                  </a:lnTo>
                  <a:lnTo>
                    <a:pt x="80" y="10"/>
                  </a:lnTo>
                  <a:lnTo>
                    <a:pt x="68" y="14"/>
                  </a:lnTo>
                  <a:lnTo>
                    <a:pt x="56" y="20"/>
                  </a:lnTo>
                  <a:lnTo>
                    <a:pt x="46" y="26"/>
                  </a:lnTo>
                  <a:lnTo>
                    <a:pt x="38" y="34"/>
                  </a:lnTo>
                  <a:lnTo>
                    <a:pt x="30" y="40"/>
                  </a:lnTo>
                  <a:lnTo>
                    <a:pt x="24" y="50"/>
                  </a:lnTo>
                  <a:lnTo>
                    <a:pt x="16" y="68"/>
                  </a:lnTo>
                  <a:lnTo>
                    <a:pt x="10" y="86"/>
                  </a:lnTo>
                  <a:lnTo>
                    <a:pt x="10" y="108"/>
                  </a:lnTo>
                  <a:lnTo>
                    <a:pt x="10" y="146"/>
                  </a:lnTo>
                  <a:lnTo>
                    <a:pt x="10" y="146"/>
                  </a:lnTo>
                  <a:lnTo>
                    <a:pt x="10" y="160"/>
                  </a:lnTo>
                  <a:lnTo>
                    <a:pt x="14" y="174"/>
                  </a:lnTo>
                  <a:lnTo>
                    <a:pt x="20" y="188"/>
                  </a:lnTo>
                  <a:lnTo>
                    <a:pt x="28" y="198"/>
                  </a:lnTo>
                  <a:lnTo>
                    <a:pt x="36" y="210"/>
                  </a:lnTo>
                  <a:lnTo>
                    <a:pt x="46" y="218"/>
                  </a:lnTo>
                  <a:lnTo>
                    <a:pt x="58" y="226"/>
                  </a:lnTo>
                  <a:lnTo>
                    <a:pt x="70" y="230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84" y="278"/>
                  </a:lnTo>
                  <a:lnTo>
                    <a:pt x="200" y="288"/>
                  </a:lnTo>
                  <a:lnTo>
                    <a:pt x="206" y="294"/>
                  </a:lnTo>
                  <a:lnTo>
                    <a:pt x="212" y="300"/>
                  </a:lnTo>
                  <a:lnTo>
                    <a:pt x="214" y="308"/>
                  </a:lnTo>
                  <a:lnTo>
                    <a:pt x="214" y="318"/>
                  </a:lnTo>
                  <a:lnTo>
                    <a:pt x="214" y="338"/>
                  </a:lnTo>
                  <a:lnTo>
                    <a:pt x="214" y="338"/>
                  </a:lnTo>
                  <a:lnTo>
                    <a:pt x="214" y="350"/>
                  </a:lnTo>
                  <a:lnTo>
                    <a:pt x="210" y="360"/>
                  </a:lnTo>
                  <a:lnTo>
                    <a:pt x="206" y="368"/>
                  </a:lnTo>
                  <a:lnTo>
                    <a:pt x="200" y="374"/>
                  </a:lnTo>
                  <a:lnTo>
                    <a:pt x="190" y="380"/>
                  </a:lnTo>
                  <a:lnTo>
                    <a:pt x="180" y="385"/>
                  </a:lnTo>
                  <a:lnTo>
                    <a:pt x="166" y="387"/>
                  </a:lnTo>
                  <a:lnTo>
                    <a:pt x="150" y="387"/>
                  </a:lnTo>
                  <a:lnTo>
                    <a:pt x="150" y="387"/>
                  </a:lnTo>
                  <a:lnTo>
                    <a:pt x="134" y="387"/>
                  </a:lnTo>
                  <a:lnTo>
                    <a:pt x="122" y="385"/>
                  </a:lnTo>
                  <a:lnTo>
                    <a:pt x="110" y="380"/>
                  </a:lnTo>
                  <a:lnTo>
                    <a:pt x="102" y="374"/>
                  </a:lnTo>
                  <a:lnTo>
                    <a:pt x="96" y="368"/>
                  </a:lnTo>
                  <a:lnTo>
                    <a:pt x="92" y="360"/>
                  </a:lnTo>
                  <a:lnTo>
                    <a:pt x="88" y="350"/>
                  </a:lnTo>
                  <a:lnTo>
                    <a:pt x="88" y="338"/>
                  </a:lnTo>
                  <a:lnTo>
                    <a:pt x="88" y="324"/>
                  </a:lnTo>
                  <a:lnTo>
                    <a:pt x="88" y="324"/>
                  </a:lnTo>
                  <a:lnTo>
                    <a:pt x="88" y="316"/>
                  </a:lnTo>
                  <a:lnTo>
                    <a:pt x="84" y="310"/>
                  </a:lnTo>
                  <a:lnTo>
                    <a:pt x="80" y="308"/>
                  </a:lnTo>
                  <a:lnTo>
                    <a:pt x="72" y="306"/>
                  </a:lnTo>
                  <a:lnTo>
                    <a:pt x="16" y="306"/>
                  </a:lnTo>
                  <a:lnTo>
                    <a:pt x="16" y="306"/>
                  </a:lnTo>
                  <a:lnTo>
                    <a:pt x="10" y="308"/>
                  </a:lnTo>
                  <a:lnTo>
                    <a:pt x="4" y="310"/>
                  </a:lnTo>
                  <a:lnTo>
                    <a:pt x="2" y="316"/>
                  </a:lnTo>
                  <a:lnTo>
                    <a:pt x="0" y="324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8" y="409"/>
                  </a:lnTo>
                  <a:lnTo>
                    <a:pt x="24" y="417"/>
                  </a:lnTo>
                  <a:lnTo>
                    <a:pt x="32" y="425"/>
                  </a:lnTo>
                  <a:lnTo>
                    <a:pt x="42" y="433"/>
                  </a:lnTo>
                  <a:lnTo>
                    <a:pt x="52" y="439"/>
                  </a:lnTo>
                  <a:lnTo>
                    <a:pt x="64" y="445"/>
                  </a:lnTo>
                  <a:lnTo>
                    <a:pt x="78" y="449"/>
                  </a:lnTo>
                  <a:lnTo>
                    <a:pt x="94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lnTo>
                    <a:pt x="172" y="457"/>
                  </a:lnTo>
                  <a:lnTo>
                    <a:pt x="192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2" y="433"/>
                  </a:lnTo>
                  <a:lnTo>
                    <a:pt x="272" y="425"/>
                  </a:lnTo>
                  <a:lnTo>
                    <a:pt x="280" y="417"/>
                  </a:lnTo>
                  <a:lnTo>
                    <a:pt x="286" y="409"/>
                  </a:lnTo>
                  <a:lnTo>
                    <a:pt x="292" y="401"/>
                  </a:lnTo>
                  <a:lnTo>
                    <a:pt x="296" y="391"/>
                  </a:lnTo>
                  <a:lnTo>
                    <a:pt x="300" y="370"/>
                  </a:lnTo>
                  <a:lnTo>
                    <a:pt x="302" y="350"/>
                  </a:lnTo>
                  <a:lnTo>
                    <a:pt x="302" y="300"/>
                  </a:lnTo>
                  <a:lnTo>
                    <a:pt x="302" y="300"/>
                  </a:lnTo>
                  <a:lnTo>
                    <a:pt x="302" y="282"/>
                  </a:lnTo>
                  <a:lnTo>
                    <a:pt x="296" y="266"/>
                  </a:lnTo>
                  <a:lnTo>
                    <a:pt x="290" y="252"/>
                  </a:lnTo>
                  <a:lnTo>
                    <a:pt x="280" y="240"/>
                  </a:lnTo>
                  <a:lnTo>
                    <a:pt x="270" y="230"/>
                  </a:lnTo>
                  <a:lnTo>
                    <a:pt x="256" y="220"/>
                  </a:lnTo>
                  <a:lnTo>
                    <a:pt x="240" y="212"/>
                  </a:lnTo>
                  <a:lnTo>
                    <a:pt x="224" y="206"/>
                  </a:lnTo>
                  <a:lnTo>
                    <a:pt x="224" y="2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8" name="Freeform 39"/>
            <p:cNvSpPr>
              <a:spLocks/>
            </p:cNvSpPr>
            <p:nvPr/>
          </p:nvSpPr>
          <p:spPr bwMode="auto">
            <a:xfrm>
              <a:off x="442" y="2987"/>
              <a:ext cx="310" cy="447"/>
            </a:xfrm>
            <a:custGeom>
              <a:avLst/>
              <a:gdLst>
                <a:gd name="T0" fmla="*/ 110 w 310"/>
                <a:gd name="T1" fmla="*/ 431 h 447"/>
                <a:gd name="T2" fmla="*/ 110 w 310"/>
                <a:gd name="T3" fmla="*/ 431 h 447"/>
                <a:gd name="T4" fmla="*/ 112 w 310"/>
                <a:gd name="T5" fmla="*/ 437 h 447"/>
                <a:gd name="T6" fmla="*/ 114 w 310"/>
                <a:gd name="T7" fmla="*/ 443 h 447"/>
                <a:gd name="T8" fmla="*/ 120 w 310"/>
                <a:gd name="T9" fmla="*/ 447 h 447"/>
                <a:gd name="T10" fmla="*/ 128 w 310"/>
                <a:gd name="T11" fmla="*/ 447 h 447"/>
                <a:gd name="T12" fmla="*/ 184 w 310"/>
                <a:gd name="T13" fmla="*/ 447 h 447"/>
                <a:gd name="T14" fmla="*/ 184 w 310"/>
                <a:gd name="T15" fmla="*/ 447 h 447"/>
                <a:gd name="T16" fmla="*/ 192 w 310"/>
                <a:gd name="T17" fmla="*/ 447 h 447"/>
                <a:gd name="T18" fmla="*/ 196 w 310"/>
                <a:gd name="T19" fmla="*/ 443 h 447"/>
                <a:gd name="T20" fmla="*/ 200 w 310"/>
                <a:gd name="T21" fmla="*/ 437 h 447"/>
                <a:gd name="T22" fmla="*/ 200 w 310"/>
                <a:gd name="T23" fmla="*/ 431 h 447"/>
                <a:gd name="T24" fmla="*/ 200 w 310"/>
                <a:gd name="T25" fmla="*/ 74 h 447"/>
                <a:gd name="T26" fmla="*/ 294 w 310"/>
                <a:gd name="T27" fmla="*/ 74 h 447"/>
                <a:gd name="T28" fmla="*/ 294 w 310"/>
                <a:gd name="T29" fmla="*/ 74 h 447"/>
                <a:gd name="T30" fmla="*/ 302 w 310"/>
                <a:gd name="T31" fmla="*/ 72 h 447"/>
                <a:gd name="T32" fmla="*/ 306 w 310"/>
                <a:gd name="T33" fmla="*/ 70 h 447"/>
                <a:gd name="T34" fmla="*/ 310 w 310"/>
                <a:gd name="T35" fmla="*/ 64 h 447"/>
                <a:gd name="T36" fmla="*/ 310 w 310"/>
                <a:gd name="T37" fmla="*/ 56 h 447"/>
                <a:gd name="T38" fmla="*/ 310 w 310"/>
                <a:gd name="T39" fmla="*/ 16 h 447"/>
                <a:gd name="T40" fmla="*/ 310 w 310"/>
                <a:gd name="T41" fmla="*/ 16 h 447"/>
                <a:gd name="T42" fmla="*/ 310 w 310"/>
                <a:gd name="T43" fmla="*/ 8 h 447"/>
                <a:gd name="T44" fmla="*/ 306 w 310"/>
                <a:gd name="T45" fmla="*/ 2 h 447"/>
                <a:gd name="T46" fmla="*/ 302 w 310"/>
                <a:gd name="T47" fmla="*/ 0 h 447"/>
                <a:gd name="T48" fmla="*/ 294 w 310"/>
                <a:gd name="T49" fmla="*/ 0 h 447"/>
                <a:gd name="T50" fmla="*/ 16 w 310"/>
                <a:gd name="T51" fmla="*/ 0 h 447"/>
                <a:gd name="T52" fmla="*/ 16 w 310"/>
                <a:gd name="T53" fmla="*/ 0 h 447"/>
                <a:gd name="T54" fmla="*/ 10 w 310"/>
                <a:gd name="T55" fmla="*/ 0 h 447"/>
                <a:gd name="T56" fmla="*/ 4 w 310"/>
                <a:gd name="T57" fmla="*/ 2 h 447"/>
                <a:gd name="T58" fmla="*/ 2 w 310"/>
                <a:gd name="T59" fmla="*/ 8 h 447"/>
                <a:gd name="T60" fmla="*/ 0 w 310"/>
                <a:gd name="T61" fmla="*/ 16 h 447"/>
                <a:gd name="T62" fmla="*/ 0 w 310"/>
                <a:gd name="T63" fmla="*/ 56 h 447"/>
                <a:gd name="T64" fmla="*/ 0 w 310"/>
                <a:gd name="T65" fmla="*/ 56 h 447"/>
                <a:gd name="T66" fmla="*/ 2 w 310"/>
                <a:gd name="T67" fmla="*/ 64 h 447"/>
                <a:gd name="T68" fmla="*/ 4 w 310"/>
                <a:gd name="T69" fmla="*/ 70 h 447"/>
                <a:gd name="T70" fmla="*/ 10 w 310"/>
                <a:gd name="T71" fmla="*/ 72 h 447"/>
                <a:gd name="T72" fmla="*/ 16 w 310"/>
                <a:gd name="T73" fmla="*/ 74 h 447"/>
                <a:gd name="T74" fmla="*/ 110 w 310"/>
                <a:gd name="T75" fmla="*/ 74 h 447"/>
                <a:gd name="T76" fmla="*/ 110 w 310"/>
                <a:gd name="T77" fmla="*/ 43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0" h="447">
                  <a:moveTo>
                    <a:pt x="110" y="431"/>
                  </a:moveTo>
                  <a:lnTo>
                    <a:pt x="110" y="431"/>
                  </a:lnTo>
                  <a:lnTo>
                    <a:pt x="112" y="437"/>
                  </a:lnTo>
                  <a:lnTo>
                    <a:pt x="114" y="443"/>
                  </a:lnTo>
                  <a:lnTo>
                    <a:pt x="120" y="447"/>
                  </a:lnTo>
                  <a:lnTo>
                    <a:pt x="128" y="447"/>
                  </a:lnTo>
                  <a:lnTo>
                    <a:pt x="184" y="447"/>
                  </a:lnTo>
                  <a:lnTo>
                    <a:pt x="184" y="447"/>
                  </a:lnTo>
                  <a:lnTo>
                    <a:pt x="192" y="447"/>
                  </a:lnTo>
                  <a:lnTo>
                    <a:pt x="196" y="443"/>
                  </a:lnTo>
                  <a:lnTo>
                    <a:pt x="200" y="437"/>
                  </a:lnTo>
                  <a:lnTo>
                    <a:pt x="200" y="431"/>
                  </a:lnTo>
                  <a:lnTo>
                    <a:pt x="200" y="74"/>
                  </a:lnTo>
                  <a:lnTo>
                    <a:pt x="294" y="74"/>
                  </a:lnTo>
                  <a:lnTo>
                    <a:pt x="294" y="74"/>
                  </a:lnTo>
                  <a:lnTo>
                    <a:pt x="302" y="72"/>
                  </a:lnTo>
                  <a:lnTo>
                    <a:pt x="306" y="70"/>
                  </a:lnTo>
                  <a:lnTo>
                    <a:pt x="310" y="64"/>
                  </a:lnTo>
                  <a:lnTo>
                    <a:pt x="310" y="56"/>
                  </a:lnTo>
                  <a:lnTo>
                    <a:pt x="310" y="16"/>
                  </a:lnTo>
                  <a:lnTo>
                    <a:pt x="310" y="16"/>
                  </a:lnTo>
                  <a:lnTo>
                    <a:pt x="310" y="8"/>
                  </a:lnTo>
                  <a:lnTo>
                    <a:pt x="306" y="2"/>
                  </a:lnTo>
                  <a:lnTo>
                    <a:pt x="302" y="0"/>
                  </a:lnTo>
                  <a:lnTo>
                    <a:pt x="29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0" y="0"/>
                  </a:lnTo>
                  <a:lnTo>
                    <a:pt x="4" y="2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2" y="64"/>
                  </a:lnTo>
                  <a:lnTo>
                    <a:pt x="4" y="70"/>
                  </a:lnTo>
                  <a:lnTo>
                    <a:pt x="10" y="72"/>
                  </a:lnTo>
                  <a:lnTo>
                    <a:pt x="16" y="74"/>
                  </a:lnTo>
                  <a:lnTo>
                    <a:pt x="110" y="74"/>
                  </a:lnTo>
                  <a:lnTo>
                    <a:pt x="110" y="4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9" name="Freeform 40"/>
            <p:cNvSpPr>
              <a:spLocks/>
            </p:cNvSpPr>
            <p:nvPr/>
          </p:nvSpPr>
          <p:spPr bwMode="auto">
            <a:xfrm>
              <a:off x="1092" y="2987"/>
              <a:ext cx="312" cy="449"/>
            </a:xfrm>
            <a:custGeom>
              <a:avLst/>
              <a:gdLst>
                <a:gd name="T0" fmla="*/ 312 w 312"/>
                <a:gd name="T1" fmla="*/ 58 h 449"/>
                <a:gd name="T2" fmla="*/ 312 w 312"/>
                <a:gd name="T3" fmla="*/ 16 h 449"/>
                <a:gd name="T4" fmla="*/ 312 w 312"/>
                <a:gd name="T5" fmla="*/ 16 h 449"/>
                <a:gd name="T6" fmla="*/ 310 w 312"/>
                <a:gd name="T7" fmla="*/ 8 h 449"/>
                <a:gd name="T8" fmla="*/ 308 w 312"/>
                <a:gd name="T9" fmla="*/ 4 h 449"/>
                <a:gd name="T10" fmla="*/ 302 w 312"/>
                <a:gd name="T11" fmla="*/ 2 h 449"/>
                <a:gd name="T12" fmla="*/ 294 w 312"/>
                <a:gd name="T13" fmla="*/ 0 h 449"/>
                <a:gd name="T14" fmla="*/ 18 w 312"/>
                <a:gd name="T15" fmla="*/ 0 h 449"/>
                <a:gd name="T16" fmla="*/ 18 w 312"/>
                <a:gd name="T17" fmla="*/ 0 h 449"/>
                <a:gd name="T18" fmla="*/ 10 w 312"/>
                <a:gd name="T19" fmla="*/ 2 h 449"/>
                <a:gd name="T20" fmla="*/ 4 w 312"/>
                <a:gd name="T21" fmla="*/ 4 h 449"/>
                <a:gd name="T22" fmla="*/ 2 w 312"/>
                <a:gd name="T23" fmla="*/ 8 h 449"/>
                <a:gd name="T24" fmla="*/ 0 w 312"/>
                <a:gd name="T25" fmla="*/ 16 h 449"/>
                <a:gd name="T26" fmla="*/ 0 w 312"/>
                <a:gd name="T27" fmla="*/ 58 h 449"/>
                <a:gd name="T28" fmla="*/ 0 w 312"/>
                <a:gd name="T29" fmla="*/ 58 h 449"/>
                <a:gd name="T30" fmla="*/ 2 w 312"/>
                <a:gd name="T31" fmla="*/ 66 h 449"/>
                <a:gd name="T32" fmla="*/ 4 w 312"/>
                <a:gd name="T33" fmla="*/ 70 h 449"/>
                <a:gd name="T34" fmla="*/ 10 w 312"/>
                <a:gd name="T35" fmla="*/ 74 h 449"/>
                <a:gd name="T36" fmla="*/ 18 w 312"/>
                <a:gd name="T37" fmla="*/ 74 h 449"/>
                <a:gd name="T38" fmla="*/ 112 w 312"/>
                <a:gd name="T39" fmla="*/ 74 h 449"/>
                <a:gd name="T40" fmla="*/ 112 w 312"/>
                <a:gd name="T41" fmla="*/ 431 h 449"/>
                <a:gd name="T42" fmla="*/ 112 w 312"/>
                <a:gd name="T43" fmla="*/ 431 h 449"/>
                <a:gd name="T44" fmla="*/ 112 w 312"/>
                <a:gd name="T45" fmla="*/ 439 h 449"/>
                <a:gd name="T46" fmla="*/ 114 w 312"/>
                <a:gd name="T47" fmla="*/ 445 h 449"/>
                <a:gd name="T48" fmla="*/ 120 w 312"/>
                <a:gd name="T49" fmla="*/ 447 h 449"/>
                <a:gd name="T50" fmla="*/ 128 w 312"/>
                <a:gd name="T51" fmla="*/ 449 h 449"/>
                <a:gd name="T52" fmla="*/ 186 w 312"/>
                <a:gd name="T53" fmla="*/ 449 h 449"/>
                <a:gd name="T54" fmla="*/ 186 w 312"/>
                <a:gd name="T55" fmla="*/ 449 h 449"/>
                <a:gd name="T56" fmla="*/ 192 w 312"/>
                <a:gd name="T57" fmla="*/ 447 h 449"/>
                <a:gd name="T58" fmla="*/ 198 w 312"/>
                <a:gd name="T59" fmla="*/ 445 h 449"/>
                <a:gd name="T60" fmla="*/ 200 w 312"/>
                <a:gd name="T61" fmla="*/ 439 h 449"/>
                <a:gd name="T62" fmla="*/ 200 w 312"/>
                <a:gd name="T63" fmla="*/ 431 h 449"/>
                <a:gd name="T64" fmla="*/ 200 w 312"/>
                <a:gd name="T65" fmla="*/ 74 h 449"/>
                <a:gd name="T66" fmla="*/ 294 w 312"/>
                <a:gd name="T67" fmla="*/ 74 h 449"/>
                <a:gd name="T68" fmla="*/ 294 w 312"/>
                <a:gd name="T69" fmla="*/ 74 h 449"/>
                <a:gd name="T70" fmla="*/ 302 w 312"/>
                <a:gd name="T71" fmla="*/ 74 h 449"/>
                <a:gd name="T72" fmla="*/ 308 w 312"/>
                <a:gd name="T73" fmla="*/ 70 h 449"/>
                <a:gd name="T74" fmla="*/ 310 w 312"/>
                <a:gd name="T75" fmla="*/ 66 h 449"/>
                <a:gd name="T76" fmla="*/ 312 w 312"/>
                <a:gd name="T77" fmla="*/ 58 h 449"/>
                <a:gd name="T78" fmla="*/ 312 w 312"/>
                <a:gd name="T79" fmla="*/ 58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12" h="449">
                  <a:moveTo>
                    <a:pt x="312" y="58"/>
                  </a:moveTo>
                  <a:lnTo>
                    <a:pt x="312" y="16"/>
                  </a:lnTo>
                  <a:lnTo>
                    <a:pt x="312" y="16"/>
                  </a:lnTo>
                  <a:lnTo>
                    <a:pt x="310" y="8"/>
                  </a:lnTo>
                  <a:lnTo>
                    <a:pt x="308" y="4"/>
                  </a:lnTo>
                  <a:lnTo>
                    <a:pt x="302" y="2"/>
                  </a:lnTo>
                  <a:lnTo>
                    <a:pt x="294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10" y="74"/>
                  </a:lnTo>
                  <a:lnTo>
                    <a:pt x="18" y="74"/>
                  </a:lnTo>
                  <a:lnTo>
                    <a:pt x="112" y="74"/>
                  </a:lnTo>
                  <a:lnTo>
                    <a:pt x="112" y="431"/>
                  </a:lnTo>
                  <a:lnTo>
                    <a:pt x="112" y="431"/>
                  </a:lnTo>
                  <a:lnTo>
                    <a:pt x="112" y="439"/>
                  </a:lnTo>
                  <a:lnTo>
                    <a:pt x="114" y="445"/>
                  </a:lnTo>
                  <a:lnTo>
                    <a:pt x="120" y="447"/>
                  </a:lnTo>
                  <a:lnTo>
                    <a:pt x="128" y="449"/>
                  </a:lnTo>
                  <a:lnTo>
                    <a:pt x="186" y="449"/>
                  </a:lnTo>
                  <a:lnTo>
                    <a:pt x="186" y="449"/>
                  </a:lnTo>
                  <a:lnTo>
                    <a:pt x="192" y="447"/>
                  </a:lnTo>
                  <a:lnTo>
                    <a:pt x="198" y="445"/>
                  </a:lnTo>
                  <a:lnTo>
                    <a:pt x="200" y="439"/>
                  </a:lnTo>
                  <a:lnTo>
                    <a:pt x="200" y="431"/>
                  </a:lnTo>
                  <a:lnTo>
                    <a:pt x="200" y="74"/>
                  </a:lnTo>
                  <a:lnTo>
                    <a:pt x="294" y="74"/>
                  </a:lnTo>
                  <a:lnTo>
                    <a:pt x="294" y="74"/>
                  </a:lnTo>
                  <a:lnTo>
                    <a:pt x="302" y="74"/>
                  </a:lnTo>
                  <a:lnTo>
                    <a:pt x="308" y="70"/>
                  </a:lnTo>
                  <a:lnTo>
                    <a:pt x="310" y="66"/>
                  </a:lnTo>
                  <a:lnTo>
                    <a:pt x="312" y="58"/>
                  </a:lnTo>
                  <a:lnTo>
                    <a:pt x="312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0" name="Freeform 41"/>
            <p:cNvSpPr>
              <a:spLocks/>
            </p:cNvSpPr>
            <p:nvPr/>
          </p:nvSpPr>
          <p:spPr bwMode="auto">
            <a:xfrm>
              <a:off x="1496" y="2987"/>
              <a:ext cx="90" cy="449"/>
            </a:xfrm>
            <a:custGeom>
              <a:avLst/>
              <a:gdLst>
                <a:gd name="T0" fmla="*/ 16 w 90"/>
                <a:gd name="T1" fmla="*/ 449 h 449"/>
                <a:gd name="T2" fmla="*/ 74 w 90"/>
                <a:gd name="T3" fmla="*/ 449 h 449"/>
                <a:gd name="T4" fmla="*/ 74 w 90"/>
                <a:gd name="T5" fmla="*/ 449 h 449"/>
                <a:gd name="T6" fmla="*/ 80 w 90"/>
                <a:gd name="T7" fmla="*/ 447 h 449"/>
                <a:gd name="T8" fmla="*/ 86 w 90"/>
                <a:gd name="T9" fmla="*/ 445 h 449"/>
                <a:gd name="T10" fmla="*/ 88 w 90"/>
                <a:gd name="T11" fmla="*/ 439 h 449"/>
                <a:gd name="T12" fmla="*/ 90 w 90"/>
                <a:gd name="T13" fmla="*/ 431 h 449"/>
                <a:gd name="T14" fmla="*/ 90 w 90"/>
                <a:gd name="T15" fmla="*/ 18 h 449"/>
                <a:gd name="T16" fmla="*/ 90 w 90"/>
                <a:gd name="T17" fmla="*/ 18 h 449"/>
                <a:gd name="T18" fmla="*/ 88 w 90"/>
                <a:gd name="T19" fmla="*/ 10 h 449"/>
                <a:gd name="T20" fmla="*/ 86 w 90"/>
                <a:gd name="T21" fmla="*/ 4 h 449"/>
                <a:gd name="T22" fmla="*/ 80 w 90"/>
                <a:gd name="T23" fmla="*/ 2 h 449"/>
                <a:gd name="T24" fmla="*/ 74 w 90"/>
                <a:gd name="T25" fmla="*/ 0 h 449"/>
                <a:gd name="T26" fmla="*/ 16 w 90"/>
                <a:gd name="T27" fmla="*/ 0 h 449"/>
                <a:gd name="T28" fmla="*/ 16 w 90"/>
                <a:gd name="T29" fmla="*/ 0 h 449"/>
                <a:gd name="T30" fmla="*/ 8 w 90"/>
                <a:gd name="T31" fmla="*/ 2 h 449"/>
                <a:gd name="T32" fmla="*/ 4 w 90"/>
                <a:gd name="T33" fmla="*/ 4 h 449"/>
                <a:gd name="T34" fmla="*/ 0 w 90"/>
                <a:gd name="T35" fmla="*/ 10 h 449"/>
                <a:gd name="T36" fmla="*/ 0 w 90"/>
                <a:gd name="T37" fmla="*/ 18 h 449"/>
                <a:gd name="T38" fmla="*/ 0 w 90"/>
                <a:gd name="T39" fmla="*/ 431 h 449"/>
                <a:gd name="T40" fmla="*/ 0 w 90"/>
                <a:gd name="T41" fmla="*/ 431 h 449"/>
                <a:gd name="T42" fmla="*/ 0 w 90"/>
                <a:gd name="T43" fmla="*/ 439 h 449"/>
                <a:gd name="T44" fmla="*/ 4 w 90"/>
                <a:gd name="T45" fmla="*/ 445 h 449"/>
                <a:gd name="T46" fmla="*/ 8 w 90"/>
                <a:gd name="T47" fmla="*/ 447 h 449"/>
                <a:gd name="T48" fmla="*/ 16 w 90"/>
                <a:gd name="T49" fmla="*/ 449 h 449"/>
                <a:gd name="T50" fmla="*/ 16 w 90"/>
                <a:gd name="T51" fmla="*/ 449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0" h="449">
                  <a:moveTo>
                    <a:pt x="16" y="449"/>
                  </a:moveTo>
                  <a:lnTo>
                    <a:pt x="74" y="449"/>
                  </a:lnTo>
                  <a:lnTo>
                    <a:pt x="74" y="449"/>
                  </a:lnTo>
                  <a:lnTo>
                    <a:pt x="80" y="447"/>
                  </a:lnTo>
                  <a:lnTo>
                    <a:pt x="86" y="445"/>
                  </a:lnTo>
                  <a:lnTo>
                    <a:pt x="88" y="439"/>
                  </a:lnTo>
                  <a:lnTo>
                    <a:pt x="90" y="431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88" y="10"/>
                  </a:lnTo>
                  <a:lnTo>
                    <a:pt x="86" y="4"/>
                  </a:lnTo>
                  <a:lnTo>
                    <a:pt x="80" y="2"/>
                  </a:lnTo>
                  <a:lnTo>
                    <a:pt x="7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0" y="10"/>
                  </a:lnTo>
                  <a:lnTo>
                    <a:pt x="0" y="18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4" y="445"/>
                  </a:lnTo>
                  <a:lnTo>
                    <a:pt x="8" y="447"/>
                  </a:lnTo>
                  <a:lnTo>
                    <a:pt x="16" y="449"/>
                  </a:lnTo>
                  <a:lnTo>
                    <a:pt x="16" y="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1" name="Freeform 42"/>
            <p:cNvSpPr>
              <a:spLocks/>
            </p:cNvSpPr>
            <p:nvPr/>
          </p:nvSpPr>
          <p:spPr bwMode="auto">
            <a:xfrm>
              <a:off x="2058" y="2987"/>
              <a:ext cx="312" cy="449"/>
            </a:xfrm>
            <a:custGeom>
              <a:avLst/>
              <a:gdLst>
                <a:gd name="T0" fmla="*/ 312 w 312"/>
                <a:gd name="T1" fmla="*/ 58 h 449"/>
                <a:gd name="T2" fmla="*/ 312 w 312"/>
                <a:gd name="T3" fmla="*/ 16 h 449"/>
                <a:gd name="T4" fmla="*/ 312 w 312"/>
                <a:gd name="T5" fmla="*/ 16 h 449"/>
                <a:gd name="T6" fmla="*/ 310 w 312"/>
                <a:gd name="T7" fmla="*/ 8 h 449"/>
                <a:gd name="T8" fmla="*/ 308 w 312"/>
                <a:gd name="T9" fmla="*/ 4 h 449"/>
                <a:gd name="T10" fmla="*/ 302 w 312"/>
                <a:gd name="T11" fmla="*/ 2 h 449"/>
                <a:gd name="T12" fmla="*/ 294 w 312"/>
                <a:gd name="T13" fmla="*/ 0 h 449"/>
                <a:gd name="T14" fmla="*/ 18 w 312"/>
                <a:gd name="T15" fmla="*/ 0 h 449"/>
                <a:gd name="T16" fmla="*/ 18 w 312"/>
                <a:gd name="T17" fmla="*/ 0 h 449"/>
                <a:gd name="T18" fmla="*/ 10 w 312"/>
                <a:gd name="T19" fmla="*/ 2 h 449"/>
                <a:gd name="T20" fmla="*/ 4 w 312"/>
                <a:gd name="T21" fmla="*/ 4 h 449"/>
                <a:gd name="T22" fmla="*/ 2 w 312"/>
                <a:gd name="T23" fmla="*/ 8 h 449"/>
                <a:gd name="T24" fmla="*/ 0 w 312"/>
                <a:gd name="T25" fmla="*/ 16 h 449"/>
                <a:gd name="T26" fmla="*/ 0 w 312"/>
                <a:gd name="T27" fmla="*/ 58 h 449"/>
                <a:gd name="T28" fmla="*/ 0 w 312"/>
                <a:gd name="T29" fmla="*/ 58 h 449"/>
                <a:gd name="T30" fmla="*/ 2 w 312"/>
                <a:gd name="T31" fmla="*/ 66 h 449"/>
                <a:gd name="T32" fmla="*/ 4 w 312"/>
                <a:gd name="T33" fmla="*/ 70 h 449"/>
                <a:gd name="T34" fmla="*/ 10 w 312"/>
                <a:gd name="T35" fmla="*/ 74 h 449"/>
                <a:gd name="T36" fmla="*/ 18 w 312"/>
                <a:gd name="T37" fmla="*/ 74 h 449"/>
                <a:gd name="T38" fmla="*/ 112 w 312"/>
                <a:gd name="T39" fmla="*/ 74 h 449"/>
                <a:gd name="T40" fmla="*/ 112 w 312"/>
                <a:gd name="T41" fmla="*/ 431 h 449"/>
                <a:gd name="T42" fmla="*/ 112 w 312"/>
                <a:gd name="T43" fmla="*/ 431 h 449"/>
                <a:gd name="T44" fmla="*/ 112 w 312"/>
                <a:gd name="T45" fmla="*/ 439 h 449"/>
                <a:gd name="T46" fmla="*/ 116 w 312"/>
                <a:gd name="T47" fmla="*/ 445 h 449"/>
                <a:gd name="T48" fmla="*/ 120 w 312"/>
                <a:gd name="T49" fmla="*/ 447 h 449"/>
                <a:gd name="T50" fmla="*/ 128 w 312"/>
                <a:gd name="T51" fmla="*/ 449 h 449"/>
                <a:gd name="T52" fmla="*/ 186 w 312"/>
                <a:gd name="T53" fmla="*/ 449 h 449"/>
                <a:gd name="T54" fmla="*/ 186 w 312"/>
                <a:gd name="T55" fmla="*/ 449 h 449"/>
                <a:gd name="T56" fmla="*/ 192 w 312"/>
                <a:gd name="T57" fmla="*/ 447 h 449"/>
                <a:gd name="T58" fmla="*/ 198 w 312"/>
                <a:gd name="T59" fmla="*/ 445 h 449"/>
                <a:gd name="T60" fmla="*/ 200 w 312"/>
                <a:gd name="T61" fmla="*/ 439 h 449"/>
                <a:gd name="T62" fmla="*/ 202 w 312"/>
                <a:gd name="T63" fmla="*/ 431 h 449"/>
                <a:gd name="T64" fmla="*/ 202 w 312"/>
                <a:gd name="T65" fmla="*/ 74 h 449"/>
                <a:gd name="T66" fmla="*/ 294 w 312"/>
                <a:gd name="T67" fmla="*/ 74 h 449"/>
                <a:gd name="T68" fmla="*/ 294 w 312"/>
                <a:gd name="T69" fmla="*/ 74 h 449"/>
                <a:gd name="T70" fmla="*/ 302 w 312"/>
                <a:gd name="T71" fmla="*/ 74 h 449"/>
                <a:gd name="T72" fmla="*/ 308 w 312"/>
                <a:gd name="T73" fmla="*/ 70 h 449"/>
                <a:gd name="T74" fmla="*/ 310 w 312"/>
                <a:gd name="T75" fmla="*/ 66 h 449"/>
                <a:gd name="T76" fmla="*/ 312 w 312"/>
                <a:gd name="T77" fmla="*/ 58 h 449"/>
                <a:gd name="T78" fmla="*/ 312 w 312"/>
                <a:gd name="T79" fmla="*/ 58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12" h="449">
                  <a:moveTo>
                    <a:pt x="312" y="58"/>
                  </a:moveTo>
                  <a:lnTo>
                    <a:pt x="312" y="16"/>
                  </a:lnTo>
                  <a:lnTo>
                    <a:pt x="312" y="16"/>
                  </a:lnTo>
                  <a:lnTo>
                    <a:pt x="310" y="8"/>
                  </a:lnTo>
                  <a:lnTo>
                    <a:pt x="308" y="4"/>
                  </a:lnTo>
                  <a:lnTo>
                    <a:pt x="302" y="2"/>
                  </a:lnTo>
                  <a:lnTo>
                    <a:pt x="294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10" y="74"/>
                  </a:lnTo>
                  <a:lnTo>
                    <a:pt x="18" y="74"/>
                  </a:lnTo>
                  <a:lnTo>
                    <a:pt x="112" y="74"/>
                  </a:lnTo>
                  <a:lnTo>
                    <a:pt x="112" y="431"/>
                  </a:lnTo>
                  <a:lnTo>
                    <a:pt x="112" y="431"/>
                  </a:lnTo>
                  <a:lnTo>
                    <a:pt x="112" y="439"/>
                  </a:lnTo>
                  <a:lnTo>
                    <a:pt x="116" y="445"/>
                  </a:lnTo>
                  <a:lnTo>
                    <a:pt x="120" y="447"/>
                  </a:lnTo>
                  <a:lnTo>
                    <a:pt x="128" y="449"/>
                  </a:lnTo>
                  <a:lnTo>
                    <a:pt x="186" y="449"/>
                  </a:lnTo>
                  <a:lnTo>
                    <a:pt x="186" y="449"/>
                  </a:lnTo>
                  <a:lnTo>
                    <a:pt x="192" y="447"/>
                  </a:lnTo>
                  <a:lnTo>
                    <a:pt x="198" y="445"/>
                  </a:lnTo>
                  <a:lnTo>
                    <a:pt x="200" y="439"/>
                  </a:lnTo>
                  <a:lnTo>
                    <a:pt x="202" y="431"/>
                  </a:lnTo>
                  <a:lnTo>
                    <a:pt x="202" y="74"/>
                  </a:lnTo>
                  <a:lnTo>
                    <a:pt x="294" y="74"/>
                  </a:lnTo>
                  <a:lnTo>
                    <a:pt x="294" y="74"/>
                  </a:lnTo>
                  <a:lnTo>
                    <a:pt x="302" y="74"/>
                  </a:lnTo>
                  <a:lnTo>
                    <a:pt x="308" y="70"/>
                  </a:lnTo>
                  <a:lnTo>
                    <a:pt x="310" y="66"/>
                  </a:lnTo>
                  <a:lnTo>
                    <a:pt x="312" y="58"/>
                  </a:lnTo>
                  <a:lnTo>
                    <a:pt x="312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2" name="Freeform 43"/>
            <p:cNvSpPr>
              <a:spLocks/>
            </p:cNvSpPr>
            <p:nvPr/>
          </p:nvSpPr>
          <p:spPr bwMode="auto">
            <a:xfrm>
              <a:off x="2456" y="2987"/>
              <a:ext cx="88" cy="449"/>
            </a:xfrm>
            <a:custGeom>
              <a:avLst/>
              <a:gdLst>
                <a:gd name="T0" fmla="*/ 16 w 88"/>
                <a:gd name="T1" fmla="*/ 449 h 449"/>
                <a:gd name="T2" fmla="*/ 72 w 88"/>
                <a:gd name="T3" fmla="*/ 449 h 449"/>
                <a:gd name="T4" fmla="*/ 72 w 88"/>
                <a:gd name="T5" fmla="*/ 449 h 449"/>
                <a:gd name="T6" fmla="*/ 80 w 88"/>
                <a:gd name="T7" fmla="*/ 447 h 449"/>
                <a:gd name="T8" fmla="*/ 86 w 88"/>
                <a:gd name="T9" fmla="*/ 445 h 449"/>
                <a:gd name="T10" fmla="*/ 88 w 88"/>
                <a:gd name="T11" fmla="*/ 439 h 449"/>
                <a:gd name="T12" fmla="*/ 88 w 88"/>
                <a:gd name="T13" fmla="*/ 431 h 449"/>
                <a:gd name="T14" fmla="*/ 88 w 88"/>
                <a:gd name="T15" fmla="*/ 18 h 449"/>
                <a:gd name="T16" fmla="*/ 88 w 88"/>
                <a:gd name="T17" fmla="*/ 18 h 449"/>
                <a:gd name="T18" fmla="*/ 88 w 88"/>
                <a:gd name="T19" fmla="*/ 10 h 449"/>
                <a:gd name="T20" fmla="*/ 86 w 88"/>
                <a:gd name="T21" fmla="*/ 4 h 449"/>
                <a:gd name="T22" fmla="*/ 80 w 88"/>
                <a:gd name="T23" fmla="*/ 2 h 449"/>
                <a:gd name="T24" fmla="*/ 72 w 88"/>
                <a:gd name="T25" fmla="*/ 0 h 449"/>
                <a:gd name="T26" fmla="*/ 16 w 88"/>
                <a:gd name="T27" fmla="*/ 0 h 449"/>
                <a:gd name="T28" fmla="*/ 16 w 88"/>
                <a:gd name="T29" fmla="*/ 0 h 449"/>
                <a:gd name="T30" fmla="*/ 8 w 88"/>
                <a:gd name="T31" fmla="*/ 2 h 449"/>
                <a:gd name="T32" fmla="*/ 4 w 88"/>
                <a:gd name="T33" fmla="*/ 4 h 449"/>
                <a:gd name="T34" fmla="*/ 0 w 88"/>
                <a:gd name="T35" fmla="*/ 10 h 449"/>
                <a:gd name="T36" fmla="*/ 0 w 88"/>
                <a:gd name="T37" fmla="*/ 18 h 449"/>
                <a:gd name="T38" fmla="*/ 0 w 88"/>
                <a:gd name="T39" fmla="*/ 431 h 449"/>
                <a:gd name="T40" fmla="*/ 0 w 88"/>
                <a:gd name="T41" fmla="*/ 431 h 449"/>
                <a:gd name="T42" fmla="*/ 0 w 88"/>
                <a:gd name="T43" fmla="*/ 439 h 449"/>
                <a:gd name="T44" fmla="*/ 4 w 88"/>
                <a:gd name="T45" fmla="*/ 445 h 449"/>
                <a:gd name="T46" fmla="*/ 8 w 88"/>
                <a:gd name="T47" fmla="*/ 447 h 449"/>
                <a:gd name="T48" fmla="*/ 16 w 88"/>
                <a:gd name="T49" fmla="*/ 449 h 449"/>
                <a:gd name="T50" fmla="*/ 16 w 88"/>
                <a:gd name="T51" fmla="*/ 449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8" h="449">
                  <a:moveTo>
                    <a:pt x="16" y="449"/>
                  </a:moveTo>
                  <a:lnTo>
                    <a:pt x="72" y="449"/>
                  </a:lnTo>
                  <a:lnTo>
                    <a:pt x="72" y="449"/>
                  </a:lnTo>
                  <a:lnTo>
                    <a:pt x="80" y="447"/>
                  </a:lnTo>
                  <a:lnTo>
                    <a:pt x="86" y="445"/>
                  </a:lnTo>
                  <a:lnTo>
                    <a:pt x="88" y="439"/>
                  </a:lnTo>
                  <a:lnTo>
                    <a:pt x="88" y="431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8" y="10"/>
                  </a:lnTo>
                  <a:lnTo>
                    <a:pt x="86" y="4"/>
                  </a:lnTo>
                  <a:lnTo>
                    <a:pt x="80" y="2"/>
                  </a:lnTo>
                  <a:lnTo>
                    <a:pt x="72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0" y="10"/>
                  </a:lnTo>
                  <a:lnTo>
                    <a:pt x="0" y="18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4" y="445"/>
                  </a:lnTo>
                  <a:lnTo>
                    <a:pt x="8" y="447"/>
                  </a:lnTo>
                  <a:lnTo>
                    <a:pt x="16" y="449"/>
                  </a:lnTo>
                  <a:lnTo>
                    <a:pt x="16" y="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3" name="Freeform 44"/>
            <p:cNvSpPr>
              <a:spLocks noEditPoints="1"/>
            </p:cNvSpPr>
            <p:nvPr/>
          </p:nvSpPr>
          <p:spPr bwMode="auto">
            <a:xfrm>
              <a:off x="0" y="2247"/>
              <a:ext cx="640" cy="483"/>
            </a:xfrm>
            <a:custGeom>
              <a:avLst/>
              <a:gdLst>
                <a:gd name="T0" fmla="*/ 552 w 640"/>
                <a:gd name="T1" fmla="*/ 483 h 483"/>
                <a:gd name="T2" fmla="*/ 570 w 640"/>
                <a:gd name="T3" fmla="*/ 409 h 483"/>
                <a:gd name="T4" fmla="*/ 630 w 640"/>
                <a:gd name="T5" fmla="*/ 303 h 483"/>
                <a:gd name="T6" fmla="*/ 624 w 640"/>
                <a:gd name="T7" fmla="*/ 214 h 483"/>
                <a:gd name="T8" fmla="*/ 562 w 640"/>
                <a:gd name="T9" fmla="*/ 184 h 483"/>
                <a:gd name="T10" fmla="*/ 484 w 640"/>
                <a:gd name="T11" fmla="*/ 168 h 483"/>
                <a:gd name="T12" fmla="*/ 374 w 640"/>
                <a:gd name="T13" fmla="*/ 206 h 483"/>
                <a:gd name="T14" fmla="*/ 340 w 640"/>
                <a:gd name="T15" fmla="*/ 190 h 483"/>
                <a:gd name="T16" fmla="*/ 370 w 640"/>
                <a:gd name="T17" fmla="*/ 144 h 483"/>
                <a:gd name="T18" fmla="*/ 344 w 640"/>
                <a:gd name="T19" fmla="*/ 100 h 483"/>
                <a:gd name="T20" fmla="*/ 356 w 640"/>
                <a:gd name="T21" fmla="*/ 76 h 483"/>
                <a:gd name="T22" fmla="*/ 382 w 640"/>
                <a:gd name="T23" fmla="*/ 60 h 483"/>
                <a:gd name="T24" fmla="*/ 360 w 640"/>
                <a:gd name="T25" fmla="*/ 44 h 483"/>
                <a:gd name="T26" fmla="*/ 334 w 640"/>
                <a:gd name="T27" fmla="*/ 26 h 483"/>
                <a:gd name="T28" fmla="*/ 320 w 640"/>
                <a:gd name="T29" fmla="*/ 0 h 483"/>
                <a:gd name="T30" fmla="*/ 304 w 640"/>
                <a:gd name="T31" fmla="*/ 22 h 483"/>
                <a:gd name="T32" fmla="*/ 286 w 640"/>
                <a:gd name="T33" fmla="*/ 46 h 483"/>
                <a:gd name="T34" fmla="*/ 260 w 640"/>
                <a:gd name="T35" fmla="*/ 60 h 483"/>
                <a:gd name="T36" fmla="*/ 280 w 640"/>
                <a:gd name="T37" fmla="*/ 78 h 483"/>
                <a:gd name="T38" fmla="*/ 296 w 640"/>
                <a:gd name="T39" fmla="*/ 100 h 483"/>
                <a:gd name="T40" fmla="*/ 270 w 640"/>
                <a:gd name="T41" fmla="*/ 144 h 483"/>
                <a:gd name="T42" fmla="*/ 300 w 640"/>
                <a:gd name="T43" fmla="*/ 190 h 483"/>
                <a:gd name="T44" fmla="*/ 266 w 640"/>
                <a:gd name="T45" fmla="*/ 206 h 483"/>
                <a:gd name="T46" fmla="*/ 156 w 640"/>
                <a:gd name="T47" fmla="*/ 168 h 483"/>
                <a:gd name="T48" fmla="*/ 78 w 640"/>
                <a:gd name="T49" fmla="*/ 184 h 483"/>
                <a:gd name="T50" fmla="*/ 16 w 640"/>
                <a:gd name="T51" fmla="*/ 214 h 483"/>
                <a:gd name="T52" fmla="*/ 10 w 640"/>
                <a:gd name="T53" fmla="*/ 303 h 483"/>
                <a:gd name="T54" fmla="*/ 70 w 640"/>
                <a:gd name="T55" fmla="*/ 409 h 483"/>
                <a:gd name="T56" fmla="*/ 564 w 640"/>
                <a:gd name="T57" fmla="*/ 216 h 483"/>
                <a:gd name="T58" fmla="*/ 598 w 640"/>
                <a:gd name="T59" fmla="*/ 267 h 483"/>
                <a:gd name="T60" fmla="*/ 540 w 640"/>
                <a:gd name="T61" fmla="*/ 371 h 483"/>
                <a:gd name="T62" fmla="*/ 512 w 640"/>
                <a:gd name="T63" fmla="*/ 403 h 483"/>
                <a:gd name="T64" fmla="*/ 520 w 640"/>
                <a:gd name="T65" fmla="*/ 439 h 483"/>
                <a:gd name="T66" fmla="*/ 464 w 640"/>
                <a:gd name="T67" fmla="*/ 403 h 483"/>
                <a:gd name="T68" fmla="*/ 528 w 640"/>
                <a:gd name="T69" fmla="*/ 301 h 483"/>
                <a:gd name="T70" fmla="*/ 540 w 640"/>
                <a:gd name="T71" fmla="*/ 216 h 483"/>
                <a:gd name="T72" fmla="*/ 370 w 640"/>
                <a:gd name="T73" fmla="*/ 347 h 483"/>
                <a:gd name="T74" fmla="*/ 346 w 640"/>
                <a:gd name="T75" fmla="*/ 245 h 483"/>
                <a:gd name="T76" fmla="*/ 444 w 640"/>
                <a:gd name="T77" fmla="*/ 204 h 483"/>
                <a:gd name="T78" fmla="*/ 490 w 640"/>
                <a:gd name="T79" fmla="*/ 212 h 483"/>
                <a:gd name="T80" fmla="*/ 488 w 640"/>
                <a:gd name="T81" fmla="*/ 279 h 483"/>
                <a:gd name="T82" fmla="*/ 404 w 640"/>
                <a:gd name="T83" fmla="*/ 331 h 483"/>
                <a:gd name="T84" fmla="*/ 416 w 640"/>
                <a:gd name="T85" fmla="*/ 407 h 483"/>
                <a:gd name="T86" fmla="*/ 344 w 640"/>
                <a:gd name="T87" fmla="*/ 407 h 483"/>
                <a:gd name="T88" fmla="*/ 158 w 640"/>
                <a:gd name="T89" fmla="*/ 206 h 483"/>
                <a:gd name="T90" fmla="*/ 232 w 640"/>
                <a:gd name="T91" fmla="*/ 222 h 483"/>
                <a:gd name="T92" fmla="*/ 288 w 640"/>
                <a:gd name="T93" fmla="*/ 305 h 483"/>
                <a:gd name="T94" fmla="*/ 286 w 640"/>
                <a:gd name="T95" fmla="*/ 387 h 483"/>
                <a:gd name="T96" fmla="*/ 296 w 640"/>
                <a:gd name="T97" fmla="*/ 407 h 483"/>
                <a:gd name="T98" fmla="*/ 224 w 640"/>
                <a:gd name="T99" fmla="*/ 407 h 483"/>
                <a:gd name="T100" fmla="*/ 210 w 640"/>
                <a:gd name="T101" fmla="*/ 337 h 483"/>
                <a:gd name="T102" fmla="*/ 144 w 640"/>
                <a:gd name="T103" fmla="*/ 263 h 483"/>
                <a:gd name="T104" fmla="*/ 150 w 640"/>
                <a:gd name="T105" fmla="*/ 212 h 483"/>
                <a:gd name="T106" fmla="*/ 100 w 640"/>
                <a:gd name="T107" fmla="*/ 216 h 483"/>
                <a:gd name="T108" fmla="*/ 114 w 640"/>
                <a:gd name="T109" fmla="*/ 301 h 483"/>
                <a:gd name="T110" fmla="*/ 176 w 640"/>
                <a:gd name="T111" fmla="*/ 403 h 483"/>
                <a:gd name="T112" fmla="*/ 120 w 640"/>
                <a:gd name="T113" fmla="*/ 439 h 483"/>
                <a:gd name="T114" fmla="*/ 128 w 640"/>
                <a:gd name="T115" fmla="*/ 403 h 483"/>
                <a:gd name="T116" fmla="*/ 100 w 640"/>
                <a:gd name="T117" fmla="*/ 371 h 483"/>
                <a:gd name="T118" fmla="*/ 42 w 640"/>
                <a:gd name="T119" fmla="*/ 267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0" h="483">
                  <a:moveTo>
                    <a:pt x="80" y="475"/>
                  </a:moveTo>
                  <a:lnTo>
                    <a:pt x="80" y="475"/>
                  </a:lnTo>
                  <a:lnTo>
                    <a:pt x="80" y="479"/>
                  </a:lnTo>
                  <a:lnTo>
                    <a:pt x="82" y="481"/>
                  </a:lnTo>
                  <a:lnTo>
                    <a:pt x="88" y="483"/>
                  </a:lnTo>
                  <a:lnTo>
                    <a:pt x="552" y="483"/>
                  </a:lnTo>
                  <a:lnTo>
                    <a:pt x="552" y="483"/>
                  </a:lnTo>
                  <a:lnTo>
                    <a:pt x="558" y="481"/>
                  </a:lnTo>
                  <a:lnTo>
                    <a:pt x="560" y="479"/>
                  </a:lnTo>
                  <a:lnTo>
                    <a:pt x="560" y="475"/>
                  </a:lnTo>
                  <a:lnTo>
                    <a:pt x="560" y="455"/>
                  </a:lnTo>
                  <a:lnTo>
                    <a:pt x="560" y="455"/>
                  </a:lnTo>
                  <a:lnTo>
                    <a:pt x="562" y="433"/>
                  </a:lnTo>
                  <a:lnTo>
                    <a:pt x="570" y="409"/>
                  </a:lnTo>
                  <a:lnTo>
                    <a:pt x="576" y="395"/>
                  </a:lnTo>
                  <a:lnTo>
                    <a:pt x="582" y="381"/>
                  </a:lnTo>
                  <a:lnTo>
                    <a:pt x="592" y="365"/>
                  </a:lnTo>
                  <a:lnTo>
                    <a:pt x="606" y="347"/>
                  </a:lnTo>
                  <a:lnTo>
                    <a:pt x="606" y="347"/>
                  </a:lnTo>
                  <a:lnTo>
                    <a:pt x="620" y="325"/>
                  </a:lnTo>
                  <a:lnTo>
                    <a:pt x="630" y="303"/>
                  </a:lnTo>
                  <a:lnTo>
                    <a:pt x="638" y="283"/>
                  </a:lnTo>
                  <a:lnTo>
                    <a:pt x="640" y="261"/>
                  </a:lnTo>
                  <a:lnTo>
                    <a:pt x="640" y="251"/>
                  </a:lnTo>
                  <a:lnTo>
                    <a:pt x="638" y="241"/>
                  </a:lnTo>
                  <a:lnTo>
                    <a:pt x="634" y="233"/>
                  </a:lnTo>
                  <a:lnTo>
                    <a:pt x="630" y="222"/>
                  </a:lnTo>
                  <a:lnTo>
                    <a:pt x="624" y="214"/>
                  </a:lnTo>
                  <a:lnTo>
                    <a:pt x="618" y="206"/>
                  </a:lnTo>
                  <a:lnTo>
                    <a:pt x="610" y="200"/>
                  </a:lnTo>
                  <a:lnTo>
                    <a:pt x="600" y="194"/>
                  </a:lnTo>
                  <a:lnTo>
                    <a:pt x="600" y="194"/>
                  </a:lnTo>
                  <a:lnTo>
                    <a:pt x="590" y="190"/>
                  </a:lnTo>
                  <a:lnTo>
                    <a:pt x="580" y="186"/>
                  </a:lnTo>
                  <a:lnTo>
                    <a:pt x="562" y="184"/>
                  </a:lnTo>
                  <a:lnTo>
                    <a:pt x="544" y="186"/>
                  </a:lnTo>
                  <a:lnTo>
                    <a:pt x="526" y="192"/>
                  </a:lnTo>
                  <a:lnTo>
                    <a:pt x="526" y="192"/>
                  </a:lnTo>
                  <a:lnTo>
                    <a:pt x="516" y="184"/>
                  </a:lnTo>
                  <a:lnTo>
                    <a:pt x="506" y="176"/>
                  </a:lnTo>
                  <a:lnTo>
                    <a:pt x="496" y="172"/>
                  </a:lnTo>
                  <a:lnTo>
                    <a:pt x="484" y="168"/>
                  </a:lnTo>
                  <a:lnTo>
                    <a:pt x="484" y="168"/>
                  </a:lnTo>
                  <a:lnTo>
                    <a:pt x="474" y="166"/>
                  </a:lnTo>
                  <a:lnTo>
                    <a:pt x="464" y="166"/>
                  </a:lnTo>
                  <a:lnTo>
                    <a:pt x="444" y="170"/>
                  </a:lnTo>
                  <a:lnTo>
                    <a:pt x="426" y="178"/>
                  </a:lnTo>
                  <a:lnTo>
                    <a:pt x="408" y="188"/>
                  </a:lnTo>
                  <a:lnTo>
                    <a:pt x="374" y="206"/>
                  </a:lnTo>
                  <a:lnTo>
                    <a:pt x="356" y="212"/>
                  </a:lnTo>
                  <a:lnTo>
                    <a:pt x="348" y="214"/>
                  </a:lnTo>
                  <a:lnTo>
                    <a:pt x="340" y="216"/>
                  </a:lnTo>
                  <a:lnTo>
                    <a:pt x="340" y="216"/>
                  </a:lnTo>
                  <a:lnTo>
                    <a:pt x="332" y="192"/>
                  </a:lnTo>
                  <a:lnTo>
                    <a:pt x="332" y="192"/>
                  </a:lnTo>
                  <a:lnTo>
                    <a:pt x="340" y="190"/>
                  </a:lnTo>
                  <a:lnTo>
                    <a:pt x="348" y="186"/>
                  </a:lnTo>
                  <a:lnTo>
                    <a:pt x="354" y="180"/>
                  </a:lnTo>
                  <a:lnTo>
                    <a:pt x="360" y="174"/>
                  </a:lnTo>
                  <a:lnTo>
                    <a:pt x="364" y="168"/>
                  </a:lnTo>
                  <a:lnTo>
                    <a:pt x="368" y="160"/>
                  </a:lnTo>
                  <a:lnTo>
                    <a:pt x="370" y="152"/>
                  </a:lnTo>
                  <a:lnTo>
                    <a:pt x="370" y="144"/>
                  </a:lnTo>
                  <a:lnTo>
                    <a:pt x="370" y="144"/>
                  </a:lnTo>
                  <a:lnTo>
                    <a:pt x="370" y="134"/>
                  </a:lnTo>
                  <a:lnTo>
                    <a:pt x="366" y="126"/>
                  </a:lnTo>
                  <a:lnTo>
                    <a:pt x="364" y="118"/>
                  </a:lnTo>
                  <a:lnTo>
                    <a:pt x="358" y="112"/>
                  </a:lnTo>
                  <a:lnTo>
                    <a:pt x="352" y="106"/>
                  </a:lnTo>
                  <a:lnTo>
                    <a:pt x="344" y="100"/>
                  </a:lnTo>
                  <a:lnTo>
                    <a:pt x="338" y="96"/>
                  </a:lnTo>
                  <a:lnTo>
                    <a:pt x="328" y="94"/>
                  </a:lnTo>
                  <a:lnTo>
                    <a:pt x="328" y="68"/>
                  </a:lnTo>
                  <a:lnTo>
                    <a:pt x="348" y="68"/>
                  </a:lnTo>
                  <a:lnTo>
                    <a:pt x="348" y="68"/>
                  </a:lnTo>
                  <a:lnTo>
                    <a:pt x="352" y="72"/>
                  </a:lnTo>
                  <a:lnTo>
                    <a:pt x="356" y="76"/>
                  </a:lnTo>
                  <a:lnTo>
                    <a:pt x="360" y="78"/>
                  </a:lnTo>
                  <a:lnTo>
                    <a:pt x="364" y="78"/>
                  </a:lnTo>
                  <a:lnTo>
                    <a:pt x="364" y="78"/>
                  </a:lnTo>
                  <a:lnTo>
                    <a:pt x="370" y="76"/>
                  </a:lnTo>
                  <a:lnTo>
                    <a:pt x="376" y="72"/>
                  </a:lnTo>
                  <a:lnTo>
                    <a:pt x="380" y="68"/>
                  </a:lnTo>
                  <a:lnTo>
                    <a:pt x="382" y="60"/>
                  </a:lnTo>
                  <a:lnTo>
                    <a:pt x="382" y="60"/>
                  </a:lnTo>
                  <a:lnTo>
                    <a:pt x="380" y="54"/>
                  </a:lnTo>
                  <a:lnTo>
                    <a:pt x="376" y="48"/>
                  </a:lnTo>
                  <a:lnTo>
                    <a:pt x="370" y="44"/>
                  </a:lnTo>
                  <a:lnTo>
                    <a:pt x="364" y="44"/>
                  </a:lnTo>
                  <a:lnTo>
                    <a:pt x="364" y="44"/>
                  </a:lnTo>
                  <a:lnTo>
                    <a:pt x="360" y="44"/>
                  </a:lnTo>
                  <a:lnTo>
                    <a:pt x="356" y="46"/>
                  </a:lnTo>
                  <a:lnTo>
                    <a:pt x="352" y="50"/>
                  </a:lnTo>
                  <a:lnTo>
                    <a:pt x="348" y="52"/>
                  </a:lnTo>
                  <a:lnTo>
                    <a:pt x="328" y="52"/>
                  </a:lnTo>
                  <a:lnTo>
                    <a:pt x="328" y="32"/>
                  </a:lnTo>
                  <a:lnTo>
                    <a:pt x="328" y="32"/>
                  </a:lnTo>
                  <a:lnTo>
                    <a:pt x="334" y="26"/>
                  </a:lnTo>
                  <a:lnTo>
                    <a:pt x="336" y="22"/>
                  </a:lnTo>
                  <a:lnTo>
                    <a:pt x="338" y="18"/>
                  </a:lnTo>
                  <a:lnTo>
                    <a:pt x="338" y="18"/>
                  </a:lnTo>
                  <a:lnTo>
                    <a:pt x="336" y="10"/>
                  </a:lnTo>
                  <a:lnTo>
                    <a:pt x="332" y="6"/>
                  </a:lnTo>
                  <a:lnTo>
                    <a:pt x="326" y="2"/>
                  </a:lnTo>
                  <a:lnTo>
                    <a:pt x="320" y="0"/>
                  </a:lnTo>
                  <a:lnTo>
                    <a:pt x="320" y="0"/>
                  </a:lnTo>
                  <a:lnTo>
                    <a:pt x="314" y="2"/>
                  </a:lnTo>
                  <a:lnTo>
                    <a:pt x="308" y="6"/>
                  </a:lnTo>
                  <a:lnTo>
                    <a:pt x="304" y="10"/>
                  </a:lnTo>
                  <a:lnTo>
                    <a:pt x="302" y="18"/>
                  </a:lnTo>
                  <a:lnTo>
                    <a:pt x="302" y="18"/>
                  </a:lnTo>
                  <a:lnTo>
                    <a:pt x="304" y="22"/>
                  </a:lnTo>
                  <a:lnTo>
                    <a:pt x="306" y="26"/>
                  </a:lnTo>
                  <a:lnTo>
                    <a:pt x="312" y="32"/>
                  </a:lnTo>
                  <a:lnTo>
                    <a:pt x="312" y="52"/>
                  </a:lnTo>
                  <a:lnTo>
                    <a:pt x="292" y="52"/>
                  </a:lnTo>
                  <a:lnTo>
                    <a:pt x="292" y="52"/>
                  </a:lnTo>
                  <a:lnTo>
                    <a:pt x="288" y="50"/>
                  </a:lnTo>
                  <a:lnTo>
                    <a:pt x="286" y="46"/>
                  </a:lnTo>
                  <a:lnTo>
                    <a:pt x="282" y="44"/>
                  </a:lnTo>
                  <a:lnTo>
                    <a:pt x="276" y="44"/>
                  </a:lnTo>
                  <a:lnTo>
                    <a:pt x="276" y="44"/>
                  </a:lnTo>
                  <a:lnTo>
                    <a:pt x="270" y="44"/>
                  </a:lnTo>
                  <a:lnTo>
                    <a:pt x="264" y="48"/>
                  </a:lnTo>
                  <a:lnTo>
                    <a:pt x="260" y="54"/>
                  </a:lnTo>
                  <a:lnTo>
                    <a:pt x="260" y="60"/>
                  </a:lnTo>
                  <a:lnTo>
                    <a:pt x="260" y="60"/>
                  </a:lnTo>
                  <a:lnTo>
                    <a:pt x="260" y="68"/>
                  </a:lnTo>
                  <a:lnTo>
                    <a:pt x="264" y="72"/>
                  </a:lnTo>
                  <a:lnTo>
                    <a:pt x="270" y="76"/>
                  </a:lnTo>
                  <a:lnTo>
                    <a:pt x="276" y="78"/>
                  </a:lnTo>
                  <a:lnTo>
                    <a:pt x="276" y="78"/>
                  </a:lnTo>
                  <a:lnTo>
                    <a:pt x="280" y="78"/>
                  </a:lnTo>
                  <a:lnTo>
                    <a:pt x="286" y="76"/>
                  </a:lnTo>
                  <a:lnTo>
                    <a:pt x="292" y="68"/>
                  </a:lnTo>
                  <a:lnTo>
                    <a:pt x="312" y="68"/>
                  </a:lnTo>
                  <a:lnTo>
                    <a:pt x="312" y="94"/>
                  </a:lnTo>
                  <a:lnTo>
                    <a:pt x="312" y="94"/>
                  </a:lnTo>
                  <a:lnTo>
                    <a:pt x="304" y="98"/>
                  </a:lnTo>
                  <a:lnTo>
                    <a:pt x="296" y="100"/>
                  </a:lnTo>
                  <a:lnTo>
                    <a:pt x="288" y="106"/>
                  </a:lnTo>
                  <a:lnTo>
                    <a:pt x="282" y="112"/>
                  </a:lnTo>
                  <a:lnTo>
                    <a:pt x="278" y="118"/>
                  </a:lnTo>
                  <a:lnTo>
                    <a:pt x="274" y="126"/>
                  </a:lnTo>
                  <a:lnTo>
                    <a:pt x="272" y="134"/>
                  </a:lnTo>
                  <a:lnTo>
                    <a:pt x="270" y="144"/>
                  </a:lnTo>
                  <a:lnTo>
                    <a:pt x="270" y="144"/>
                  </a:lnTo>
                  <a:lnTo>
                    <a:pt x="272" y="152"/>
                  </a:lnTo>
                  <a:lnTo>
                    <a:pt x="274" y="160"/>
                  </a:lnTo>
                  <a:lnTo>
                    <a:pt x="276" y="168"/>
                  </a:lnTo>
                  <a:lnTo>
                    <a:pt x="282" y="174"/>
                  </a:lnTo>
                  <a:lnTo>
                    <a:pt x="286" y="180"/>
                  </a:lnTo>
                  <a:lnTo>
                    <a:pt x="292" y="186"/>
                  </a:lnTo>
                  <a:lnTo>
                    <a:pt x="300" y="190"/>
                  </a:lnTo>
                  <a:lnTo>
                    <a:pt x="308" y="192"/>
                  </a:lnTo>
                  <a:lnTo>
                    <a:pt x="308" y="192"/>
                  </a:lnTo>
                  <a:lnTo>
                    <a:pt x="300" y="216"/>
                  </a:lnTo>
                  <a:lnTo>
                    <a:pt x="300" y="216"/>
                  </a:lnTo>
                  <a:lnTo>
                    <a:pt x="292" y="214"/>
                  </a:lnTo>
                  <a:lnTo>
                    <a:pt x="284" y="212"/>
                  </a:lnTo>
                  <a:lnTo>
                    <a:pt x="266" y="206"/>
                  </a:lnTo>
                  <a:lnTo>
                    <a:pt x="232" y="188"/>
                  </a:lnTo>
                  <a:lnTo>
                    <a:pt x="214" y="178"/>
                  </a:lnTo>
                  <a:lnTo>
                    <a:pt x="196" y="170"/>
                  </a:lnTo>
                  <a:lnTo>
                    <a:pt x="176" y="166"/>
                  </a:lnTo>
                  <a:lnTo>
                    <a:pt x="166" y="166"/>
                  </a:lnTo>
                  <a:lnTo>
                    <a:pt x="156" y="168"/>
                  </a:lnTo>
                  <a:lnTo>
                    <a:pt x="156" y="168"/>
                  </a:lnTo>
                  <a:lnTo>
                    <a:pt x="144" y="172"/>
                  </a:lnTo>
                  <a:lnTo>
                    <a:pt x="134" y="176"/>
                  </a:lnTo>
                  <a:lnTo>
                    <a:pt x="124" y="184"/>
                  </a:lnTo>
                  <a:lnTo>
                    <a:pt x="116" y="192"/>
                  </a:lnTo>
                  <a:lnTo>
                    <a:pt x="116" y="192"/>
                  </a:lnTo>
                  <a:lnTo>
                    <a:pt x="96" y="186"/>
                  </a:lnTo>
                  <a:lnTo>
                    <a:pt x="78" y="184"/>
                  </a:lnTo>
                  <a:lnTo>
                    <a:pt x="60" y="186"/>
                  </a:lnTo>
                  <a:lnTo>
                    <a:pt x="50" y="190"/>
                  </a:lnTo>
                  <a:lnTo>
                    <a:pt x="42" y="194"/>
                  </a:lnTo>
                  <a:lnTo>
                    <a:pt x="42" y="194"/>
                  </a:lnTo>
                  <a:lnTo>
                    <a:pt x="32" y="200"/>
                  </a:lnTo>
                  <a:lnTo>
                    <a:pt x="22" y="206"/>
                  </a:lnTo>
                  <a:lnTo>
                    <a:pt x="16" y="214"/>
                  </a:lnTo>
                  <a:lnTo>
                    <a:pt x="10" y="222"/>
                  </a:lnTo>
                  <a:lnTo>
                    <a:pt x="6" y="233"/>
                  </a:lnTo>
                  <a:lnTo>
                    <a:pt x="2" y="241"/>
                  </a:lnTo>
                  <a:lnTo>
                    <a:pt x="0" y="251"/>
                  </a:lnTo>
                  <a:lnTo>
                    <a:pt x="0" y="261"/>
                  </a:lnTo>
                  <a:lnTo>
                    <a:pt x="2" y="283"/>
                  </a:lnTo>
                  <a:lnTo>
                    <a:pt x="10" y="303"/>
                  </a:lnTo>
                  <a:lnTo>
                    <a:pt x="20" y="325"/>
                  </a:lnTo>
                  <a:lnTo>
                    <a:pt x="36" y="347"/>
                  </a:lnTo>
                  <a:lnTo>
                    <a:pt x="36" y="347"/>
                  </a:lnTo>
                  <a:lnTo>
                    <a:pt x="48" y="365"/>
                  </a:lnTo>
                  <a:lnTo>
                    <a:pt x="58" y="381"/>
                  </a:lnTo>
                  <a:lnTo>
                    <a:pt x="66" y="395"/>
                  </a:lnTo>
                  <a:lnTo>
                    <a:pt x="70" y="409"/>
                  </a:lnTo>
                  <a:lnTo>
                    <a:pt x="78" y="435"/>
                  </a:lnTo>
                  <a:lnTo>
                    <a:pt x="80" y="455"/>
                  </a:lnTo>
                  <a:lnTo>
                    <a:pt x="80" y="475"/>
                  </a:lnTo>
                  <a:close/>
                  <a:moveTo>
                    <a:pt x="540" y="216"/>
                  </a:moveTo>
                  <a:lnTo>
                    <a:pt x="540" y="216"/>
                  </a:lnTo>
                  <a:lnTo>
                    <a:pt x="552" y="216"/>
                  </a:lnTo>
                  <a:lnTo>
                    <a:pt x="564" y="216"/>
                  </a:lnTo>
                  <a:lnTo>
                    <a:pt x="574" y="220"/>
                  </a:lnTo>
                  <a:lnTo>
                    <a:pt x="584" y="227"/>
                  </a:lnTo>
                  <a:lnTo>
                    <a:pt x="584" y="227"/>
                  </a:lnTo>
                  <a:lnTo>
                    <a:pt x="592" y="237"/>
                  </a:lnTo>
                  <a:lnTo>
                    <a:pt x="596" y="247"/>
                  </a:lnTo>
                  <a:lnTo>
                    <a:pt x="598" y="257"/>
                  </a:lnTo>
                  <a:lnTo>
                    <a:pt x="598" y="267"/>
                  </a:lnTo>
                  <a:lnTo>
                    <a:pt x="596" y="277"/>
                  </a:lnTo>
                  <a:lnTo>
                    <a:pt x="594" y="287"/>
                  </a:lnTo>
                  <a:lnTo>
                    <a:pt x="584" y="307"/>
                  </a:lnTo>
                  <a:lnTo>
                    <a:pt x="570" y="325"/>
                  </a:lnTo>
                  <a:lnTo>
                    <a:pt x="558" y="343"/>
                  </a:lnTo>
                  <a:lnTo>
                    <a:pt x="546" y="357"/>
                  </a:lnTo>
                  <a:lnTo>
                    <a:pt x="540" y="371"/>
                  </a:lnTo>
                  <a:lnTo>
                    <a:pt x="540" y="371"/>
                  </a:lnTo>
                  <a:lnTo>
                    <a:pt x="516" y="361"/>
                  </a:lnTo>
                  <a:lnTo>
                    <a:pt x="516" y="361"/>
                  </a:lnTo>
                  <a:lnTo>
                    <a:pt x="514" y="371"/>
                  </a:lnTo>
                  <a:lnTo>
                    <a:pt x="512" y="383"/>
                  </a:lnTo>
                  <a:lnTo>
                    <a:pt x="512" y="393"/>
                  </a:lnTo>
                  <a:lnTo>
                    <a:pt x="512" y="403"/>
                  </a:lnTo>
                  <a:lnTo>
                    <a:pt x="516" y="423"/>
                  </a:lnTo>
                  <a:lnTo>
                    <a:pt x="522" y="435"/>
                  </a:lnTo>
                  <a:lnTo>
                    <a:pt x="522" y="435"/>
                  </a:lnTo>
                  <a:lnTo>
                    <a:pt x="522" y="439"/>
                  </a:lnTo>
                  <a:lnTo>
                    <a:pt x="522" y="439"/>
                  </a:lnTo>
                  <a:lnTo>
                    <a:pt x="520" y="439"/>
                  </a:lnTo>
                  <a:lnTo>
                    <a:pt x="520" y="439"/>
                  </a:lnTo>
                  <a:lnTo>
                    <a:pt x="496" y="431"/>
                  </a:lnTo>
                  <a:lnTo>
                    <a:pt x="464" y="421"/>
                  </a:lnTo>
                  <a:lnTo>
                    <a:pt x="464" y="421"/>
                  </a:lnTo>
                  <a:lnTo>
                    <a:pt x="462" y="419"/>
                  </a:lnTo>
                  <a:lnTo>
                    <a:pt x="462" y="417"/>
                  </a:lnTo>
                  <a:lnTo>
                    <a:pt x="462" y="417"/>
                  </a:lnTo>
                  <a:lnTo>
                    <a:pt x="464" y="403"/>
                  </a:lnTo>
                  <a:lnTo>
                    <a:pt x="468" y="389"/>
                  </a:lnTo>
                  <a:lnTo>
                    <a:pt x="476" y="375"/>
                  </a:lnTo>
                  <a:lnTo>
                    <a:pt x="482" y="361"/>
                  </a:lnTo>
                  <a:lnTo>
                    <a:pt x="500" y="337"/>
                  </a:lnTo>
                  <a:lnTo>
                    <a:pt x="518" y="313"/>
                  </a:lnTo>
                  <a:lnTo>
                    <a:pt x="518" y="313"/>
                  </a:lnTo>
                  <a:lnTo>
                    <a:pt x="528" y="301"/>
                  </a:lnTo>
                  <a:lnTo>
                    <a:pt x="534" y="287"/>
                  </a:lnTo>
                  <a:lnTo>
                    <a:pt x="538" y="275"/>
                  </a:lnTo>
                  <a:lnTo>
                    <a:pt x="542" y="263"/>
                  </a:lnTo>
                  <a:lnTo>
                    <a:pt x="544" y="251"/>
                  </a:lnTo>
                  <a:lnTo>
                    <a:pt x="544" y="239"/>
                  </a:lnTo>
                  <a:lnTo>
                    <a:pt x="542" y="229"/>
                  </a:lnTo>
                  <a:lnTo>
                    <a:pt x="540" y="216"/>
                  </a:lnTo>
                  <a:lnTo>
                    <a:pt x="540" y="216"/>
                  </a:lnTo>
                  <a:close/>
                  <a:moveTo>
                    <a:pt x="342" y="401"/>
                  </a:moveTo>
                  <a:lnTo>
                    <a:pt x="342" y="401"/>
                  </a:lnTo>
                  <a:lnTo>
                    <a:pt x="350" y="395"/>
                  </a:lnTo>
                  <a:lnTo>
                    <a:pt x="354" y="387"/>
                  </a:lnTo>
                  <a:lnTo>
                    <a:pt x="364" y="367"/>
                  </a:lnTo>
                  <a:lnTo>
                    <a:pt x="370" y="347"/>
                  </a:lnTo>
                  <a:lnTo>
                    <a:pt x="372" y="329"/>
                  </a:lnTo>
                  <a:lnTo>
                    <a:pt x="372" y="329"/>
                  </a:lnTo>
                  <a:lnTo>
                    <a:pt x="352" y="327"/>
                  </a:lnTo>
                  <a:lnTo>
                    <a:pt x="352" y="327"/>
                  </a:lnTo>
                  <a:lnTo>
                    <a:pt x="352" y="305"/>
                  </a:lnTo>
                  <a:lnTo>
                    <a:pt x="350" y="285"/>
                  </a:lnTo>
                  <a:lnTo>
                    <a:pt x="346" y="245"/>
                  </a:lnTo>
                  <a:lnTo>
                    <a:pt x="346" y="245"/>
                  </a:lnTo>
                  <a:lnTo>
                    <a:pt x="356" y="245"/>
                  </a:lnTo>
                  <a:lnTo>
                    <a:pt x="368" y="241"/>
                  </a:lnTo>
                  <a:lnTo>
                    <a:pt x="390" y="233"/>
                  </a:lnTo>
                  <a:lnTo>
                    <a:pt x="410" y="222"/>
                  </a:lnTo>
                  <a:lnTo>
                    <a:pt x="428" y="212"/>
                  </a:lnTo>
                  <a:lnTo>
                    <a:pt x="444" y="204"/>
                  </a:lnTo>
                  <a:lnTo>
                    <a:pt x="452" y="202"/>
                  </a:lnTo>
                  <a:lnTo>
                    <a:pt x="460" y="200"/>
                  </a:lnTo>
                  <a:lnTo>
                    <a:pt x="468" y="200"/>
                  </a:lnTo>
                  <a:lnTo>
                    <a:pt x="476" y="202"/>
                  </a:lnTo>
                  <a:lnTo>
                    <a:pt x="484" y="206"/>
                  </a:lnTo>
                  <a:lnTo>
                    <a:pt x="490" y="212"/>
                  </a:lnTo>
                  <a:lnTo>
                    <a:pt x="490" y="212"/>
                  </a:lnTo>
                  <a:lnTo>
                    <a:pt x="496" y="220"/>
                  </a:lnTo>
                  <a:lnTo>
                    <a:pt x="500" y="229"/>
                  </a:lnTo>
                  <a:lnTo>
                    <a:pt x="502" y="237"/>
                  </a:lnTo>
                  <a:lnTo>
                    <a:pt x="502" y="247"/>
                  </a:lnTo>
                  <a:lnTo>
                    <a:pt x="500" y="255"/>
                  </a:lnTo>
                  <a:lnTo>
                    <a:pt x="496" y="263"/>
                  </a:lnTo>
                  <a:lnTo>
                    <a:pt x="488" y="279"/>
                  </a:lnTo>
                  <a:lnTo>
                    <a:pt x="476" y="295"/>
                  </a:lnTo>
                  <a:lnTo>
                    <a:pt x="462" y="311"/>
                  </a:lnTo>
                  <a:lnTo>
                    <a:pt x="452" y="325"/>
                  </a:lnTo>
                  <a:lnTo>
                    <a:pt x="446" y="339"/>
                  </a:lnTo>
                  <a:lnTo>
                    <a:pt x="446" y="339"/>
                  </a:lnTo>
                  <a:lnTo>
                    <a:pt x="432" y="337"/>
                  </a:lnTo>
                  <a:lnTo>
                    <a:pt x="404" y="331"/>
                  </a:lnTo>
                  <a:lnTo>
                    <a:pt x="404" y="331"/>
                  </a:lnTo>
                  <a:lnTo>
                    <a:pt x="402" y="341"/>
                  </a:lnTo>
                  <a:lnTo>
                    <a:pt x="402" y="351"/>
                  </a:lnTo>
                  <a:lnTo>
                    <a:pt x="404" y="373"/>
                  </a:lnTo>
                  <a:lnTo>
                    <a:pt x="410" y="393"/>
                  </a:lnTo>
                  <a:lnTo>
                    <a:pt x="416" y="407"/>
                  </a:lnTo>
                  <a:lnTo>
                    <a:pt x="416" y="407"/>
                  </a:lnTo>
                  <a:lnTo>
                    <a:pt x="418" y="409"/>
                  </a:lnTo>
                  <a:lnTo>
                    <a:pt x="416" y="411"/>
                  </a:lnTo>
                  <a:lnTo>
                    <a:pt x="412" y="413"/>
                  </a:lnTo>
                  <a:lnTo>
                    <a:pt x="412" y="413"/>
                  </a:lnTo>
                  <a:lnTo>
                    <a:pt x="382" y="409"/>
                  </a:lnTo>
                  <a:lnTo>
                    <a:pt x="344" y="407"/>
                  </a:lnTo>
                  <a:lnTo>
                    <a:pt x="344" y="407"/>
                  </a:lnTo>
                  <a:lnTo>
                    <a:pt x="340" y="405"/>
                  </a:lnTo>
                  <a:lnTo>
                    <a:pt x="340" y="403"/>
                  </a:lnTo>
                  <a:lnTo>
                    <a:pt x="342" y="401"/>
                  </a:lnTo>
                  <a:lnTo>
                    <a:pt x="342" y="401"/>
                  </a:lnTo>
                  <a:close/>
                  <a:moveTo>
                    <a:pt x="150" y="212"/>
                  </a:moveTo>
                  <a:lnTo>
                    <a:pt x="150" y="212"/>
                  </a:lnTo>
                  <a:lnTo>
                    <a:pt x="158" y="206"/>
                  </a:lnTo>
                  <a:lnTo>
                    <a:pt x="164" y="202"/>
                  </a:lnTo>
                  <a:lnTo>
                    <a:pt x="172" y="200"/>
                  </a:lnTo>
                  <a:lnTo>
                    <a:pt x="180" y="200"/>
                  </a:lnTo>
                  <a:lnTo>
                    <a:pt x="188" y="202"/>
                  </a:lnTo>
                  <a:lnTo>
                    <a:pt x="196" y="204"/>
                  </a:lnTo>
                  <a:lnTo>
                    <a:pt x="212" y="212"/>
                  </a:lnTo>
                  <a:lnTo>
                    <a:pt x="232" y="222"/>
                  </a:lnTo>
                  <a:lnTo>
                    <a:pt x="252" y="233"/>
                  </a:lnTo>
                  <a:lnTo>
                    <a:pt x="272" y="241"/>
                  </a:lnTo>
                  <a:lnTo>
                    <a:pt x="284" y="245"/>
                  </a:lnTo>
                  <a:lnTo>
                    <a:pt x="296" y="245"/>
                  </a:lnTo>
                  <a:lnTo>
                    <a:pt x="296" y="245"/>
                  </a:lnTo>
                  <a:lnTo>
                    <a:pt x="290" y="285"/>
                  </a:lnTo>
                  <a:lnTo>
                    <a:pt x="288" y="305"/>
                  </a:lnTo>
                  <a:lnTo>
                    <a:pt x="288" y="327"/>
                  </a:lnTo>
                  <a:lnTo>
                    <a:pt x="288" y="327"/>
                  </a:lnTo>
                  <a:lnTo>
                    <a:pt x="268" y="329"/>
                  </a:lnTo>
                  <a:lnTo>
                    <a:pt x="268" y="329"/>
                  </a:lnTo>
                  <a:lnTo>
                    <a:pt x="270" y="347"/>
                  </a:lnTo>
                  <a:lnTo>
                    <a:pt x="276" y="367"/>
                  </a:lnTo>
                  <a:lnTo>
                    <a:pt x="286" y="387"/>
                  </a:lnTo>
                  <a:lnTo>
                    <a:pt x="292" y="395"/>
                  </a:lnTo>
                  <a:lnTo>
                    <a:pt x="298" y="401"/>
                  </a:lnTo>
                  <a:lnTo>
                    <a:pt x="298" y="401"/>
                  </a:lnTo>
                  <a:lnTo>
                    <a:pt x="300" y="403"/>
                  </a:lnTo>
                  <a:lnTo>
                    <a:pt x="300" y="405"/>
                  </a:lnTo>
                  <a:lnTo>
                    <a:pt x="296" y="407"/>
                  </a:lnTo>
                  <a:lnTo>
                    <a:pt x="296" y="407"/>
                  </a:lnTo>
                  <a:lnTo>
                    <a:pt x="258" y="409"/>
                  </a:lnTo>
                  <a:lnTo>
                    <a:pt x="228" y="413"/>
                  </a:lnTo>
                  <a:lnTo>
                    <a:pt x="228" y="413"/>
                  </a:lnTo>
                  <a:lnTo>
                    <a:pt x="224" y="411"/>
                  </a:lnTo>
                  <a:lnTo>
                    <a:pt x="222" y="409"/>
                  </a:lnTo>
                  <a:lnTo>
                    <a:pt x="224" y="407"/>
                  </a:lnTo>
                  <a:lnTo>
                    <a:pt x="224" y="407"/>
                  </a:lnTo>
                  <a:lnTo>
                    <a:pt x="232" y="393"/>
                  </a:lnTo>
                  <a:lnTo>
                    <a:pt x="236" y="373"/>
                  </a:lnTo>
                  <a:lnTo>
                    <a:pt x="238" y="351"/>
                  </a:lnTo>
                  <a:lnTo>
                    <a:pt x="238" y="341"/>
                  </a:lnTo>
                  <a:lnTo>
                    <a:pt x="236" y="331"/>
                  </a:lnTo>
                  <a:lnTo>
                    <a:pt x="236" y="331"/>
                  </a:lnTo>
                  <a:lnTo>
                    <a:pt x="210" y="337"/>
                  </a:lnTo>
                  <a:lnTo>
                    <a:pt x="194" y="339"/>
                  </a:lnTo>
                  <a:lnTo>
                    <a:pt x="194" y="339"/>
                  </a:lnTo>
                  <a:lnTo>
                    <a:pt x="188" y="325"/>
                  </a:lnTo>
                  <a:lnTo>
                    <a:pt x="178" y="311"/>
                  </a:lnTo>
                  <a:lnTo>
                    <a:pt x="166" y="295"/>
                  </a:lnTo>
                  <a:lnTo>
                    <a:pt x="154" y="279"/>
                  </a:lnTo>
                  <a:lnTo>
                    <a:pt x="144" y="263"/>
                  </a:lnTo>
                  <a:lnTo>
                    <a:pt x="140" y="255"/>
                  </a:lnTo>
                  <a:lnTo>
                    <a:pt x="138" y="247"/>
                  </a:lnTo>
                  <a:lnTo>
                    <a:pt x="138" y="237"/>
                  </a:lnTo>
                  <a:lnTo>
                    <a:pt x="140" y="229"/>
                  </a:lnTo>
                  <a:lnTo>
                    <a:pt x="144" y="220"/>
                  </a:lnTo>
                  <a:lnTo>
                    <a:pt x="150" y="212"/>
                  </a:lnTo>
                  <a:lnTo>
                    <a:pt x="150" y="212"/>
                  </a:lnTo>
                  <a:close/>
                  <a:moveTo>
                    <a:pt x="56" y="227"/>
                  </a:moveTo>
                  <a:lnTo>
                    <a:pt x="56" y="227"/>
                  </a:lnTo>
                  <a:lnTo>
                    <a:pt x="66" y="220"/>
                  </a:lnTo>
                  <a:lnTo>
                    <a:pt x="76" y="216"/>
                  </a:lnTo>
                  <a:lnTo>
                    <a:pt x="88" y="216"/>
                  </a:lnTo>
                  <a:lnTo>
                    <a:pt x="100" y="216"/>
                  </a:lnTo>
                  <a:lnTo>
                    <a:pt x="100" y="216"/>
                  </a:lnTo>
                  <a:lnTo>
                    <a:pt x="98" y="229"/>
                  </a:lnTo>
                  <a:lnTo>
                    <a:pt x="96" y="239"/>
                  </a:lnTo>
                  <a:lnTo>
                    <a:pt x="96" y="251"/>
                  </a:lnTo>
                  <a:lnTo>
                    <a:pt x="98" y="263"/>
                  </a:lnTo>
                  <a:lnTo>
                    <a:pt x="102" y="275"/>
                  </a:lnTo>
                  <a:lnTo>
                    <a:pt x="106" y="287"/>
                  </a:lnTo>
                  <a:lnTo>
                    <a:pt x="114" y="301"/>
                  </a:lnTo>
                  <a:lnTo>
                    <a:pt x="122" y="313"/>
                  </a:lnTo>
                  <a:lnTo>
                    <a:pt x="122" y="313"/>
                  </a:lnTo>
                  <a:lnTo>
                    <a:pt x="140" y="337"/>
                  </a:lnTo>
                  <a:lnTo>
                    <a:pt x="158" y="361"/>
                  </a:lnTo>
                  <a:lnTo>
                    <a:pt x="166" y="375"/>
                  </a:lnTo>
                  <a:lnTo>
                    <a:pt x="172" y="389"/>
                  </a:lnTo>
                  <a:lnTo>
                    <a:pt x="176" y="403"/>
                  </a:lnTo>
                  <a:lnTo>
                    <a:pt x="180" y="417"/>
                  </a:lnTo>
                  <a:lnTo>
                    <a:pt x="180" y="417"/>
                  </a:lnTo>
                  <a:lnTo>
                    <a:pt x="178" y="419"/>
                  </a:lnTo>
                  <a:lnTo>
                    <a:pt x="176" y="421"/>
                  </a:lnTo>
                  <a:lnTo>
                    <a:pt x="176" y="421"/>
                  </a:lnTo>
                  <a:lnTo>
                    <a:pt x="144" y="431"/>
                  </a:lnTo>
                  <a:lnTo>
                    <a:pt x="120" y="439"/>
                  </a:lnTo>
                  <a:lnTo>
                    <a:pt x="120" y="439"/>
                  </a:lnTo>
                  <a:lnTo>
                    <a:pt x="118" y="439"/>
                  </a:lnTo>
                  <a:lnTo>
                    <a:pt x="118" y="439"/>
                  </a:lnTo>
                  <a:lnTo>
                    <a:pt x="118" y="435"/>
                  </a:lnTo>
                  <a:lnTo>
                    <a:pt x="118" y="435"/>
                  </a:lnTo>
                  <a:lnTo>
                    <a:pt x="124" y="423"/>
                  </a:lnTo>
                  <a:lnTo>
                    <a:pt x="128" y="403"/>
                  </a:lnTo>
                  <a:lnTo>
                    <a:pt x="130" y="393"/>
                  </a:lnTo>
                  <a:lnTo>
                    <a:pt x="130" y="383"/>
                  </a:lnTo>
                  <a:lnTo>
                    <a:pt x="128" y="371"/>
                  </a:lnTo>
                  <a:lnTo>
                    <a:pt x="124" y="361"/>
                  </a:lnTo>
                  <a:lnTo>
                    <a:pt x="124" y="361"/>
                  </a:lnTo>
                  <a:lnTo>
                    <a:pt x="100" y="371"/>
                  </a:lnTo>
                  <a:lnTo>
                    <a:pt x="100" y="371"/>
                  </a:lnTo>
                  <a:lnTo>
                    <a:pt x="94" y="357"/>
                  </a:lnTo>
                  <a:lnTo>
                    <a:pt x="84" y="343"/>
                  </a:lnTo>
                  <a:lnTo>
                    <a:pt x="70" y="325"/>
                  </a:lnTo>
                  <a:lnTo>
                    <a:pt x="58" y="307"/>
                  </a:lnTo>
                  <a:lnTo>
                    <a:pt x="48" y="287"/>
                  </a:lnTo>
                  <a:lnTo>
                    <a:pt x="44" y="277"/>
                  </a:lnTo>
                  <a:lnTo>
                    <a:pt x="42" y="267"/>
                  </a:lnTo>
                  <a:lnTo>
                    <a:pt x="42" y="257"/>
                  </a:lnTo>
                  <a:lnTo>
                    <a:pt x="44" y="247"/>
                  </a:lnTo>
                  <a:lnTo>
                    <a:pt x="50" y="237"/>
                  </a:lnTo>
                  <a:lnTo>
                    <a:pt x="56" y="227"/>
                  </a:lnTo>
                  <a:lnTo>
                    <a:pt x="56" y="2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4" name="Freeform 45"/>
            <p:cNvSpPr>
              <a:spLocks/>
            </p:cNvSpPr>
            <p:nvPr/>
          </p:nvSpPr>
          <p:spPr bwMode="auto">
            <a:xfrm>
              <a:off x="80" y="2774"/>
              <a:ext cx="480" cy="70"/>
            </a:xfrm>
            <a:custGeom>
              <a:avLst/>
              <a:gdLst>
                <a:gd name="T0" fmla="*/ 6 w 480"/>
                <a:gd name="T1" fmla="*/ 0 h 70"/>
                <a:gd name="T2" fmla="*/ 6 w 480"/>
                <a:gd name="T3" fmla="*/ 0 h 70"/>
                <a:gd name="T4" fmla="*/ 2 w 480"/>
                <a:gd name="T5" fmla="*/ 2 h 70"/>
                <a:gd name="T6" fmla="*/ 0 w 480"/>
                <a:gd name="T7" fmla="*/ 6 h 70"/>
                <a:gd name="T8" fmla="*/ 0 w 480"/>
                <a:gd name="T9" fmla="*/ 64 h 70"/>
                <a:gd name="T10" fmla="*/ 0 w 480"/>
                <a:gd name="T11" fmla="*/ 64 h 70"/>
                <a:gd name="T12" fmla="*/ 2 w 480"/>
                <a:gd name="T13" fmla="*/ 68 h 70"/>
                <a:gd name="T14" fmla="*/ 6 w 480"/>
                <a:gd name="T15" fmla="*/ 70 h 70"/>
                <a:gd name="T16" fmla="*/ 474 w 480"/>
                <a:gd name="T17" fmla="*/ 70 h 70"/>
                <a:gd name="T18" fmla="*/ 474 w 480"/>
                <a:gd name="T19" fmla="*/ 70 h 70"/>
                <a:gd name="T20" fmla="*/ 478 w 480"/>
                <a:gd name="T21" fmla="*/ 68 h 70"/>
                <a:gd name="T22" fmla="*/ 480 w 480"/>
                <a:gd name="T23" fmla="*/ 64 h 70"/>
                <a:gd name="T24" fmla="*/ 480 w 480"/>
                <a:gd name="T25" fmla="*/ 6 h 70"/>
                <a:gd name="T26" fmla="*/ 480 w 480"/>
                <a:gd name="T27" fmla="*/ 6 h 70"/>
                <a:gd name="T28" fmla="*/ 478 w 480"/>
                <a:gd name="T29" fmla="*/ 2 h 70"/>
                <a:gd name="T30" fmla="*/ 474 w 480"/>
                <a:gd name="T31" fmla="*/ 0 h 70"/>
                <a:gd name="T32" fmla="*/ 6 w 480"/>
                <a:gd name="T33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0" h="70">
                  <a:moveTo>
                    <a:pt x="6" y="0"/>
                  </a:moveTo>
                  <a:lnTo>
                    <a:pt x="6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2" y="68"/>
                  </a:lnTo>
                  <a:lnTo>
                    <a:pt x="6" y="70"/>
                  </a:lnTo>
                  <a:lnTo>
                    <a:pt x="474" y="70"/>
                  </a:lnTo>
                  <a:lnTo>
                    <a:pt x="474" y="70"/>
                  </a:lnTo>
                  <a:lnTo>
                    <a:pt x="478" y="68"/>
                  </a:lnTo>
                  <a:lnTo>
                    <a:pt x="480" y="64"/>
                  </a:lnTo>
                  <a:lnTo>
                    <a:pt x="480" y="6"/>
                  </a:lnTo>
                  <a:lnTo>
                    <a:pt x="480" y="6"/>
                  </a:lnTo>
                  <a:lnTo>
                    <a:pt x="478" y="2"/>
                  </a:lnTo>
                  <a:lnTo>
                    <a:pt x="47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</p:grpSp>
    </p:spTree>
    <p:extLst>
      <p:ext uri="{BB962C8B-B14F-4D97-AF65-F5344CB8AC3E}">
        <p14:creationId xmlns:p14="http://schemas.microsoft.com/office/powerpoint/2010/main" val="2015602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1"/>
          </p:cNvSpPr>
          <p:nvPr>
            <p:ph type="ctrTitle" hasCustomPrompt="1"/>
          </p:nvPr>
        </p:nvSpPr>
        <p:spPr>
          <a:xfrm>
            <a:off x="2736574" y="1341438"/>
            <a:ext cx="6718852" cy="4526927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4800" i="1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Tilføj citat</a:t>
            </a:r>
            <a:endParaRPr lang="en-US" dirty="0"/>
          </a:p>
        </p:txBody>
      </p:sp>
      <p:sp>
        <p:nvSpPr>
          <p:cNvPr id="35" name="Pladsholder til tekst 28"/>
          <p:cNvSpPr>
            <a:spLocks noGrp="1"/>
          </p:cNvSpPr>
          <p:nvPr>
            <p:ph type="body" sz="quarter" idx="16" hasCustomPrompt="1"/>
          </p:nvPr>
        </p:nvSpPr>
        <p:spPr>
          <a:xfrm>
            <a:off x="2736574" y="6142383"/>
            <a:ext cx="6718852" cy="202855"/>
          </a:xfrm>
          <a:prstGeom prst="rect">
            <a:avLst/>
          </a:prstGeom>
        </p:spPr>
        <p:txBody>
          <a:bodyPr lIns="0" tIns="0" rIns="0" bIns="0" anchor="b" anchorCtr="0"/>
          <a:lstStyle>
            <a:lvl1pPr marL="72000" indent="0">
              <a:buNone/>
              <a:defRPr sz="1800" baseline="0"/>
            </a:lvl1pPr>
          </a:lstStyle>
          <a:p>
            <a:pPr lvl="0"/>
            <a:r>
              <a:rPr lang="da-DK" dirty="0"/>
              <a:t>Tilføj navn, kilde</a:t>
            </a:r>
          </a:p>
        </p:txBody>
      </p:sp>
      <p:sp>
        <p:nvSpPr>
          <p:cNvPr id="2" name="Tekstfelt 1"/>
          <p:cNvSpPr txBox="1"/>
          <p:nvPr userDrawn="1"/>
        </p:nvSpPr>
        <p:spPr>
          <a:xfrm>
            <a:off x="667441" y="364332"/>
            <a:ext cx="172940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0000" dirty="0"/>
              <a:t>”</a:t>
            </a:r>
          </a:p>
        </p:txBody>
      </p:sp>
      <p:grpSp>
        <p:nvGrpSpPr>
          <p:cNvPr id="6" name="Group 26"/>
          <p:cNvGrpSpPr>
            <a:grpSpLocks noChangeAspect="1"/>
          </p:cNvGrpSpPr>
          <p:nvPr userDrawn="1"/>
        </p:nvGrpSpPr>
        <p:grpSpPr bwMode="auto">
          <a:xfrm>
            <a:off x="10127018" y="89601"/>
            <a:ext cx="1616631" cy="860403"/>
            <a:chOff x="0" y="2247"/>
            <a:chExt cx="3352" cy="1784"/>
          </a:xfrm>
          <a:solidFill>
            <a:schemeClr val="tx1"/>
          </a:solidFill>
        </p:grpSpPr>
        <p:sp>
          <p:nvSpPr>
            <p:cNvPr id="7" name="Freeform 27"/>
            <p:cNvSpPr>
              <a:spLocks/>
            </p:cNvSpPr>
            <p:nvPr/>
          </p:nvSpPr>
          <p:spPr bwMode="auto">
            <a:xfrm>
              <a:off x="532" y="3584"/>
              <a:ext cx="260" cy="447"/>
            </a:xfrm>
            <a:custGeom>
              <a:avLst/>
              <a:gdLst>
                <a:gd name="T0" fmla="*/ 244 w 260"/>
                <a:gd name="T1" fmla="*/ 373 h 447"/>
                <a:gd name="T2" fmla="*/ 88 w 260"/>
                <a:gd name="T3" fmla="*/ 373 h 447"/>
                <a:gd name="T4" fmla="*/ 88 w 260"/>
                <a:gd name="T5" fmla="*/ 251 h 447"/>
                <a:gd name="T6" fmla="*/ 226 w 260"/>
                <a:gd name="T7" fmla="*/ 251 h 447"/>
                <a:gd name="T8" fmla="*/ 226 w 260"/>
                <a:gd name="T9" fmla="*/ 251 h 447"/>
                <a:gd name="T10" fmla="*/ 234 w 260"/>
                <a:gd name="T11" fmla="*/ 251 h 447"/>
                <a:gd name="T12" fmla="*/ 240 w 260"/>
                <a:gd name="T13" fmla="*/ 247 h 447"/>
                <a:gd name="T14" fmla="*/ 242 w 260"/>
                <a:gd name="T15" fmla="*/ 243 h 447"/>
                <a:gd name="T16" fmla="*/ 244 w 260"/>
                <a:gd name="T17" fmla="*/ 235 h 447"/>
                <a:gd name="T18" fmla="*/ 244 w 260"/>
                <a:gd name="T19" fmla="*/ 196 h 447"/>
                <a:gd name="T20" fmla="*/ 244 w 260"/>
                <a:gd name="T21" fmla="*/ 196 h 447"/>
                <a:gd name="T22" fmla="*/ 242 w 260"/>
                <a:gd name="T23" fmla="*/ 188 h 447"/>
                <a:gd name="T24" fmla="*/ 240 w 260"/>
                <a:gd name="T25" fmla="*/ 182 h 447"/>
                <a:gd name="T26" fmla="*/ 234 w 260"/>
                <a:gd name="T27" fmla="*/ 180 h 447"/>
                <a:gd name="T28" fmla="*/ 226 w 260"/>
                <a:gd name="T29" fmla="*/ 180 h 447"/>
                <a:gd name="T30" fmla="*/ 88 w 260"/>
                <a:gd name="T31" fmla="*/ 180 h 447"/>
                <a:gd name="T32" fmla="*/ 88 w 260"/>
                <a:gd name="T33" fmla="*/ 72 h 447"/>
                <a:gd name="T34" fmla="*/ 238 w 260"/>
                <a:gd name="T35" fmla="*/ 72 h 447"/>
                <a:gd name="T36" fmla="*/ 238 w 260"/>
                <a:gd name="T37" fmla="*/ 72 h 447"/>
                <a:gd name="T38" fmla="*/ 244 w 260"/>
                <a:gd name="T39" fmla="*/ 72 h 447"/>
                <a:gd name="T40" fmla="*/ 250 w 260"/>
                <a:gd name="T41" fmla="*/ 70 h 447"/>
                <a:gd name="T42" fmla="*/ 254 w 260"/>
                <a:gd name="T43" fmla="*/ 64 h 447"/>
                <a:gd name="T44" fmla="*/ 254 w 260"/>
                <a:gd name="T45" fmla="*/ 56 h 447"/>
                <a:gd name="T46" fmla="*/ 254 w 260"/>
                <a:gd name="T47" fmla="*/ 16 h 447"/>
                <a:gd name="T48" fmla="*/ 254 w 260"/>
                <a:gd name="T49" fmla="*/ 16 h 447"/>
                <a:gd name="T50" fmla="*/ 254 w 260"/>
                <a:gd name="T51" fmla="*/ 8 h 447"/>
                <a:gd name="T52" fmla="*/ 250 w 260"/>
                <a:gd name="T53" fmla="*/ 2 h 447"/>
                <a:gd name="T54" fmla="*/ 244 w 260"/>
                <a:gd name="T55" fmla="*/ 0 h 447"/>
                <a:gd name="T56" fmla="*/ 238 w 260"/>
                <a:gd name="T57" fmla="*/ 0 h 447"/>
                <a:gd name="T58" fmla="*/ 14 w 260"/>
                <a:gd name="T59" fmla="*/ 0 h 447"/>
                <a:gd name="T60" fmla="*/ 14 w 260"/>
                <a:gd name="T61" fmla="*/ 0 h 447"/>
                <a:gd name="T62" fmla="*/ 8 w 260"/>
                <a:gd name="T63" fmla="*/ 0 h 447"/>
                <a:gd name="T64" fmla="*/ 2 w 260"/>
                <a:gd name="T65" fmla="*/ 4 h 447"/>
                <a:gd name="T66" fmla="*/ 0 w 260"/>
                <a:gd name="T67" fmla="*/ 8 h 447"/>
                <a:gd name="T68" fmla="*/ 0 w 260"/>
                <a:gd name="T69" fmla="*/ 16 h 447"/>
                <a:gd name="T70" fmla="*/ 0 w 260"/>
                <a:gd name="T71" fmla="*/ 431 h 447"/>
                <a:gd name="T72" fmla="*/ 0 w 260"/>
                <a:gd name="T73" fmla="*/ 431 h 447"/>
                <a:gd name="T74" fmla="*/ 0 w 260"/>
                <a:gd name="T75" fmla="*/ 439 h 447"/>
                <a:gd name="T76" fmla="*/ 2 w 260"/>
                <a:gd name="T77" fmla="*/ 443 h 447"/>
                <a:gd name="T78" fmla="*/ 8 w 260"/>
                <a:gd name="T79" fmla="*/ 447 h 447"/>
                <a:gd name="T80" fmla="*/ 14 w 260"/>
                <a:gd name="T81" fmla="*/ 447 h 447"/>
                <a:gd name="T82" fmla="*/ 244 w 260"/>
                <a:gd name="T83" fmla="*/ 447 h 447"/>
                <a:gd name="T84" fmla="*/ 244 w 260"/>
                <a:gd name="T85" fmla="*/ 447 h 447"/>
                <a:gd name="T86" fmla="*/ 252 w 260"/>
                <a:gd name="T87" fmla="*/ 447 h 447"/>
                <a:gd name="T88" fmla="*/ 256 w 260"/>
                <a:gd name="T89" fmla="*/ 443 h 447"/>
                <a:gd name="T90" fmla="*/ 260 w 260"/>
                <a:gd name="T91" fmla="*/ 439 h 447"/>
                <a:gd name="T92" fmla="*/ 260 w 260"/>
                <a:gd name="T93" fmla="*/ 431 h 447"/>
                <a:gd name="T94" fmla="*/ 260 w 260"/>
                <a:gd name="T95" fmla="*/ 389 h 447"/>
                <a:gd name="T96" fmla="*/ 260 w 260"/>
                <a:gd name="T97" fmla="*/ 389 h 447"/>
                <a:gd name="T98" fmla="*/ 260 w 260"/>
                <a:gd name="T99" fmla="*/ 383 h 447"/>
                <a:gd name="T100" fmla="*/ 256 w 260"/>
                <a:gd name="T101" fmla="*/ 377 h 447"/>
                <a:gd name="T102" fmla="*/ 252 w 260"/>
                <a:gd name="T103" fmla="*/ 375 h 447"/>
                <a:gd name="T104" fmla="*/ 244 w 260"/>
                <a:gd name="T105" fmla="*/ 373 h 447"/>
                <a:gd name="T106" fmla="*/ 244 w 260"/>
                <a:gd name="T107" fmla="*/ 373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0" h="447">
                  <a:moveTo>
                    <a:pt x="244" y="373"/>
                  </a:moveTo>
                  <a:lnTo>
                    <a:pt x="88" y="373"/>
                  </a:lnTo>
                  <a:lnTo>
                    <a:pt x="88" y="251"/>
                  </a:lnTo>
                  <a:lnTo>
                    <a:pt x="226" y="251"/>
                  </a:lnTo>
                  <a:lnTo>
                    <a:pt x="226" y="251"/>
                  </a:lnTo>
                  <a:lnTo>
                    <a:pt x="234" y="251"/>
                  </a:lnTo>
                  <a:lnTo>
                    <a:pt x="240" y="247"/>
                  </a:lnTo>
                  <a:lnTo>
                    <a:pt x="242" y="243"/>
                  </a:lnTo>
                  <a:lnTo>
                    <a:pt x="244" y="235"/>
                  </a:lnTo>
                  <a:lnTo>
                    <a:pt x="244" y="196"/>
                  </a:lnTo>
                  <a:lnTo>
                    <a:pt x="244" y="196"/>
                  </a:lnTo>
                  <a:lnTo>
                    <a:pt x="242" y="188"/>
                  </a:lnTo>
                  <a:lnTo>
                    <a:pt x="240" y="182"/>
                  </a:lnTo>
                  <a:lnTo>
                    <a:pt x="234" y="180"/>
                  </a:lnTo>
                  <a:lnTo>
                    <a:pt x="226" y="180"/>
                  </a:lnTo>
                  <a:lnTo>
                    <a:pt x="88" y="180"/>
                  </a:lnTo>
                  <a:lnTo>
                    <a:pt x="88" y="72"/>
                  </a:lnTo>
                  <a:lnTo>
                    <a:pt x="238" y="72"/>
                  </a:lnTo>
                  <a:lnTo>
                    <a:pt x="238" y="72"/>
                  </a:lnTo>
                  <a:lnTo>
                    <a:pt x="244" y="72"/>
                  </a:lnTo>
                  <a:lnTo>
                    <a:pt x="250" y="70"/>
                  </a:lnTo>
                  <a:lnTo>
                    <a:pt x="254" y="64"/>
                  </a:lnTo>
                  <a:lnTo>
                    <a:pt x="254" y="56"/>
                  </a:lnTo>
                  <a:lnTo>
                    <a:pt x="254" y="16"/>
                  </a:lnTo>
                  <a:lnTo>
                    <a:pt x="254" y="16"/>
                  </a:lnTo>
                  <a:lnTo>
                    <a:pt x="254" y="8"/>
                  </a:lnTo>
                  <a:lnTo>
                    <a:pt x="250" y="2"/>
                  </a:lnTo>
                  <a:lnTo>
                    <a:pt x="244" y="0"/>
                  </a:lnTo>
                  <a:lnTo>
                    <a:pt x="23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8" y="0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2" y="443"/>
                  </a:lnTo>
                  <a:lnTo>
                    <a:pt x="8" y="447"/>
                  </a:lnTo>
                  <a:lnTo>
                    <a:pt x="14" y="447"/>
                  </a:lnTo>
                  <a:lnTo>
                    <a:pt x="244" y="447"/>
                  </a:lnTo>
                  <a:lnTo>
                    <a:pt x="244" y="447"/>
                  </a:lnTo>
                  <a:lnTo>
                    <a:pt x="252" y="447"/>
                  </a:lnTo>
                  <a:lnTo>
                    <a:pt x="256" y="443"/>
                  </a:lnTo>
                  <a:lnTo>
                    <a:pt x="260" y="439"/>
                  </a:lnTo>
                  <a:lnTo>
                    <a:pt x="260" y="431"/>
                  </a:lnTo>
                  <a:lnTo>
                    <a:pt x="260" y="389"/>
                  </a:lnTo>
                  <a:lnTo>
                    <a:pt x="260" y="389"/>
                  </a:lnTo>
                  <a:lnTo>
                    <a:pt x="260" y="383"/>
                  </a:lnTo>
                  <a:lnTo>
                    <a:pt x="256" y="377"/>
                  </a:lnTo>
                  <a:lnTo>
                    <a:pt x="252" y="375"/>
                  </a:lnTo>
                  <a:lnTo>
                    <a:pt x="244" y="373"/>
                  </a:lnTo>
                  <a:lnTo>
                    <a:pt x="244" y="3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8" name="Freeform 28"/>
            <p:cNvSpPr>
              <a:spLocks noEditPoints="1"/>
            </p:cNvSpPr>
            <p:nvPr/>
          </p:nvSpPr>
          <p:spPr bwMode="auto">
            <a:xfrm>
              <a:off x="80" y="3584"/>
              <a:ext cx="320" cy="447"/>
            </a:xfrm>
            <a:custGeom>
              <a:avLst/>
              <a:gdLst>
                <a:gd name="T0" fmla="*/ 16 w 320"/>
                <a:gd name="T1" fmla="*/ 0 h 447"/>
                <a:gd name="T2" fmla="*/ 8 w 320"/>
                <a:gd name="T3" fmla="*/ 0 h 447"/>
                <a:gd name="T4" fmla="*/ 0 w 320"/>
                <a:gd name="T5" fmla="*/ 8 h 447"/>
                <a:gd name="T6" fmla="*/ 0 w 320"/>
                <a:gd name="T7" fmla="*/ 431 h 447"/>
                <a:gd name="T8" fmla="*/ 0 w 320"/>
                <a:gd name="T9" fmla="*/ 437 h 447"/>
                <a:gd name="T10" fmla="*/ 8 w 320"/>
                <a:gd name="T11" fmla="*/ 447 h 447"/>
                <a:gd name="T12" fmla="*/ 160 w 320"/>
                <a:gd name="T13" fmla="*/ 447 h 447"/>
                <a:gd name="T14" fmla="*/ 182 w 320"/>
                <a:gd name="T15" fmla="*/ 447 h 447"/>
                <a:gd name="T16" fmla="*/ 220 w 320"/>
                <a:gd name="T17" fmla="*/ 443 h 447"/>
                <a:gd name="T18" fmla="*/ 250 w 320"/>
                <a:gd name="T19" fmla="*/ 433 h 447"/>
                <a:gd name="T20" fmla="*/ 274 w 320"/>
                <a:gd name="T21" fmla="*/ 421 h 447"/>
                <a:gd name="T22" fmla="*/ 294 w 320"/>
                <a:gd name="T23" fmla="*/ 407 h 447"/>
                <a:gd name="T24" fmla="*/ 308 w 320"/>
                <a:gd name="T25" fmla="*/ 389 h 447"/>
                <a:gd name="T26" fmla="*/ 318 w 320"/>
                <a:gd name="T27" fmla="*/ 361 h 447"/>
                <a:gd name="T28" fmla="*/ 320 w 320"/>
                <a:gd name="T29" fmla="*/ 106 h 447"/>
                <a:gd name="T30" fmla="*/ 318 w 320"/>
                <a:gd name="T31" fmla="*/ 86 h 447"/>
                <a:gd name="T32" fmla="*/ 308 w 320"/>
                <a:gd name="T33" fmla="*/ 58 h 447"/>
                <a:gd name="T34" fmla="*/ 294 w 320"/>
                <a:gd name="T35" fmla="*/ 40 h 447"/>
                <a:gd name="T36" fmla="*/ 274 w 320"/>
                <a:gd name="T37" fmla="*/ 26 h 447"/>
                <a:gd name="T38" fmla="*/ 250 w 320"/>
                <a:gd name="T39" fmla="*/ 14 h 447"/>
                <a:gd name="T40" fmla="*/ 220 w 320"/>
                <a:gd name="T41" fmla="*/ 4 h 447"/>
                <a:gd name="T42" fmla="*/ 182 w 320"/>
                <a:gd name="T43" fmla="*/ 0 h 447"/>
                <a:gd name="T44" fmla="*/ 160 w 320"/>
                <a:gd name="T45" fmla="*/ 0 h 447"/>
                <a:gd name="T46" fmla="*/ 232 w 320"/>
                <a:gd name="T47" fmla="*/ 325 h 447"/>
                <a:gd name="T48" fmla="*/ 226 w 320"/>
                <a:gd name="T49" fmla="*/ 347 h 447"/>
                <a:gd name="T50" fmla="*/ 212 w 320"/>
                <a:gd name="T51" fmla="*/ 361 h 447"/>
                <a:gd name="T52" fmla="*/ 190 w 320"/>
                <a:gd name="T53" fmla="*/ 371 h 447"/>
                <a:gd name="T54" fmla="*/ 160 w 320"/>
                <a:gd name="T55" fmla="*/ 373 h 447"/>
                <a:gd name="T56" fmla="*/ 90 w 320"/>
                <a:gd name="T57" fmla="*/ 74 h 447"/>
                <a:gd name="T58" fmla="*/ 160 w 320"/>
                <a:gd name="T59" fmla="*/ 74 h 447"/>
                <a:gd name="T60" fmla="*/ 190 w 320"/>
                <a:gd name="T61" fmla="*/ 76 h 447"/>
                <a:gd name="T62" fmla="*/ 212 w 320"/>
                <a:gd name="T63" fmla="*/ 86 h 447"/>
                <a:gd name="T64" fmla="*/ 226 w 320"/>
                <a:gd name="T65" fmla="*/ 100 h 447"/>
                <a:gd name="T66" fmla="*/ 232 w 320"/>
                <a:gd name="T67" fmla="*/ 122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0" h="447">
                  <a:moveTo>
                    <a:pt x="160" y="0"/>
                  </a:move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7"/>
                  </a:lnTo>
                  <a:lnTo>
                    <a:pt x="2" y="443"/>
                  </a:lnTo>
                  <a:lnTo>
                    <a:pt x="8" y="447"/>
                  </a:lnTo>
                  <a:lnTo>
                    <a:pt x="14" y="447"/>
                  </a:lnTo>
                  <a:lnTo>
                    <a:pt x="160" y="447"/>
                  </a:lnTo>
                  <a:lnTo>
                    <a:pt x="160" y="447"/>
                  </a:lnTo>
                  <a:lnTo>
                    <a:pt x="182" y="447"/>
                  </a:lnTo>
                  <a:lnTo>
                    <a:pt x="202" y="445"/>
                  </a:lnTo>
                  <a:lnTo>
                    <a:pt x="220" y="443"/>
                  </a:lnTo>
                  <a:lnTo>
                    <a:pt x="236" y="439"/>
                  </a:lnTo>
                  <a:lnTo>
                    <a:pt x="250" y="433"/>
                  </a:lnTo>
                  <a:lnTo>
                    <a:pt x="264" y="429"/>
                  </a:lnTo>
                  <a:lnTo>
                    <a:pt x="274" y="421"/>
                  </a:lnTo>
                  <a:lnTo>
                    <a:pt x="286" y="415"/>
                  </a:lnTo>
                  <a:lnTo>
                    <a:pt x="294" y="407"/>
                  </a:lnTo>
                  <a:lnTo>
                    <a:pt x="302" y="399"/>
                  </a:lnTo>
                  <a:lnTo>
                    <a:pt x="308" y="389"/>
                  </a:lnTo>
                  <a:lnTo>
                    <a:pt x="312" y="381"/>
                  </a:lnTo>
                  <a:lnTo>
                    <a:pt x="318" y="361"/>
                  </a:lnTo>
                  <a:lnTo>
                    <a:pt x="320" y="341"/>
                  </a:lnTo>
                  <a:lnTo>
                    <a:pt x="320" y="106"/>
                  </a:lnTo>
                  <a:lnTo>
                    <a:pt x="320" y="106"/>
                  </a:lnTo>
                  <a:lnTo>
                    <a:pt x="318" y="86"/>
                  </a:lnTo>
                  <a:lnTo>
                    <a:pt x="312" y="66"/>
                  </a:lnTo>
                  <a:lnTo>
                    <a:pt x="308" y="58"/>
                  </a:lnTo>
                  <a:lnTo>
                    <a:pt x="302" y="48"/>
                  </a:lnTo>
                  <a:lnTo>
                    <a:pt x="294" y="40"/>
                  </a:lnTo>
                  <a:lnTo>
                    <a:pt x="286" y="32"/>
                  </a:lnTo>
                  <a:lnTo>
                    <a:pt x="274" y="26"/>
                  </a:lnTo>
                  <a:lnTo>
                    <a:pt x="264" y="18"/>
                  </a:lnTo>
                  <a:lnTo>
                    <a:pt x="250" y="14"/>
                  </a:lnTo>
                  <a:lnTo>
                    <a:pt x="236" y="8"/>
                  </a:lnTo>
                  <a:lnTo>
                    <a:pt x="220" y="4"/>
                  </a:lnTo>
                  <a:lnTo>
                    <a:pt x="202" y="2"/>
                  </a:lnTo>
                  <a:lnTo>
                    <a:pt x="182" y="0"/>
                  </a:lnTo>
                  <a:lnTo>
                    <a:pt x="160" y="0"/>
                  </a:lnTo>
                  <a:lnTo>
                    <a:pt x="160" y="0"/>
                  </a:lnTo>
                  <a:close/>
                  <a:moveTo>
                    <a:pt x="232" y="325"/>
                  </a:moveTo>
                  <a:lnTo>
                    <a:pt x="232" y="325"/>
                  </a:lnTo>
                  <a:lnTo>
                    <a:pt x="230" y="337"/>
                  </a:lnTo>
                  <a:lnTo>
                    <a:pt x="226" y="347"/>
                  </a:lnTo>
                  <a:lnTo>
                    <a:pt x="220" y="355"/>
                  </a:lnTo>
                  <a:lnTo>
                    <a:pt x="212" y="361"/>
                  </a:lnTo>
                  <a:lnTo>
                    <a:pt x="202" y="367"/>
                  </a:lnTo>
                  <a:lnTo>
                    <a:pt x="190" y="371"/>
                  </a:lnTo>
                  <a:lnTo>
                    <a:pt x="176" y="373"/>
                  </a:lnTo>
                  <a:lnTo>
                    <a:pt x="160" y="373"/>
                  </a:lnTo>
                  <a:lnTo>
                    <a:pt x="90" y="373"/>
                  </a:lnTo>
                  <a:lnTo>
                    <a:pt x="90" y="74"/>
                  </a:lnTo>
                  <a:lnTo>
                    <a:pt x="160" y="74"/>
                  </a:lnTo>
                  <a:lnTo>
                    <a:pt x="160" y="74"/>
                  </a:lnTo>
                  <a:lnTo>
                    <a:pt x="176" y="74"/>
                  </a:lnTo>
                  <a:lnTo>
                    <a:pt x="190" y="76"/>
                  </a:lnTo>
                  <a:lnTo>
                    <a:pt x="202" y="80"/>
                  </a:lnTo>
                  <a:lnTo>
                    <a:pt x="212" y="86"/>
                  </a:lnTo>
                  <a:lnTo>
                    <a:pt x="220" y="92"/>
                  </a:lnTo>
                  <a:lnTo>
                    <a:pt x="226" y="100"/>
                  </a:lnTo>
                  <a:lnTo>
                    <a:pt x="230" y="110"/>
                  </a:lnTo>
                  <a:lnTo>
                    <a:pt x="232" y="122"/>
                  </a:lnTo>
                  <a:lnTo>
                    <a:pt x="232" y="3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9" name="Freeform 29"/>
            <p:cNvSpPr>
              <a:spLocks noEditPoints="1"/>
            </p:cNvSpPr>
            <p:nvPr/>
          </p:nvSpPr>
          <p:spPr bwMode="auto">
            <a:xfrm>
              <a:off x="1866" y="3584"/>
              <a:ext cx="348" cy="447"/>
            </a:xfrm>
            <a:custGeom>
              <a:avLst/>
              <a:gdLst>
                <a:gd name="T0" fmla="*/ 224 w 348"/>
                <a:gd name="T1" fmla="*/ 16 h 447"/>
                <a:gd name="T2" fmla="*/ 224 w 348"/>
                <a:gd name="T3" fmla="*/ 16 h 447"/>
                <a:gd name="T4" fmla="*/ 220 w 348"/>
                <a:gd name="T5" fmla="*/ 8 h 447"/>
                <a:gd name="T6" fmla="*/ 216 w 348"/>
                <a:gd name="T7" fmla="*/ 4 h 447"/>
                <a:gd name="T8" fmla="*/ 210 w 348"/>
                <a:gd name="T9" fmla="*/ 0 h 447"/>
                <a:gd name="T10" fmla="*/ 202 w 348"/>
                <a:gd name="T11" fmla="*/ 0 h 447"/>
                <a:gd name="T12" fmla="*/ 146 w 348"/>
                <a:gd name="T13" fmla="*/ 0 h 447"/>
                <a:gd name="T14" fmla="*/ 146 w 348"/>
                <a:gd name="T15" fmla="*/ 0 h 447"/>
                <a:gd name="T16" fmla="*/ 138 w 348"/>
                <a:gd name="T17" fmla="*/ 0 h 447"/>
                <a:gd name="T18" fmla="*/ 132 w 348"/>
                <a:gd name="T19" fmla="*/ 4 h 447"/>
                <a:gd name="T20" fmla="*/ 128 w 348"/>
                <a:gd name="T21" fmla="*/ 8 h 447"/>
                <a:gd name="T22" fmla="*/ 124 w 348"/>
                <a:gd name="T23" fmla="*/ 16 h 447"/>
                <a:gd name="T24" fmla="*/ 2 w 348"/>
                <a:gd name="T25" fmla="*/ 431 h 447"/>
                <a:gd name="T26" fmla="*/ 2 w 348"/>
                <a:gd name="T27" fmla="*/ 431 h 447"/>
                <a:gd name="T28" fmla="*/ 0 w 348"/>
                <a:gd name="T29" fmla="*/ 439 h 447"/>
                <a:gd name="T30" fmla="*/ 2 w 348"/>
                <a:gd name="T31" fmla="*/ 443 h 447"/>
                <a:gd name="T32" fmla="*/ 6 w 348"/>
                <a:gd name="T33" fmla="*/ 447 h 447"/>
                <a:gd name="T34" fmla="*/ 14 w 348"/>
                <a:gd name="T35" fmla="*/ 447 h 447"/>
                <a:gd name="T36" fmla="*/ 68 w 348"/>
                <a:gd name="T37" fmla="*/ 447 h 447"/>
                <a:gd name="T38" fmla="*/ 68 w 348"/>
                <a:gd name="T39" fmla="*/ 447 h 447"/>
                <a:gd name="T40" fmla="*/ 76 w 348"/>
                <a:gd name="T41" fmla="*/ 447 h 447"/>
                <a:gd name="T42" fmla="*/ 80 w 348"/>
                <a:gd name="T43" fmla="*/ 443 h 447"/>
                <a:gd name="T44" fmla="*/ 84 w 348"/>
                <a:gd name="T45" fmla="*/ 439 h 447"/>
                <a:gd name="T46" fmla="*/ 88 w 348"/>
                <a:gd name="T47" fmla="*/ 431 h 447"/>
                <a:gd name="T48" fmla="*/ 110 w 348"/>
                <a:gd name="T49" fmla="*/ 351 h 447"/>
                <a:gd name="T50" fmla="*/ 234 w 348"/>
                <a:gd name="T51" fmla="*/ 351 h 447"/>
                <a:gd name="T52" fmla="*/ 256 w 348"/>
                <a:gd name="T53" fmla="*/ 431 h 447"/>
                <a:gd name="T54" fmla="*/ 256 w 348"/>
                <a:gd name="T55" fmla="*/ 431 h 447"/>
                <a:gd name="T56" fmla="*/ 260 w 348"/>
                <a:gd name="T57" fmla="*/ 439 h 447"/>
                <a:gd name="T58" fmla="*/ 262 w 348"/>
                <a:gd name="T59" fmla="*/ 443 h 447"/>
                <a:gd name="T60" fmla="*/ 268 w 348"/>
                <a:gd name="T61" fmla="*/ 447 h 447"/>
                <a:gd name="T62" fmla="*/ 276 w 348"/>
                <a:gd name="T63" fmla="*/ 447 h 447"/>
                <a:gd name="T64" fmla="*/ 334 w 348"/>
                <a:gd name="T65" fmla="*/ 447 h 447"/>
                <a:gd name="T66" fmla="*/ 334 w 348"/>
                <a:gd name="T67" fmla="*/ 447 h 447"/>
                <a:gd name="T68" fmla="*/ 342 w 348"/>
                <a:gd name="T69" fmla="*/ 447 h 447"/>
                <a:gd name="T70" fmla="*/ 346 w 348"/>
                <a:gd name="T71" fmla="*/ 443 h 447"/>
                <a:gd name="T72" fmla="*/ 348 w 348"/>
                <a:gd name="T73" fmla="*/ 439 h 447"/>
                <a:gd name="T74" fmla="*/ 346 w 348"/>
                <a:gd name="T75" fmla="*/ 431 h 447"/>
                <a:gd name="T76" fmla="*/ 224 w 348"/>
                <a:gd name="T77" fmla="*/ 16 h 447"/>
                <a:gd name="T78" fmla="*/ 130 w 348"/>
                <a:gd name="T79" fmla="*/ 281 h 447"/>
                <a:gd name="T80" fmla="*/ 172 w 348"/>
                <a:gd name="T81" fmla="*/ 92 h 447"/>
                <a:gd name="T82" fmla="*/ 214 w 348"/>
                <a:gd name="T83" fmla="*/ 281 h 447"/>
                <a:gd name="T84" fmla="*/ 130 w 348"/>
                <a:gd name="T85" fmla="*/ 28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48" h="447">
                  <a:moveTo>
                    <a:pt x="224" y="16"/>
                  </a:moveTo>
                  <a:lnTo>
                    <a:pt x="224" y="16"/>
                  </a:lnTo>
                  <a:lnTo>
                    <a:pt x="220" y="8"/>
                  </a:lnTo>
                  <a:lnTo>
                    <a:pt x="216" y="4"/>
                  </a:lnTo>
                  <a:lnTo>
                    <a:pt x="210" y="0"/>
                  </a:lnTo>
                  <a:lnTo>
                    <a:pt x="202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38" y="0"/>
                  </a:lnTo>
                  <a:lnTo>
                    <a:pt x="132" y="4"/>
                  </a:lnTo>
                  <a:lnTo>
                    <a:pt x="128" y="8"/>
                  </a:lnTo>
                  <a:lnTo>
                    <a:pt x="124" y="16"/>
                  </a:lnTo>
                  <a:lnTo>
                    <a:pt x="2" y="431"/>
                  </a:lnTo>
                  <a:lnTo>
                    <a:pt x="2" y="431"/>
                  </a:lnTo>
                  <a:lnTo>
                    <a:pt x="0" y="439"/>
                  </a:lnTo>
                  <a:lnTo>
                    <a:pt x="2" y="443"/>
                  </a:lnTo>
                  <a:lnTo>
                    <a:pt x="6" y="447"/>
                  </a:lnTo>
                  <a:lnTo>
                    <a:pt x="14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0" y="443"/>
                  </a:lnTo>
                  <a:lnTo>
                    <a:pt x="84" y="439"/>
                  </a:lnTo>
                  <a:lnTo>
                    <a:pt x="88" y="431"/>
                  </a:lnTo>
                  <a:lnTo>
                    <a:pt x="110" y="351"/>
                  </a:lnTo>
                  <a:lnTo>
                    <a:pt x="234" y="351"/>
                  </a:lnTo>
                  <a:lnTo>
                    <a:pt x="256" y="431"/>
                  </a:lnTo>
                  <a:lnTo>
                    <a:pt x="256" y="431"/>
                  </a:lnTo>
                  <a:lnTo>
                    <a:pt x="260" y="439"/>
                  </a:lnTo>
                  <a:lnTo>
                    <a:pt x="262" y="443"/>
                  </a:lnTo>
                  <a:lnTo>
                    <a:pt x="268" y="447"/>
                  </a:lnTo>
                  <a:lnTo>
                    <a:pt x="276" y="447"/>
                  </a:lnTo>
                  <a:lnTo>
                    <a:pt x="334" y="447"/>
                  </a:lnTo>
                  <a:lnTo>
                    <a:pt x="334" y="447"/>
                  </a:lnTo>
                  <a:lnTo>
                    <a:pt x="342" y="447"/>
                  </a:lnTo>
                  <a:lnTo>
                    <a:pt x="346" y="443"/>
                  </a:lnTo>
                  <a:lnTo>
                    <a:pt x="348" y="439"/>
                  </a:lnTo>
                  <a:lnTo>
                    <a:pt x="346" y="431"/>
                  </a:lnTo>
                  <a:lnTo>
                    <a:pt x="224" y="16"/>
                  </a:lnTo>
                  <a:close/>
                  <a:moveTo>
                    <a:pt x="130" y="281"/>
                  </a:moveTo>
                  <a:lnTo>
                    <a:pt x="172" y="92"/>
                  </a:lnTo>
                  <a:lnTo>
                    <a:pt x="214" y="281"/>
                  </a:lnTo>
                  <a:lnTo>
                    <a:pt x="130" y="2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0" name="Freeform 30"/>
            <p:cNvSpPr>
              <a:spLocks/>
            </p:cNvSpPr>
            <p:nvPr/>
          </p:nvSpPr>
          <p:spPr bwMode="auto">
            <a:xfrm>
              <a:off x="922" y="3584"/>
              <a:ext cx="322" cy="447"/>
            </a:xfrm>
            <a:custGeom>
              <a:avLst/>
              <a:gdLst>
                <a:gd name="T0" fmla="*/ 306 w 322"/>
                <a:gd name="T1" fmla="*/ 0 h 447"/>
                <a:gd name="T2" fmla="*/ 254 w 322"/>
                <a:gd name="T3" fmla="*/ 0 h 447"/>
                <a:gd name="T4" fmla="*/ 254 w 322"/>
                <a:gd name="T5" fmla="*/ 0 h 447"/>
                <a:gd name="T6" fmla="*/ 246 w 322"/>
                <a:gd name="T7" fmla="*/ 0 h 447"/>
                <a:gd name="T8" fmla="*/ 242 w 322"/>
                <a:gd name="T9" fmla="*/ 4 h 447"/>
                <a:gd name="T10" fmla="*/ 238 w 322"/>
                <a:gd name="T11" fmla="*/ 8 h 447"/>
                <a:gd name="T12" fmla="*/ 238 w 322"/>
                <a:gd name="T13" fmla="*/ 16 h 447"/>
                <a:gd name="T14" fmla="*/ 238 w 322"/>
                <a:gd name="T15" fmla="*/ 285 h 447"/>
                <a:gd name="T16" fmla="*/ 222 w 322"/>
                <a:gd name="T17" fmla="*/ 245 h 447"/>
                <a:gd name="T18" fmla="*/ 82 w 322"/>
                <a:gd name="T19" fmla="*/ 6 h 447"/>
                <a:gd name="T20" fmla="*/ 82 w 322"/>
                <a:gd name="T21" fmla="*/ 6 h 447"/>
                <a:gd name="T22" fmla="*/ 78 w 322"/>
                <a:gd name="T23" fmla="*/ 2 h 447"/>
                <a:gd name="T24" fmla="*/ 68 w 322"/>
                <a:gd name="T25" fmla="*/ 0 h 447"/>
                <a:gd name="T26" fmla="*/ 16 w 322"/>
                <a:gd name="T27" fmla="*/ 0 h 447"/>
                <a:gd name="T28" fmla="*/ 16 w 322"/>
                <a:gd name="T29" fmla="*/ 0 h 447"/>
                <a:gd name="T30" fmla="*/ 10 w 322"/>
                <a:gd name="T31" fmla="*/ 0 h 447"/>
                <a:gd name="T32" fmla="*/ 4 w 322"/>
                <a:gd name="T33" fmla="*/ 4 h 447"/>
                <a:gd name="T34" fmla="*/ 2 w 322"/>
                <a:gd name="T35" fmla="*/ 8 h 447"/>
                <a:gd name="T36" fmla="*/ 0 w 322"/>
                <a:gd name="T37" fmla="*/ 16 h 447"/>
                <a:gd name="T38" fmla="*/ 0 w 322"/>
                <a:gd name="T39" fmla="*/ 431 h 447"/>
                <a:gd name="T40" fmla="*/ 0 w 322"/>
                <a:gd name="T41" fmla="*/ 431 h 447"/>
                <a:gd name="T42" fmla="*/ 2 w 322"/>
                <a:gd name="T43" fmla="*/ 439 h 447"/>
                <a:gd name="T44" fmla="*/ 4 w 322"/>
                <a:gd name="T45" fmla="*/ 443 h 447"/>
                <a:gd name="T46" fmla="*/ 10 w 322"/>
                <a:gd name="T47" fmla="*/ 447 h 447"/>
                <a:gd name="T48" fmla="*/ 16 w 322"/>
                <a:gd name="T49" fmla="*/ 447 h 447"/>
                <a:gd name="T50" fmla="*/ 68 w 322"/>
                <a:gd name="T51" fmla="*/ 447 h 447"/>
                <a:gd name="T52" fmla="*/ 68 w 322"/>
                <a:gd name="T53" fmla="*/ 447 h 447"/>
                <a:gd name="T54" fmla="*/ 76 w 322"/>
                <a:gd name="T55" fmla="*/ 447 h 447"/>
                <a:gd name="T56" fmla="*/ 82 w 322"/>
                <a:gd name="T57" fmla="*/ 443 h 447"/>
                <a:gd name="T58" fmla="*/ 84 w 322"/>
                <a:gd name="T59" fmla="*/ 439 h 447"/>
                <a:gd name="T60" fmla="*/ 84 w 322"/>
                <a:gd name="T61" fmla="*/ 431 h 447"/>
                <a:gd name="T62" fmla="*/ 84 w 322"/>
                <a:gd name="T63" fmla="*/ 158 h 447"/>
                <a:gd name="T64" fmla="*/ 84 w 322"/>
                <a:gd name="T65" fmla="*/ 158 h 447"/>
                <a:gd name="T66" fmla="*/ 104 w 322"/>
                <a:gd name="T67" fmla="*/ 208 h 447"/>
                <a:gd name="T68" fmla="*/ 238 w 322"/>
                <a:gd name="T69" fmla="*/ 439 h 447"/>
                <a:gd name="T70" fmla="*/ 238 w 322"/>
                <a:gd name="T71" fmla="*/ 439 h 447"/>
                <a:gd name="T72" fmla="*/ 242 w 322"/>
                <a:gd name="T73" fmla="*/ 443 h 447"/>
                <a:gd name="T74" fmla="*/ 244 w 322"/>
                <a:gd name="T75" fmla="*/ 445 h 447"/>
                <a:gd name="T76" fmla="*/ 248 w 322"/>
                <a:gd name="T77" fmla="*/ 447 h 447"/>
                <a:gd name="T78" fmla="*/ 254 w 322"/>
                <a:gd name="T79" fmla="*/ 447 h 447"/>
                <a:gd name="T80" fmla="*/ 306 w 322"/>
                <a:gd name="T81" fmla="*/ 447 h 447"/>
                <a:gd name="T82" fmla="*/ 306 w 322"/>
                <a:gd name="T83" fmla="*/ 447 h 447"/>
                <a:gd name="T84" fmla="*/ 314 w 322"/>
                <a:gd name="T85" fmla="*/ 447 h 447"/>
                <a:gd name="T86" fmla="*/ 318 w 322"/>
                <a:gd name="T87" fmla="*/ 443 h 447"/>
                <a:gd name="T88" fmla="*/ 320 w 322"/>
                <a:gd name="T89" fmla="*/ 439 h 447"/>
                <a:gd name="T90" fmla="*/ 322 w 322"/>
                <a:gd name="T91" fmla="*/ 431 h 447"/>
                <a:gd name="T92" fmla="*/ 322 w 322"/>
                <a:gd name="T93" fmla="*/ 16 h 447"/>
                <a:gd name="T94" fmla="*/ 322 w 322"/>
                <a:gd name="T95" fmla="*/ 16 h 447"/>
                <a:gd name="T96" fmla="*/ 320 w 322"/>
                <a:gd name="T97" fmla="*/ 8 h 447"/>
                <a:gd name="T98" fmla="*/ 318 w 322"/>
                <a:gd name="T99" fmla="*/ 4 h 447"/>
                <a:gd name="T100" fmla="*/ 314 w 322"/>
                <a:gd name="T101" fmla="*/ 0 h 447"/>
                <a:gd name="T102" fmla="*/ 306 w 322"/>
                <a:gd name="T103" fmla="*/ 0 h 447"/>
                <a:gd name="T104" fmla="*/ 306 w 322"/>
                <a:gd name="T10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22" h="447">
                  <a:moveTo>
                    <a:pt x="306" y="0"/>
                  </a:moveTo>
                  <a:lnTo>
                    <a:pt x="254" y="0"/>
                  </a:lnTo>
                  <a:lnTo>
                    <a:pt x="254" y="0"/>
                  </a:lnTo>
                  <a:lnTo>
                    <a:pt x="246" y="0"/>
                  </a:lnTo>
                  <a:lnTo>
                    <a:pt x="242" y="4"/>
                  </a:lnTo>
                  <a:lnTo>
                    <a:pt x="238" y="8"/>
                  </a:lnTo>
                  <a:lnTo>
                    <a:pt x="238" y="16"/>
                  </a:lnTo>
                  <a:lnTo>
                    <a:pt x="238" y="285"/>
                  </a:lnTo>
                  <a:lnTo>
                    <a:pt x="222" y="245"/>
                  </a:lnTo>
                  <a:lnTo>
                    <a:pt x="82" y="6"/>
                  </a:lnTo>
                  <a:lnTo>
                    <a:pt x="82" y="6"/>
                  </a:lnTo>
                  <a:lnTo>
                    <a:pt x="78" y="2"/>
                  </a:lnTo>
                  <a:lnTo>
                    <a:pt x="68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0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2" y="439"/>
                  </a:lnTo>
                  <a:lnTo>
                    <a:pt x="4" y="443"/>
                  </a:lnTo>
                  <a:lnTo>
                    <a:pt x="10" y="447"/>
                  </a:lnTo>
                  <a:lnTo>
                    <a:pt x="16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2" y="443"/>
                  </a:lnTo>
                  <a:lnTo>
                    <a:pt x="84" y="439"/>
                  </a:lnTo>
                  <a:lnTo>
                    <a:pt x="84" y="431"/>
                  </a:lnTo>
                  <a:lnTo>
                    <a:pt x="84" y="158"/>
                  </a:lnTo>
                  <a:lnTo>
                    <a:pt x="84" y="158"/>
                  </a:lnTo>
                  <a:lnTo>
                    <a:pt x="104" y="208"/>
                  </a:lnTo>
                  <a:lnTo>
                    <a:pt x="238" y="439"/>
                  </a:lnTo>
                  <a:lnTo>
                    <a:pt x="238" y="439"/>
                  </a:lnTo>
                  <a:lnTo>
                    <a:pt x="242" y="443"/>
                  </a:lnTo>
                  <a:lnTo>
                    <a:pt x="244" y="445"/>
                  </a:lnTo>
                  <a:lnTo>
                    <a:pt x="248" y="447"/>
                  </a:lnTo>
                  <a:lnTo>
                    <a:pt x="254" y="447"/>
                  </a:lnTo>
                  <a:lnTo>
                    <a:pt x="306" y="447"/>
                  </a:lnTo>
                  <a:lnTo>
                    <a:pt x="306" y="447"/>
                  </a:lnTo>
                  <a:lnTo>
                    <a:pt x="314" y="447"/>
                  </a:lnTo>
                  <a:lnTo>
                    <a:pt x="318" y="443"/>
                  </a:lnTo>
                  <a:lnTo>
                    <a:pt x="320" y="439"/>
                  </a:lnTo>
                  <a:lnTo>
                    <a:pt x="322" y="431"/>
                  </a:lnTo>
                  <a:lnTo>
                    <a:pt x="322" y="16"/>
                  </a:lnTo>
                  <a:lnTo>
                    <a:pt x="322" y="16"/>
                  </a:lnTo>
                  <a:lnTo>
                    <a:pt x="320" y="8"/>
                  </a:lnTo>
                  <a:lnTo>
                    <a:pt x="318" y="4"/>
                  </a:lnTo>
                  <a:lnTo>
                    <a:pt x="314" y="0"/>
                  </a:lnTo>
                  <a:lnTo>
                    <a:pt x="306" y="0"/>
                  </a:lnTo>
                  <a:lnTo>
                    <a:pt x="3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1" name="Freeform 31"/>
            <p:cNvSpPr>
              <a:spLocks/>
            </p:cNvSpPr>
            <p:nvPr/>
          </p:nvSpPr>
          <p:spPr bwMode="auto">
            <a:xfrm>
              <a:off x="1374" y="3584"/>
              <a:ext cx="400" cy="447"/>
            </a:xfrm>
            <a:custGeom>
              <a:avLst/>
              <a:gdLst>
                <a:gd name="T0" fmla="*/ 330 w 400"/>
                <a:gd name="T1" fmla="*/ 0 h 447"/>
                <a:gd name="T2" fmla="*/ 320 w 400"/>
                <a:gd name="T3" fmla="*/ 2 h 447"/>
                <a:gd name="T4" fmla="*/ 316 w 400"/>
                <a:gd name="T5" fmla="*/ 8 h 447"/>
                <a:gd name="T6" fmla="*/ 200 w 400"/>
                <a:gd name="T7" fmla="*/ 285 h 447"/>
                <a:gd name="T8" fmla="*/ 82 w 400"/>
                <a:gd name="T9" fmla="*/ 8 h 447"/>
                <a:gd name="T10" fmla="*/ 80 w 400"/>
                <a:gd name="T11" fmla="*/ 4 h 447"/>
                <a:gd name="T12" fmla="*/ 74 w 400"/>
                <a:gd name="T13" fmla="*/ 0 h 447"/>
                <a:gd name="T14" fmla="*/ 16 w 400"/>
                <a:gd name="T15" fmla="*/ 0 h 447"/>
                <a:gd name="T16" fmla="*/ 8 w 400"/>
                <a:gd name="T17" fmla="*/ 0 h 447"/>
                <a:gd name="T18" fmla="*/ 0 w 400"/>
                <a:gd name="T19" fmla="*/ 8 h 447"/>
                <a:gd name="T20" fmla="*/ 0 w 400"/>
                <a:gd name="T21" fmla="*/ 431 h 447"/>
                <a:gd name="T22" fmla="*/ 0 w 400"/>
                <a:gd name="T23" fmla="*/ 439 h 447"/>
                <a:gd name="T24" fmla="*/ 8 w 400"/>
                <a:gd name="T25" fmla="*/ 447 h 447"/>
                <a:gd name="T26" fmla="*/ 68 w 400"/>
                <a:gd name="T27" fmla="*/ 447 h 447"/>
                <a:gd name="T28" fmla="*/ 76 w 400"/>
                <a:gd name="T29" fmla="*/ 447 h 447"/>
                <a:gd name="T30" fmla="*/ 84 w 400"/>
                <a:gd name="T31" fmla="*/ 439 h 447"/>
                <a:gd name="T32" fmla="*/ 84 w 400"/>
                <a:gd name="T33" fmla="*/ 176 h 447"/>
                <a:gd name="T34" fmla="*/ 156 w 400"/>
                <a:gd name="T35" fmla="*/ 363 h 447"/>
                <a:gd name="T36" fmla="*/ 158 w 400"/>
                <a:gd name="T37" fmla="*/ 371 h 447"/>
                <a:gd name="T38" fmla="*/ 168 w 400"/>
                <a:gd name="T39" fmla="*/ 379 h 447"/>
                <a:gd name="T40" fmla="*/ 224 w 400"/>
                <a:gd name="T41" fmla="*/ 379 h 447"/>
                <a:gd name="T42" fmla="*/ 230 w 400"/>
                <a:gd name="T43" fmla="*/ 379 h 447"/>
                <a:gd name="T44" fmla="*/ 242 w 400"/>
                <a:gd name="T45" fmla="*/ 371 h 447"/>
                <a:gd name="T46" fmla="*/ 298 w 400"/>
                <a:gd name="T47" fmla="*/ 233 h 447"/>
                <a:gd name="T48" fmla="*/ 314 w 400"/>
                <a:gd name="T49" fmla="*/ 431 h 447"/>
                <a:gd name="T50" fmla="*/ 316 w 400"/>
                <a:gd name="T51" fmla="*/ 439 h 447"/>
                <a:gd name="T52" fmla="*/ 322 w 400"/>
                <a:gd name="T53" fmla="*/ 447 h 447"/>
                <a:gd name="T54" fmla="*/ 386 w 400"/>
                <a:gd name="T55" fmla="*/ 447 h 447"/>
                <a:gd name="T56" fmla="*/ 392 w 400"/>
                <a:gd name="T57" fmla="*/ 447 h 447"/>
                <a:gd name="T58" fmla="*/ 400 w 400"/>
                <a:gd name="T59" fmla="*/ 439 h 447"/>
                <a:gd name="T60" fmla="*/ 400 w 400"/>
                <a:gd name="T61" fmla="*/ 16 h 447"/>
                <a:gd name="T62" fmla="*/ 400 w 400"/>
                <a:gd name="T63" fmla="*/ 8 h 447"/>
                <a:gd name="T64" fmla="*/ 392 w 400"/>
                <a:gd name="T65" fmla="*/ 0 h 447"/>
                <a:gd name="T66" fmla="*/ 386 w 400"/>
                <a:gd name="T67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00" h="447">
                  <a:moveTo>
                    <a:pt x="386" y="0"/>
                  </a:moveTo>
                  <a:lnTo>
                    <a:pt x="330" y="0"/>
                  </a:lnTo>
                  <a:lnTo>
                    <a:pt x="330" y="0"/>
                  </a:lnTo>
                  <a:lnTo>
                    <a:pt x="320" y="2"/>
                  </a:lnTo>
                  <a:lnTo>
                    <a:pt x="318" y="4"/>
                  </a:lnTo>
                  <a:lnTo>
                    <a:pt x="316" y="8"/>
                  </a:lnTo>
                  <a:lnTo>
                    <a:pt x="218" y="239"/>
                  </a:lnTo>
                  <a:lnTo>
                    <a:pt x="200" y="285"/>
                  </a:lnTo>
                  <a:lnTo>
                    <a:pt x="184" y="239"/>
                  </a:lnTo>
                  <a:lnTo>
                    <a:pt x="82" y="8"/>
                  </a:lnTo>
                  <a:lnTo>
                    <a:pt x="82" y="8"/>
                  </a:lnTo>
                  <a:lnTo>
                    <a:pt x="80" y="4"/>
                  </a:lnTo>
                  <a:lnTo>
                    <a:pt x="78" y="2"/>
                  </a:lnTo>
                  <a:lnTo>
                    <a:pt x="74" y="0"/>
                  </a:lnTo>
                  <a:lnTo>
                    <a:pt x="68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4" y="443"/>
                  </a:lnTo>
                  <a:lnTo>
                    <a:pt x="8" y="447"/>
                  </a:lnTo>
                  <a:lnTo>
                    <a:pt x="16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0" y="443"/>
                  </a:lnTo>
                  <a:lnTo>
                    <a:pt x="84" y="439"/>
                  </a:lnTo>
                  <a:lnTo>
                    <a:pt x="84" y="431"/>
                  </a:lnTo>
                  <a:lnTo>
                    <a:pt x="84" y="176"/>
                  </a:lnTo>
                  <a:lnTo>
                    <a:pt x="100" y="231"/>
                  </a:lnTo>
                  <a:lnTo>
                    <a:pt x="156" y="363"/>
                  </a:lnTo>
                  <a:lnTo>
                    <a:pt x="156" y="363"/>
                  </a:lnTo>
                  <a:lnTo>
                    <a:pt x="158" y="371"/>
                  </a:lnTo>
                  <a:lnTo>
                    <a:pt x="164" y="375"/>
                  </a:lnTo>
                  <a:lnTo>
                    <a:pt x="168" y="379"/>
                  </a:lnTo>
                  <a:lnTo>
                    <a:pt x="176" y="379"/>
                  </a:lnTo>
                  <a:lnTo>
                    <a:pt x="224" y="379"/>
                  </a:lnTo>
                  <a:lnTo>
                    <a:pt x="224" y="379"/>
                  </a:lnTo>
                  <a:lnTo>
                    <a:pt x="230" y="379"/>
                  </a:lnTo>
                  <a:lnTo>
                    <a:pt x="236" y="375"/>
                  </a:lnTo>
                  <a:lnTo>
                    <a:pt x="242" y="371"/>
                  </a:lnTo>
                  <a:lnTo>
                    <a:pt x="246" y="363"/>
                  </a:lnTo>
                  <a:lnTo>
                    <a:pt x="298" y="233"/>
                  </a:lnTo>
                  <a:lnTo>
                    <a:pt x="314" y="174"/>
                  </a:lnTo>
                  <a:lnTo>
                    <a:pt x="314" y="431"/>
                  </a:lnTo>
                  <a:lnTo>
                    <a:pt x="314" y="431"/>
                  </a:lnTo>
                  <a:lnTo>
                    <a:pt x="316" y="439"/>
                  </a:lnTo>
                  <a:lnTo>
                    <a:pt x="318" y="443"/>
                  </a:lnTo>
                  <a:lnTo>
                    <a:pt x="322" y="447"/>
                  </a:lnTo>
                  <a:lnTo>
                    <a:pt x="330" y="447"/>
                  </a:lnTo>
                  <a:lnTo>
                    <a:pt x="386" y="447"/>
                  </a:lnTo>
                  <a:lnTo>
                    <a:pt x="386" y="447"/>
                  </a:lnTo>
                  <a:lnTo>
                    <a:pt x="392" y="447"/>
                  </a:lnTo>
                  <a:lnTo>
                    <a:pt x="398" y="443"/>
                  </a:lnTo>
                  <a:lnTo>
                    <a:pt x="400" y="439"/>
                  </a:lnTo>
                  <a:lnTo>
                    <a:pt x="400" y="431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8"/>
                  </a:lnTo>
                  <a:lnTo>
                    <a:pt x="398" y="4"/>
                  </a:lnTo>
                  <a:lnTo>
                    <a:pt x="392" y="0"/>
                  </a:lnTo>
                  <a:lnTo>
                    <a:pt x="386" y="0"/>
                  </a:lnTo>
                  <a:lnTo>
                    <a:pt x="38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2" name="Freeform 32"/>
            <p:cNvSpPr>
              <a:spLocks noEditPoints="1"/>
            </p:cNvSpPr>
            <p:nvPr/>
          </p:nvSpPr>
          <p:spPr bwMode="auto">
            <a:xfrm>
              <a:off x="2302" y="3584"/>
              <a:ext cx="320" cy="447"/>
            </a:xfrm>
            <a:custGeom>
              <a:avLst/>
              <a:gdLst>
                <a:gd name="T0" fmla="*/ 242 w 320"/>
                <a:gd name="T1" fmla="*/ 265 h 447"/>
                <a:gd name="T2" fmla="*/ 276 w 320"/>
                <a:gd name="T3" fmla="*/ 247 h 447"/>
                <a:gd name="T4" fmla="*/ 298 w 320"/>
                <a:gd name="T5" fmla="*/ 225 h 447"/>
                <a:gd name="T6" fmla="*/ 310 w 320"/>
                <a:gd name="T7" fmla="*/ 198 h 447"/>
                <a:gd name="T8" fmla="*/ 314 w 320"/>
                <a:gd name="T9" fmla="*/ 170 h 447"/>
                <a:gd name="T10" fmla="*/ 314 w 320"/>
                <a:gd name="T11" fmla="*/ 106 h 447"/>
                <a:gd name="T12" fmla="*/ 306 w 320"/>
                <a:gd name="T13" fmla="*/ 66 h 447"/>
                <a:gd name="T14" fmla="*/ 296 w 320"/>
                <a:gd name="T15" fmla="*/ 48 h 447"/>
                <a:gd name="T16" fmla="*/ 280 w 320"/>
                <a:gd name="T17" fmla="*/ 32 h 447"/>
                <a:gd name="T18" fmla="*/ 258 w 320"/>
                <a:gd name="T19" fmla="*/ 18 h 447"/>
                <a:gd name="T20" fmla="*/ 230 w 320"/>
                <a:gd name="T21" fmla="*/ 8 h 447"/>
                <a:gd name="T22" fmla="*/ 196 w 320"/>
                <a:gd name="T23" fmla="*/ 2 h 447"/>
                <a:gd name="T24" fmla="*/ 154 w 320"/>
                <a:gd name="T25" fmla="*/ 0 h 447"/>
                <a:gd name="T26" fmla="*/ 16 w 320"/>
                <a:gd name="T27" fmla="*/ 0 h 447"/>
                <a:gd name="T28" fmla="*/ 4 w 320"/>
                <a:gd name="T29" fmla="*/ 4 h 447"/>
                <a:gd name="T30" fmla="*/ 0 w 320"/>
                <a:gd name="T31" fmla="*/ 16 h 447"/>
                <a:gd name="T32" fmla="*/ 0 w 320"/>
                <a:gd name="T33" fmla="*/ 431 h 447"/>
                <a:gd name="T34" fmla="*/ 4 w 320"/>
                <a:gd name="T35" fmla="*/ 443 h 447"/>
                <a:gd name="T36" fmla="*/ 16 w 320"/>
                <a:gd name="T37" fmla="*/ 447 h 447"/>
                <a:gd name="T38" fmla="*/ 74 w 320"/>
                <a:gd name="T39" fmla="*/ 447 h 447"/>
                <a:gd name="T40" fmla="*/ 86 w 320"/>
                <a:gd name="T41" fmla="*/ 443 h 447"/>
                <a:gd name="T42" fmla="*/ 90 w 320"/>
                <a:gd name="T43" fmla="*/ 431 h 447"/>
                <a:gd name="T44" fmla="*/ 158 w 320"/>
                <a:gd name="T45" fmla="*/ 277 h 447"/>
                <a:gd name="T46" fmla="*/ 228 w 320"/>
                <a:gd name="T47" fmla="*/ 431 h 447"/>
                <a:gd name="T48" fmla="*/ 240 w 320"/>
                <a:gd name="T49" fmla="*/ 447 h 447"/>
                <a:gd name="T50" fmla="*/ 304 w 320"/>
                <a:gd name="T51" fmla="*/ 447 h 447"/>
                <a:gd name="T52" fmla="*/ 312 w 320"/>
                <a:gd name="T53" fmla="*/ 447 h 447"/>
                <a:gd name="T54" fmla="*/ 320 w 320"/>
                <a:gd name="T55" fmla="*/ 437 h 447"/>
                <a:gd name="T56" fmla="*/ 242 w 320"/>
                <a:gd name="T57" fmla="*/ 265 h 447"/>
                <a:gd name="T58" fmla="*/ 226 w 320"/>
                <a:gd name="T59" fmla="*/ 154 h 447"/>
                <a:gd name="T60" fmla="*/ 222 w 320"/>
                <a:gd name="T61" fmla="*/ 174 h 447"/>
                <a:gd name="T62" fmla="*/ 208 w 320"/>
                <a:gd name="T63" fmla="*/ 190 h 447"/>
                <a:gd name="T64" fmla="*/ 184 w 320"/>
                <a:gd name="T65" fmla="*/ 200 h 447"/>
                <a:gd name="T66" fmla="*/ 154 w 320"/>
                <a:gd name="T67" fmla="*/ 202 h 447"/>
                <a:gd name="T68" fmla="*/ 90 w 320"/>
                <a:gd name="T69" fmla="*/ 74 h 447"/>
                <a:gd name="T70" fmla="*/ 154 w 320"/>
                <a:gd name="T71" fmla="*/ 74 h 447"/>
                <a:gd name="T72" fmla="*/ 184 w 320"/>
                <a:gd name="T73" fmla="*/ 76 h 447"/>
                <a:gd name="T74" fmla="*/ 208 w 320"/>
                <a:gd name="T75" fmla="*/ 86 h 447"/>
                <a:gd name="T76" fmla="*/ 222 w 320"/>
                <a:gd name="T77" fmla="*/ 100 h 447"/>
                <a:gd name="T78" fmla="*/ 226 w 320"/>
                <a:gd name="T79" fmla="*/ 122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0" h="447">
                  <a:moveTo>
                    <a:pt x="242" y="265"/>
                  </a:moveTo>
                  <a:lnTo>
                    <a:pt x="242" y="265"/>
                  </a:lnTo>
                  <a:lnTo>
                    <a:pt x="260" y="257"/>
                  </a:lnTo>
                  <a:lnTo>
                    <a:pt x="276" y="247"/>
                  </a:lnTo>
                  <a:lnTo>
                    <a:pt x="288" y="237"/>
                  </a:lnTo>
                  <a:lnTo>
                    <a:pt x="298" y="225"/>
                  </a:lnTo>
                  <a:lnTo>
                    <a:pt x="306" y="212"/>
                  </a:lnTo>
                  <a:lnTo>
                    <a:pt x="310" y="198"/>
                  </a:lnTo>
                  <a:lnTo>
                    <a:pt x="314" y="184"/>
                  </a:lnTo>
                  <a:lnTo>
                    <a:pt x="314" y="170"/>
                  </a:lnTo>
                  <a:lnTo>
                    <a:pt x="314" y="106"/>
                  </a:lnTo>
                  <a:lnTo>
                    <a:pt x="314" y="106"/>
                  </a:lnTo>
                  <a:lnTo>
                    <a:pt x="312" y="86"/>
                  </a:lnTo>
                  <a:lnTo>
                    <a:pt x="306" y="66"/>
                  </a:lnTo>
                  <a:lnTo>
                    <a:pt x="302" y="58"/>
                  </a:lnTo>
                  <a:lnTo>
                    <a:pt x="296" y="48"/>
                  </a:lnTo>
                  <a:lnTo>
                    <a:pt x="288" y="40"/>
                  </a:lnTo>
                  <a:lnTo>
                    <a:pt x="280" y="32"/>
                  </a:lnTo>
                  <a:lnTo>
                    <a:pt x="270" y="26"/>
                  </a:lnTo>
                  <a:lnTo>
                    <a:pt x="258" y="18"/>
                  </a:lnTo>
                  <a:lnTo>
                    <a:pt x="244" y="14"/>
                  </a:lnTo>
                  <a:lnTo>
                    <a:pt x="230" y="8"/>
                  </a:lnTo>
                  <a:lnTo>
                    <a:pt x="214" y="4"/>
                  </a:lnTo>
                  <a:lnTo>
                    <a:pt x="196" y="2"/>
                  </a:lnTo>
                  <a:lnTo>
                    <a:pt x="176" y="0"/>
                  </a:lnTo>
                  <a:lnTo>
                    <a:pt x="15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2" y="437"/>
                  </a:lnTo>
                  <a:lnTo>
                    <a:pt x="4" y="443"/>
                  </a:lnTo>
                  <a:lnTo>
                    <a:pt x="8" y="447"/>
                  </a:lnTo>
                  <a:lnTo>
                    <a:pt x="16" y="447"/>
                  </a:lnTo>
                  <a:lnTo>
                    <a:pt x="74" y="447"/>
                  </a:lnTo>
                  <a:lnTo>
                    <a:pt x="74" y="447"/>
                  </a:lnTo>
                  <a:lnTo>
                    <a:pt x="82" y="447"/>
                  </a:lnTo>
                  <a:lnTo>
                    <a:pt x="86" y="443"/>
                  </a:lnTo>
                  <a:lnTo>
                    <a:pt x="88" y="437"/>
                  </a:lnTo>
                  <a:lnTo>
                    <a:pt x="90" y="431"/>
                  </a:lnTo>
                  <a:lnTo>
                    <a:pt x="90" y="277"/>
                  </a:lnTo>
                  <a:lnTo>
                    <a:pt x="158" y="277"/>
                  </a:lnTo>
                  <a:lnTo>
                    <a:pt x="228" y="431"/>
                  </a:lnTo>
                  <a:lnTo>
                    <a:pt x="228" y="431"/>
                  </a:lnTo>
                  <a:lnTo>
                    <a:pt x="234" y="443"/>
                  </a:lnTo>
                  <a:lnTo>
                    <a:pt x="240" y="447"/>
                  </a:lnTo>
                  <a:lnTo>
                    <a:pt x="244" y="447"/>
                  </a:lnTo>
                  <a:lnTo>
                    <a:pt x="304" y="447"/>
                  </a:lnTo>
                  <a:lnTo>
                    <a:pt x="304" y="447"/>
                  </a:lnTo>
                  <a:lnTo>
                    <a:pt x="312" y="447"/>
                  </a:lnTo>
                  <a:lnTo>
                    <a:pt x="316" y="443"/>
                  </a:lnTo>
                  <a:lnTo>
                    <a:pt x="320" y="437"/>
                  </a:lnTo>
                  <a:lnTo>
                    <a:pt x="318" y="431"/>
                  </a:lnTo>
                  <a:lnTo>
                    <a:pt x="242" y="265"/>
                  </a:lnTo>
                  <a:close/>
                  <a:moveTo>
                    <a:pt x="226" y="154"/>
                  </a:moveTo>
                  <a:lnTo>
                    <a:pt x="226" y="154"/>
                  </a:lnTo>
                  <a:lnTo>
                    <a:pt x="224" y="164"/>
                  </a:lnTo>
                  <a:lnTo>
                    <a:pt x="222" y="174"/>
                  </a:lnTo>
                  <a:lnTo>
                    <a:pt x="216" y="184"/>
                  </a:lnTo>
                  <a:lnTo>
                    <a:pt x="208" y="190"/>
                  </a:lnTo>
                  <a:lnTo>
                    <a:pt x="196" y="196"/>
                  </a:lnTo>
                  <a:lnTo>
                    <a:pt x="184" y="200"/>
                  </a:lnTo>
                  <a:lnTo>
                    <a:pt x="170" y="202"/>
                  </a:lnTo>
                  <a:lnTo>
                    <a:pt x="154" y="202"/>
                  </a:lnTo>
                  <a:lnTo>
                    <a:pt x="90" y="202"/>
                  </a:lnTo>
                  <a:lnTo>
                    <a:pt x="90" y="74"/>
                  </a:lnTo>
                  <a:lnTo>
                    <a:pt x="154" y="74"/>
                  </a:lnTo>
                  <a:lnTo>
                    <a:pt x="154" y="74"/>
                  </a:lnTo>
                  <a:lnTo>
                    <a:pt x="170" y="74"/>
                  </a:lnTo>
                  <a:lnTo>
                    <a:pt x="184" y="76"/>
                  </a:lnTo>
                  <a:lnTo>
                    <a:pt x="196" y="80"/>
                  </a:lnTo>
                  <a:lnTo>
                    <a:pt x="208" y="86"/>
                  </a:lnTo>
                  <a:lnTo>
                    <a:pt x="216" y="92"/>
                  </a:lnTo>
                  <a:lnTo>
                    <a:pt x="222" y="100"/>
                  </a:lnTo>
                  <a:lnTo>
                    <a:pt x="224" y="110"/>
                  </a:lnTo>
                  <a:lnTo>
                    <a:pt x="226" y="122"/>
                  </a:lnTo>
                  <a:lnTo>
                    <a:pt x="226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3" name="Freeform 33"/>
            <p:cNvSpPr>
              <a:spLocks/>
            </p:cNvSpPr>
            <p:nvPr/>
          </p:nvSpPr>
          <p:spPr bwMode="auto">
            <a:xfrm>
              <a:off x="2732" y="3584"/>
              <a:ext cx="342" cy="447"/>
            </a:xfrm>
            <a:custGeom>
              <a:avLst/>
              <a:gdLst>
                <a:gd name="T0" fmla="*/ 186 w 342"/>
                <a:gd name="T1" fmla="*/ 220 h 447"/>
                <a:gd name="T2" fmla="*/ 322 w 342"/>
                <a:gd name="T3" fmla="*/ 16 h 447"/>
                <a:gd name="T4" fmla="*/ 322 w 342"/>
                <a:gd name="T5" fmla="*/ 16 h 447"/>
                <a:gd name="T6" fmla="*/ 326 w 342"/>
                <a:gd name="T7" fmla="*/ 10 h 447"/>
                <a:gd name="T8" fmla="*/ 326 w 342"/>
                <a:gd name="T9" fmla="*/ 4 h 447"/>
                <a:gd name="T10" fmla="*/ 322 w 342"/>
                <a:gd name="T11" fmla="*/ 0 h 447"/>
                <a:gd name="T12" fmla="*/ 314 w 342"/>
                <a:gd name="T13" fmla="*/ 0 h 447"/>
                <a:gd name="T14" fmla="*/ 254 w 342"/>
                <a:gd name="T15" fmla="*/ 0 h 447"/>
                <a:gd name="T16" fmla="*/ 254 w 342"/>
                <a:gd name="T17" fmla="*/ 0 h 447"/>
                <a:gd name="T18" fmla="*/ 246 w 342"/>
                <a:gd name="T19" fmla="*/ 0 h 447"/>
                <a:gd name="T20" fmla="*/ 238 w 342"/>
                <a:gd name="T21" fmla="*/ 4 h 447"/>
                <a:gd name="T22" fmla="*/ 232 w 342"/>
                <a:gd name="T23" fmla="*/ 10 h 447"/>
                <a:gd name="T24" fmla="*/ 228 w 342"/>
                <a:gd name="T25" fmla="*/ 16 h 447"/>
                <a:gd name="T26" fmla="*/ 110 w 342"/>
                <a:gd name="T27" fmla="*/ 192 h 447"/>
                <a:gd name="T28" fmla="*/ 90 w 342"/>
                <a:gd name="T29" fmla="*/ 192 h 447"/>
                <a:gd name="T30" fmla="*/ 90 w 342"/>
                <a:gd name="T31" fmla="*/ 16 h 447"/>
                <a:gd name="T32" fmla="*/ 90 w 342"/>
                <a:gd name="T33" fmla="*/ 16 h 447"/>
                <a:gd name="T34" fmla="*/ 88 w 342"/>
                <a:gd name="T35" fmla="*/ 8 h 447"/>
                <a:gd name="T36" fmla="*/ 86 w 342"/>
                <a:gd name="T37" fmla="*/ 4 h 447"/>
                <a:gd name="T38" fmla="*/ 82 w 342"/>
                <a:gd name="T39" fmla="*/ 0 h 447"/>
                <a:gd name="T40" fmla="*/ 74 w 342"/>
                <a:gd name="T41" fmla="*/ 0 h 447"/>
                <a:gd name="T42" fmla="*/ 16 w 342"/>
                <a:gd name="T43" fmla="*/ 0 h 447"/>
                <a:gd name="T44" fmla="*/ 16 w 342"/>
                <a:gd name="T45" fmla="*/ 0 h 447"/>
                <a:gd name="T46" fmla="*/ 8 w 342"/>
                <a:gd name="T47" fmla="*/ 0 h 447"/>
                <a:gd name="T48" fmla="*/ 4 w 342"/>
                <a:gd name="T49" fmla="*/ 4 h 447"/>
                <a:gd name="T50" fmla="*/ 2 w 342"/>
                <a:gd name="T51" fmla="*/ 8 h 447"/>
                <a:gd name="T52" fmla="*/ 0 w 342"/>
                <a:gd name="T53" fmla="*/ 16 h 447"/>
                <a:gd name="T54" fmla="*/ 0 w 342"/>
                <a:gd name="T55" fmla="*/ 431 h 447"/>
                <a:gd name="T56" fmla="*/ 0 w 342"/>
                <a:gd name="T57" fmla="*/ 431 h 447"/>
                <a:gd name="T58" fmla="*/ 2 w 342"/>
                <a:gd name="T59" fmla="*/ 439 h 447"/>
                <a:gd name="T60" fmla="*/ 4 w 342"/>
                <a:gd name="T61" fmla="*/ 443 h 447"/>
                <a:gd name="T62" fmla="*/ 8 w 342"/>
                <a:gd name="T63" fmla="*/ 447 h 447"/>
                <a:gd name="T64" fmla="*/ 16 w 342"/>
                <a:gd name="T65" fmla="*/ 447 h 447"/>
                <a:gd name="T66" fmla="*/ 74 w 342"/>
                <a:gd name="T67" fmla="*/ 447 h 447"/>
                <a:gd name="T68" fmla="*/ 74 w 342"/>
                <a:gd name="T69" fmla="*/ 447 h 447"/>
                <a:gd name="T70" fmla="*/ 82 w 342"/>
                <a:gd name="T71" fmla="*/ 447 h 447"/>
                <a:gd name="T72" fmla="*/ 86 w 342"/>
                <a:gd name="T73" fmla="*/ 443 h 447"/>
                <a:gd name="T74" fmla="*/ 88 w 342"/>
                <a:gd name="T75" fmla="*/ 439 h 447"/>
                <a:gd name="T76" fmla="*/ 90 w 342"/>
                <a:gd name="T77" fmla="*/ 431 h 447"/>
                <a:gd name="T78" fmla="*/ 90 w 342"/>
                <a:gd name="T79" fmla="*/ 259 h 447"/>
                <a:gd name="T80" fmla="*/ 110 w 342"/>
                <a:gd name="T81" fmla="*/ 259 h 447"/>
                <a:gd name="T82" fmla="*/ 234 w 342"/>
                <a:gd name="T83" fmla="*/ 431 h 447"/>
                <a:gd name="T84" fmla="*/ 234 w 342"/>
                <a:gd name="T85" fmla="*/ 431 h 447"/>
                <a:gd name="T86" fmla="*/ 244 w 342"/>
                <a:gd name="T87" fmla="*/ 443 h 447"/>
                <a:gd name="T88" fmla="*/ 250 w 342"/>
                <a:gd name="T89" fmla="*/ 445 h 447"/>
                <a:gd name="T90" fmla="*/ 258 w 342"/>
                <a:gd name="T91" fmla="*/ 447 h 447"/>
                <a:gd name="T92" fmla="*/ 332 w 342"/>
                <a:gd name="T93" fmla="*/ 447 h 447"/>
                <a:gd name="T94" fmla="*/ 332 w 342"/>
                <a:gd name="T95" fmla="*/ 447 h 447"/>
                <a:gd name="T96" fmla="*/ 338 w 342"/>
                <a:gd name="T97" fmla="*/ 445 h 447"/>
                <a:gd name="T98" fmla="*/ 342 w 342"/>
                <a:gd name="T99" fmla="*/ 443 h 447"/>
                <a:gd name="T100" fmla="*/ 342 w 342"/>
                <a:gd name="T101" fmla="*/ 437 h 447"/>
                <a:gd name="T102" fmla="*/ 340 w 342"/>
                <a:gd name="T103" fmla="*/ 431 h 447"/>
                <a:gd name="T104" fmla="*/ 186 w 342"/>
                <a:gd name="T105" fmla="*/ 22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42" h="447">
                  <a:moveTo>
                    <a:pt x="186" y="220"/>
                  </a:moveTo>
                  <a:lnTo>
                    <a:pt x="322" y="16"/>
                  </a:lnTo>
                  <a:lnTo>
                    <a:pt x="322" y="16"/>
                  </a:lnTo>
                  <a:lnTo>
                    <a:pt x="326" y="10"/>
                  </a:lnTo>
                  <a:lnTo>
                    <a:pt x="326" y="4"/>
                  </a:lnTo>
                  <a:lnTo>
                    <a:pt x="322" y="0"/>
                  </a:lnTo>
                  <a:lnTo>
                    <a:pt x="314" y="0"/>
                  </a:lnTo>
                  <a:lnTo>
                    <a:pt x="254" y="0"/>
                  </a:lnTo>
                  <a:lnTo>
                    <a:pt x="254" y="0"/>
                  </a:lnTo>
                  <a:lnTo>
                    <a:pt x="246" y="0"/>
                  </a:lnTo>
                  <a:lnTo>
                    <a:pt x="238" y="4"/>
                  </a:lnTo>
                  <a:lnTo>
                    <a:pt x="232" y="10"/>
                  </a:lnTo>
                  <a:lnTo>
                    <a:pt x="228" y="16"/>
                  </a:lnTo>
                  <a:lnTo>
                    <a:pt x="110" y="192"/>
                  </a:lnTo>
                  <a:lnTo>
                    <a:pt x="90" y="192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88" y="8"/>
                  </a:lnTo>
                  <a:lnTo>
                    <a:pt x="86" y="4"/>
                  </a:lnTo>
                  <a:lnTo>
                    <a:pt x="82" y="0"/>
                  </a:lnTo>
                  <a:lnTo>
                    <a:pt x="7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2" y="439"/>
                  </a:lnTo>
                  <a:lnTo>
                    <a:pt x="4" y="443"/>
                  </a:lnTo>
                  <a:lnTo>
                    <a:pt x="8" y="447"/>
                  </a:lnTo>
                  <a:lnTo>
                    <a:pt x="16" y="447"/>
                  </a:lnTo>
                  <a:lnTo>
                    <a:pt x="74" y="447"/>
                  </a:lnTo>
                  <a:lnTo>
                    <a:pt x="74" y="447"/>
                  </a:lnTo>
                  <a:lnTo>
                    <a:pt x="82" y="447"/>
                  </a:lnTo>
                  <a:lnTo>
                    <a:pt x="86" y="443"/>
                  </a:lnTo>
                  <a:lnTo>
                    <a:pt x="88" y="439"/>
                  </a:lnTo>
                  <a:lnTo>
                    <a:pt x="90" y="431"/>
                  </a:lnTo>
                  <a:lnTo>
                    <a:pt x="90" y="259"/>
                  </a:lnTo>
                  <a:lnTo>
                    <a:pt x="110" y="259"/>
                  </a:lnTo>
                  <a:lnTo>
                    <a:pt x="234" y="431"/>
                  </a:lnTo>
                  <a:lnTo>
                    <a:pt x="234" y="431"/>
                  </a:lnTo>
                  <a:lnTo>
                    <a:pt x="244" y="443"/>
                  </a:lnTo>
                  <a:lnTo>
                    <a:pt x="250" y="445"/>
                  </a:lnTo>
                  <a:lnTo>
                    <a:pt x="258" y="447"/>
                  </a:lnTo>
                  <a:lnTo>
                    <a:pt x="332" y="447"/>
                  </a:lnTo>
                  <a:lnTo>
                    <a:pt x="332" y="447"/>
                  </a:lnTo>
                  <a:lnTo>
                    <a:pt x="338" y="445"/>
                  </a:lnTo>
                  <a:lnTo>
                    <a:pt x="342" y="443"/>
                  </a:lnTo>
                  <a:lnTo>
                    <a:pt x="342" y="437"/>
                  </a:lnTo>
                  <a:lnTo>
                    <a:pt x="340" y="431"/>
                  </a:lnTo>
                  <a:lnTo>
                    <a:pt x="186" y="2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4" name="Freeform 34"/>
            <p:cNvSpPr>
              <a:spLocks/>
            </p:cNvSpPr>
            <p:nvPr/>
          </p:nvSpPr>
          <p:spPr bwMode="auto">
            <a:xfrm>
              <a:off x="2670" y="2981"/>
              <a:ext cx="300" cy="459"/>
            </a:xfrm>
            <a:custGeom>
              <a:avLst/>
              <a:gdLst>
                <a:gd name="T0" fmla="*/ 300 w 300"/>
                <a:gd name="T1" fmla="*/ 324 h 459"/>
                <a:gd name="T2" fmla="*/ 300 w 300"/>
                <a:gd name="T3" fmla="*/ 316 h 459"/>
                <a:gd name="T4" fmla="*/ 292 w 300"/>
                <a:gd name="T5" fmla="*/ 308 h 459"/>
                <a:gd name="T6" fmla="*/ 230 w 300"/>
                <a:gd name="T7" fmla="*/ 306 h 459"/>
                <a:gd name="T8" fmla="*/ 224 w 300"/>
                <a:gd name="T9" fmla="*/ 308 h 459"/>
                <a:gd name="T10" fmla="*/ 216 w 300"/>
                <a:gd name="T11" fmla="*/ 316 h 459"/>
                <a:gd name="T12" fmla="*/ 214 w 300"/>
                <a:gd name="T13" fmla="*/ 334 h 459"/>
                <a:gd name="T14" fmla="*/ 214 w 300"/>
                <a:gd name="T15" fmla="*/ 346 h 459"/>
                <a:gd name="T16" fmla="*/ 206 w 300"/>
                <a:gd name="T17" fmla="*/ 364 h 459"/>
                <a:gd name="T18" fmla="*/ 190 w 300"/>
                <a:gd name="T19" fmla="*/ 376 h 459"/>
                <a:gd name="T20" fmla="*/ 168 w 300"/>
                <a:gd name="T21" fmla="*/ 385 h 459"/>
                <a:gd name="T22" fmla="*/ 152 w 300"/>
                <a:gd name="T23" fmla="*/ 385 h 459"/>
                <a:gd name="T24" fmla="*/ 124 w 300"/>
                <a:gd name="T25" fmla="*/ 380 h 459"/>
                <a:gd name="T26" fmla="*/ 104 w 300"/>
                <a:gd name="T27" fmla="*/ 372 h 459"/>
                <a:gd name="T28" fmla="*/ 94 w 300"/>
                <a:gd name="T29" fmla="*/ 356 h 459"/>
                <a:gd name="T30" fmla="*/ 90 w 300"/>
                <a:gd name="T31" fmla="*/ 334 h 459"/>
                <a:gd name="T32" fmla="*/ 90 w 300"/>
                <a:gd name="T33" fmla="*/ 122 h 459"/>
                <a:gd name="T34" fmla="*/ 94 w 300"/>
                <a:gd name="T35" fmla="*/ 102 h 459"/>
                <a:gd name="T36" fmla="*/ 104 w 300"/>
                <a:gd name="T37" fmla="*/ 86 h 459"/>
                <a:gd name="T38" fmla="*/ 124 w 300"/>
                <a:gd name="T39" fmla="*/ 76 h 459"/>
                <a:gd name="T40" fmla="*/ 152 w 300"/>
                <a:gd name="T41" fmla="*/ 74 h 459"/>
                <a:gd name="T42" fmla="*/ 168 w 300"/>
                <a:gd name="T43" fmla="*/ 74 h 459"/>
                <a:gd name="T44" fmla="*/ 190 w 300"/>
                <a:gd name="T45" fmla="*/ 80 h 459"/>
                <a:gd name="T46" fmla="*/ 206 w 300"/>
                <a:gd name="T47" fmla="*/ 92 h 459"/>
                <a:gd name="T48" fmla="*/ 214 w 300"/>
                <a:gd name="T49" fmla="*/ 112 h 459"/>
                <a:gd name="T50" fmla="*/ 214 w 300"/>
                <a:gd name="T51" fmla="*/ 124 h 459"/>
                <a:gd name="T52" fmla="*/ 216 w 300"/>
                <a:gd name="T53" fmla="*/ 132 h 459"/>
                <a:gd name="T54" fmla="*/ 224 w 300"/>
                <a:gd name="T55" fmla="*/ 140 h 459"/>
                <a:gd name="T56" fmla="*/ 286 w 300"/>
                <a:gd name="T57" fmla="*/ 140 h 459"/>
                <a:gd name="T58" fmla="*/ 292 w 300"/>
                <a:gd name="T59" fmla="*/ 140 h 459"/>
                <a:gd name="T60" fmla="*/ 300 w 300"/>
                <a:gd name="T61" fmla="*/ 132 h 459"/>
                <a:gd name="T62" fmla="*/ 300 w 300"/>
                <a:gd name="T63" fmla="*/ 108 h 459"/>
                <a:gd name="T64" fmla="*/ 298 w 300"/>
                <a:gd name="T65" fmla="*/ 86 h 459"/>
                <a:gd name="T66" fmla="*/ 290 w 300"/>
                <a:gd name="T67" fmla="*/ 58 h 459"/>
                <a:gd name="T68" fmla="*/ 278 w 300"/>
                <a:gd name="T69" fmla="*/ 40 h 459"/>
                <a:gd name="T70" fmla="*/ 260 w 300"/>
                <a:gd name="T71" fmla="*/ 26 h 459"/>
                <a:gd name="T72" fmla="*/ 238 w 300"/>
                <a:gd name="T73" fmla="*/ 14 h 459"/>
                <a:gd name="T74" fmla="*/ 208 w 300"/>
                <a:gd name="T75" fmla="*/ 6 h 459"/>
                <a:gd name="T76" fmla="*/ 172 w 300"/>
                <a:gd name="T77" fmla="*/ 0 h 459"/>
                <a:gd name="T78" fmla="*/ 150 w 300"/>
                <a:gd name="T79" fmla="*/ 0 h 459"/>
                <a:gd name="T80" fmla="*/ 110 w 300"/>
                <a:gd name="T81" fmla="*/ 2 h 459"/>
                <a:gd name="T82" fmla="*/ 76 w 300"/>
                <a:gd name="T83" fmla="*/ 8 h 459"/>
                <a:gd name="T84" fmla="*/ 50 w 300"/>
                <a:gd name="T85" fmla="*/ 20 h 459"/>
                <a:gd name="T86" fmla="*/ 30 w 300"/>
                <a:gd name="T87" fmla="*/ 32 h 459"/>
                <a:gd name="T88" fmla="*/ 16 w 300"/>
                <a:gd name="T89" fmla="*/ 48 h 459"/>
                <a:gd name="T90" fmla="*/ 8 w 300"/>
                <a:gd name="T91" fmla="*/ 68 h 459"/>
                <a:gd name="T92" fmla="*/ 0 w 300"/>
                <a:gd name="T93" fmla="*/ 108 h 459"/>
                <a:gd name="T94" fmla="*/ 0 w 300"/>
                <a:gd name="T95" fmla="*/ 350 h 459"/>
                <a:gd name="T96" fmla="*/ 8 w 300"/>
                <a:gd name="T97" fmla="*/ 391 h 459"/>
                <a:gd name="T98" fmla="*/ 16 w 300"/>
                <a:gd name="T99" fmla="*/ 409 h 459"/>
                <a:gd name="T100" fmla="*/ 30 w 300"/>
                <a:gd name="T101" fmla="*/ 425 h 459"/>
                <a:gd name="T102" fmla="*/ 50 w 300"/>
                <a:gd name="T103" fmla="*/ 439 h 459"/>
                <a:gd name="T104" fmla="*/ 76 w 300"/>
                <a:gd name="T105" fmla="*/ 449 h 459"/>
                <a:gd name="T106" fmla="*/ 110 w 300"/>
                <a:gd name="T107" fmla="*/ 457 h 459"/>
                <a:gd name="T108" fmla="*/ 150 w 300"/>
                <a:gd name="T109" fmla="*/ 459 h 459"/>
                <a:gd name="T110" fmla="*/ 172 w 300"/>
                <a:gd name="T111" fmla="*/ 457 h 459"/>
                <a:gd name="T112" fmla="*/ 208 w 300"/>
                <a:gd name="T113" fmla="*/ 453 h 459"/>
                <a:gd name="T114" fmla="*/ 238 w 300"/>
                <a:gd name="T115" fmla="*/ 445 h 459"/>
                <a:gd name="T116" fmla="*/ 260 w 300"/>
                <a:gd name="T117" fmla="*/ 433 h 459"/>
                <a:gd name="T118" fmla="*/ 278 w 300"/>
                <a:gd name="T119" fmla="*/ 417 h 459"/>
                <a:gd name="T120" fmla="*/ 290 w 300"/>
                <a:gd name="T121" fmla="*/ 401 h 459"/>
                <a:gd name="T122" fmla="*/ 298 w 300"/>
                <a:gd name="T123" fmla="*/ 370 h 459"/>
                <a:gd name="T124" fmla="*/ 300 w 300"/>
                <a:gd name="T125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00" h="459">
                  <a:moveTo>
                    <a:pt x="300" y="350"/>
                  </a:moveTo>
                  <a:lnTo>
                    <a:pt x="300" y="324"/>
                  </a:lnTo>
                  <a:lnTo>
                    <a:pt x="300" y="324"/>
                  </a:lnTo>
                  <a:lnTo>
                    <a:pt x="300" y="316"/>
                  </a:lnTo>
                  <a:lnTo>
                    <a:pt x="298" y="310"/>
                  </a:lnTo>
                  <a:lnTo>
                    <a:pt x="292" y="308"/>
                  </a:lnTo>
                  <a:lnTo>
                    <a:pt x="286" y="306"/>
                  </a:lnTo>
                  <a:lnTo>
                    <a:pt x="230" y="306"/>
                  </a:lnTo>
                  <a:lnTo>
                    <a:pt x="230" y="306"/>
                  </a:lnTo>
                  <a:lnTo>
                    <a:pt x="224" y="308"/>
                  </a:lnTo>
                  <a:lnTo>
                    <a:pt x="218" y="310"/>
                  </a:lnTo>
                  <a:lnTo>
                    <a:pt x="216" y="316"/>
                  </a:lnTo>
                  <a:lnTo>
                    <a:pt x="214" y="324"/>
                  </a:lnTo>
                  <a:lnTo>
                    <a:pt x="214" y="334"/>
                  </a:lnTo>
                  <a:lnTo>
                    <a:pt x="214" y="334"/>
                  </a:lnTo>
                  <a:lnTo>
                    <a:pt x="214" y="346"/>
                  </a:lnTo>
                  <a:lnTo>
                    <a:pt x="210" y="356"/>
                  </a:lnTo>
                  <a:lnTo>
                    <a:pt x="206" y="364"/>
                  </a:lnTo>
                  <a:lnTo>
                    <a:pt x="200" y="372"/>
                  </a:lnTo>
                  <a:lnTo>
                    <a:pt x="190" y="376"/>
                  </a:lnTo>
                  <a:lnTo>
                    <a:pt x="180" y="380"/>
                  </a:lnTo>
                  <a:lnTo>
                    <a:pt x="168" y="385"/>
                  </a:lnTo>
                  <a:lnTo>
                    <a:pt x="152" y="385"/>
                  </a:lnTo>
                  <a:lnTo>
                    <a:pt x="152" y="385"/>
                  </a:lnTo>
                  <a:lnTo>
                    <a:pt x="136" y="385"/>
                  </a:lnTo>
                  <a:lnTo>
                    <a:pt x="124" y="380"/>
                  </a:lnTo>
                  <a:lnTo>
                    <a:pt x="112" y="376"/>
                  </a:lnTo>
                  <a:lnTo>
                    <a:pt x="104" y="372"/>
                  </a:lnTo>
                  <a:lnTo>
                    <a:pt x="98" y="364"/>
                  </a:lnTo>
                  <a:lnTo>
                    <a:pt x="94" y="356"/>
                  </a:lnTo>
                  <a:lnTo>
                    <a:pt x="90" y="346"/>
                  </a:lnTo>
                  <a:lnTo>
                    <a:pt x="90" y="334"/>
                  </a:lnTo>
                  <a:lnTo>
                    <a:pt x="90" y="122"/>
                  </a:lnTo>
                  <a:lnTo>
                    <a:pt x="90" y="122"/>
                  </a:lnTo>
                  <a:lnTo>
                    <a:pt x="90" y="112"/>
                  </a:lnTo>
                  <a:lnTo>
                    <a:pt x="94" y="102"/>
                  </a:lnTo>
                  <a:lnTo>
                    <a:pt x="98" y="92"/>
                  </a:lnTo>
                  <a:lnTo>
                    <a:pt x="104" y="86"/>
                  </a:lnTo>
                  <a:lnTo>
                    <a:pt x="112" y="80"/>
                  </a:lnTo>
                  <a:lnTo>
                    <a:pt x="124" y="76"/>
                  </a:lnTo>
                  <a:lnTo>
                    <a:pt x="136" y="74"/>
                  </a:lnTo>
                  <a:lnTo>
                    <a:pt x="152" y="74"/>
                  </a:lnTo>
                  <a:lnTo>
                    <a:pt x="152" y="74"/>
                  </a:lnTo>
                  <a:lnTo>
                    <a:pt x="168" y="74"/>
                  </a:lnTo>
                  <a:lnTo>
                    <a:pt x="180" y="76"/>
                  </a:lnTo>
                  <a:lnTo>
                    <a:pt x="190" y="80"/>
                  </a:lnTo>
                  <a:lnTo>
                    <a:pt x="200" y="86"/>
                  </a:lnTo>
                  <a:lnTo>
                    <a:pt x="206" y="92"/>
                  </a:lnTo>
                  <a:lnTo>
                    <a:pt x="210" y="102"/>
                  </a:lnTo>
                  <a:lnTo>
                    <a:pt x="214" y="112"/>
                  </a:lnTo>
                  <a:lnTo>
                    <a:pt x="214" y="122"/>
                  </a:lnTo>
                  <a:lnTo>
                    <a:pt x="214" y="124"/>
                  </a:lnTo>
                  <a:lnTo>
                    <a:pt x="214" y="124"/>
                  </a:lnTo>
                  <a:lnTo>
                    <a:pt x="216" y="132"/>
                  </a:lnTo>
                  <a:lnTo>
                    <a:pt x="218" y="136"/>
                  </a:lnTo>
                  <a:lnTo>
                    <a:pt x="224" y="140"/>
                  </a:lnTo>
                  <a:lnTo>
                    <a:pt x="230" y="140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292" y="140"/>
                  </a:lnTo>
                  <a:lnTo>
                    <a:pt x="298" y="136"/>
                  </a:lnTo>
                  <a:lnTo>
                    <a:pt x="300" y="132"/>
                  </a:lnTo>
                  <a:lnTo>
                    <a:pt x="300" y="124"/>
                  </a:lnTo>
                  <a:lnTo>
                    <a:pt x="300" y="108"/>
                  </a:lnTo>
                  <a:lnTo>
                    <a:pt x="300" y="108"/>
                  </a:lnTo>
                  <a:lnTo>
                    <a:pt x="298" y="86"/>
                  </a:lnTo>
                  <a:lnTo>
                    <a:pt x="294" y="68"/>
                  </a:lnTo>
                  <a:lnTo>
                    <a:pt x="290" y="58"/>
                  </a:lnTo>
                  <a:lnTo>
                    <a:pt x="284" y="48"/>
                  </a:lnTo>
                  <a:lnTo>
                    <a:pt x="278" y="40"/>
                  </a:lnTo>
                  <a:lnTo>
                    <a:pt x="270" y="32"/>
                  </a:lnTo>
                  <a:lnTo>
                    <a:pt x="260" y="26"/>
                  </a:lnTo>
                  <a:lnTo>
                    <a:pt x="250" y="20"/>
                  </a:lnTo>
                  <a:lnTo>
                    <a:pt x="238" y="14"/>
                  </a:lnTo>
                  <a:lnTo>
                    <a:pt x="224" y="8"/>
                  </a:lnTo>
                  <a:lnTo>
                    <a:pt x="208" y="6"/>
                  </a:lnTo>
                  <a:lnTo>
                    <a:pt x="192" y="2"/>
                  </a:lnTo>
                  <a:lnTo>
                    <a:pt x="172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30" y="0"/>
                  </a:lnTo>
                  <a:lnTo>
                    <a:pt x="110" y="2"/>
                  </a:lnTo>
                  <a:lnTo>
                    <a:pt x="92" y="6"/>
                  </a:lnTo>
                  <a:lnTo>
                    <a:pt x="76" y="8"/>
                  </a:lnTo>
                  <a:lnTo>
                    <a:pt x="62" y="14"/>
                  </a:lnTo>
                  <a:lnTo>
                    <a:pt x="50" y="20"/>
                  </a:lnTo>
                  <a:lnTo>
                    <a:pt x="40" y="26"/>
                  </a:lnTo>
                  <a:lnTo>
                    <a:pt x="30" y="32"/>
                  </a:lnTo>
                  <a:lnTo>
                    <a:pt x="22" y="40"/>
                  </a:lnTo>
                  <a:lnTo>
                    <a:pt x="16" y="48"/>
                  </a:lnTo>
                  <a:lnTo>
                    <a:pt x="12" y="58"/>
                  </a:lnTo>
                  <a:lnTo>
                    <a:pt x="8" y="68"/>
                  </a:lnTo>
                  <a:lnTo>
                    <a:pt x="2" y="86"/>
                  </a:lnTo>
                  <a:lnTo>
                    <a:pt x="0" y="108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6" y="409"/>
                  </a:lnTo>
                  <a:lnTo>
                    <a:pt x="22" y="417"/>
                  </a:lnTo>
                  <a:lnTo>
                    <a:pt x="30" y="425"/>
                  </a:lnTo>
                  <a:lnTo>
                    <a:pt x="40" y="433"/>
                  </a:lnTo>
                  <a:lnTo>
                    <a:pt x="50" y="439"/>
                  </a:lnTo>
                  <a:lnTo>
                    <a:pt x="62" y="445"/>
                  </a:lnTo>
                  <a:lnTo>
                    <a:pt x="76" y="449"/>
                  </a:lnTo>
                  <a:lnTo>
                    <a:pt x="92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lnTo>
                    <a:pt x="172" y="457"/>
                  </a:lnTo>
                  <a:lnTo>
                    <a:pt x="192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0" y="433"/>
                  </a:lnTo>
                  <a:lnTo>
                    <a:pt x="270" y="425"/>
                  </a:lnTo>
                  <a:lnTo>
                    <a:pt x="278" y="417"/>
                  </a:lnTo>
                  <a:lnTo>
                    <a:pt x="284" y="409"/>
                  </a:lnTo>
                  <a:lnTo>
                    <a:pt x="290" y="401"/>
                  </a:lnTo>
                  <a:lnTo>
                    <a:pt x="294" y="391"/>
                  </a:lnTo>
                  <a:lnTo>
                    <a:pt x="298" y="370"/>
                  </a:lnTo>
                  <a:lnTo>
                    <a:pt x="300" y="350"/>
                  </a:lnTo>
                  <a:lnTo>
                    <a:pt x="300" y="3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5" name="Freeform 35"/>
            <p:cNvSpPr>
              <a:spLocks noEditPoints="1"/>
            </p:cNvSpPr>
            <p:nvPr/>
          </p:nvSpPr>
          <p:spPr bwMode="auto">
            <a:xfrm>
              <a:off x="748" y="2987"/>
              <a:ext cx="348" cy="447"/>
            </a:xfrm>
            <a:custGeom>
              <a:avLst/>
              <a:gdLst>
                <a:gd name="T0" fmla="*/ 256 w 348"/>
                <a:gd name="T1" fmla="*/ 431 h 447"/>
                <a:gd name="T2" fmla="*/ 256 w 348"/>
                <a:gd name="T3" fmla="*/ 431 h 447"/>
                <a:gd name="T4" fmla="*/ 260 w 348"/>
                <a:gd name="T5" fmla="*/ 437 h 447"/>
                <a:gd name="T6" fmla="*/ 264 w 348"/>
                <a:gd name="T7" fmla="*/ 443 h 447"/>
                <a:gd name="T8" fmla="*/ 268 w 348"/>
                <a:gd name="T9" fmla="*/ 447 h 447"/>
                <a:gd name="T10" fmla="*/ 276 w 348"/>
                <a:gd name="T11" fmla="*/ 447 h 447"/>
                <a:gd name="T12" fmla="*/ 336 w 348"/>
                <a:gd name="T13" fmla="*/ 447 h 447"/>
                <a:gd name="T14" fmla="*/ 336 w 348"/>
                <a:gd name="T15" fmla="*/ 447 h 447"/>
                <a:gd name="T16" fmla="*/ 342 w 348"/>
                <a:gd name="T17" fmla="*/ 447 h 447"/>
                <a:gd name="T18" fmla="*/ 346 w 348"/>
                <a:gd name="T19" fmla="*/ 443 h 447"/>
                <a:gd name="T20" fmla="*/ 348 w 348"/>
                <a:gd name="T21" fmla="*/ 437 h 447"/>
                <a:gd name="T22" fmla="*/ 348 w 348"/>
                <a:gd name="T23" fmla="*/ 431 h 447"/>
                <a:gd name="T24" fmla="*/ 224 w 348"/>
                <a:gd name="T25" fmla="*/ 16 h 447"/>
                <a:gd name="T26" fmla="*/ 224 w 348"/>
                <a:gd name="T27" fmla="*/ 16 h 447"/>
                <a:gd name="T28" fmla="*/ 222 w 348"/>
                <a:gd name="T29" fmla="*/ 8 h 447"/>
                <a:gd name="T30" fmla="*/ 218 w 348"/>
                <a:gd name="T31" fmla="*/ 4 h 447"/>
                <a:gd name="T32" fmla="*/ 212 w 348"/>
                <a:gd name="T33" fmla="*/ 0 h 447"/>
                <a:gd name="T34" fmla="*/ 204 w 348"/>
                <a:gd name="T35" fmla="*/ 0 h 447"/>
                <a:gd name="T36" fmla="*/ 146 w 348"/>
                <a:gd name="T37" fmla="*/ 0 h 447"/>
                <a:gd name="T38" fmla="*/ 146 w 348"/>
                <a:gd name="T39" fmla="*/ 0 h 447"/>
                <a:gd name="T40" fmla="*/ 138 w 348"/>
                <a:gd name="T41" fmla="*/ 0 h 447"/>
                <a:gd name="T42" fmla="*/ 132 w 348"/>
                <a:gd name="T43" fmla="*/ 4 h 447"/>
                <a:gd name="T44" fmla="*/ 128 w 348"/>
                <a:gd name="T45" fmla="*/ 8 h 447"/>
                <a:gd name="T46" fmla="*/ 126 w 348"/>
                <a:gd name="T47" fmla="*/ 16 h 447"/>
                <a:gd name="T48" fmla="*/ 2 w 348"/>
                <a:gd name="T49" fmla="*/ 431 h 447"/>
                <a:gd name="T50" fmla="*/ 2 w 348"/>
                <a:gd name="T51" fmla="*/ 431 h 447"/>
                <a:gd name="T52" fmla="*/ 0 w 348"/>
                <a:gd name="T53" fmla="*/ 437 h 447"/>
                <a:gd name="T54" fmla="*/ 2 w 348"/>
                <a:gd name="T55" fmla="*/ 443 h 447"/>
                <a:gd name="T56" fmla="*/ 8 w 348"/>
                <a:gd name="T57" fmla="*/ 447 h 447"/>
                <a:gd name="T58" fmla="*/ 14 w 348"/>
                <a:gd name="T59" fmla="*/ 447 h 447"/>
                <a:gd name="T60" fmla="*/ 68 w 348"/>
                <a:gd name="T61" fmla="*/ 447 h 447"/>
                <a:gd name="T62" fmla="*/ 68 w 348"/>
                <a:gd name="T63" fmla="*/ 447 h 447"/>
                <a:gd name="T64" fmla="*/ 76 w 348"/>
                <a:gd name="T65" fmla="*/ 447 h 447"/>
                <a:gd name="T66" fmla="*/ 82 w 348"/>
                <a:gd name="T67" fmla="*/ 443 h 447"/>
                <a:gd name="T68" fmla="*/ 84 w 348"/>
                <a:gd name="T69" fmla="*/ 437 h 447"/>
                <a:gd name="T70" fmla="*/ 88 w 348"/>
                <a:gd name="T71" fmla="*/ 431 h 447"/>
                <a:gd name="T72" fmla="*/ 110 w 348"/>
                <a:gd name="T73" fmla="*/ 350 h 447"/>
                <a:gd name="T74" fmla="*/ 234 w 348"/>
                <a:gd name="T75" fmla="*/ 350 h 447"/>
                <a:gd name="T76" fmla="*/ 256 w 348"/>
                <a:gd name="T77" fmla="*/ 431 h 447"/>
                <a:gd name="T78" fmla="*/ 130 w 348"/>
                <a:gd name="T79" fmla="*/ 280 h 447"/>
                <a:gd name="T80" fmla="*/ 172 w 348"/>
                <a:gd name="T81" fmla="*/ 92 h 447"/>
                <a:gd name="T82" fmla="*/ 214 w 348"/>
                <a:gd name="T83" fmla="*/ 280 h 447"/>
                <a:gd name="T84" fmla="*/ 130 w 348"/>
                <a:gd name="T85" fmla="*/ 28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48" h="447">
                  <a:moveTo>
                    <a:pt x="256" y="431"/>
                  </a:moveTo>
                  <a:lnTo>
                    <a:pt x="256" y="431"/>
                  </a:lnTo>
                  <a:lnTo>
                    <a:pt x="260" y="437"/>
                  </a:lnTo>
                  <a:lnTo>
                    <a:pt x="264" y="443"/>
                  </a:lnTo>
                  <a:lnTo>
                    <a:pt x="268" y="447"/>
                  </a:lnTo>
                  <a:lnTo>
                    <a:pt x="276" y="447"/>
                  </a:lnTo>
                  <a:lnTo>
                    <a:pt x="336" y="447"/>
                  </a:lnTo>
                  <a:lnTo>
                    <a:pt x="336" y="447"/>
                  </a:lnTo>
                  <a:lnTo>
                    <a:pt x="342" y="447"/>
                  </a:lnTo>
                  <a:lnTo>
                    <a:pt x="346" y="443"/>
                  </a:lnTo>
                  <a:lnTo>
                    <a:pt x="348" y="437"/>
                  </a:lnTo>
                  <a:lnTo>
                    <a:pt x="348" y="431"/>
                  </a:lnTo>
                  <a:lnTo>
                    <a:pt x="224" y="16"/>
                  </a:lnTo>
                  <a:lnTo>
                    <a:pt x="224" y="16"/>
                  </a:lnTo>
                  <a:lnTo>
                    <a:pt x="222" y="8"/>
                  </a:lnTo>
                  <a:lnTo>
                    <a:pt x="218" y="4"/>
                  </a:lnTo>
                  <a:lnTo>
                    <a:pt x="212" y="0"/>
                  </a:lnTo>
                  <a:lnTo>
                    <a:pt x="204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38" y="0"/>
                  </a:lnTo>
                  <a:lnTo>
                    <a:pt x="132" y="4"/>
                  </a:lnTo>
                  <a:lnTo>
                    <a:pt x="128" y="8"/>
                  </a:lnTo>
                  <a:lnTo>
                    <a:pt x="126" y="16"/>
                  </a:lnTo>
                  <a:lnTo>
                    <a:pt x="2" y="431"/>
                  </a:lnTo>
                  <a:lnTo>
                    <a:pt x="2" y="431"/>
                  </a:lnTo>
                  <a:lnTo>
                    <a:pt x="0" y="437"/>
                  </a:lnTo>
                  <a:lnTo>
                    <a:pt x="2" y="443"/>
                  </a:lnTo>
                  <a:lnTo>
                    <a:pt x="8" y="447"/>
                  </a:lnTo>
                  <a:lnTo>
                    <a:pt x="14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2" y="443"/>
                  </a:lnTo>
                  <a:lnTo>
                    <a:pt x="84" y="437"/>
                  </a:lnTo>
                  <a:lnTo>
                    <a:pt x="88" y="431"/>
                  </a:lnTo>
                  <a:lnTo>
                    <a:pt x="110" y="350"/>
                  </a:lnTo>
                  <a:lnTo>
                    <a:pt x="234" y="350"/>
                  </a:lnTo>
                  <a:lnTo>
                    <a:pt x="256" y="431"/>
                  </a:lnTo>
                  <a:close/>
                  <a:moveTo>
                    <a:pt x="130" y="280"/>
                  </a:moveTo>
                  <a:lnTo>
                    <a:pt x="172" y="92"/>
                  </a:lnTo>
                  <a:lnTo>
                    <a:pt x="214" y="280"/>
                  </a:lnTo>
                  <a:lnTo>
                    <a:pt x="130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6" name="Freeform 36"/>
            <p:cNvSpPr>
              <a:spLocks/>
            </p:cNvSpPr>
            <p:nvPr/>
          </p:nvSpPr>
          <p:spPr bwMode="auto">
            <a:xfrm>
              <a:off x="78" y="2981"/>
              <a:ext cx="302" cy="459"/>
            </a:xfrm>
            <a:custGeom>
              <a:avLst/>
              <a:gdLst>
                <a:gd name="T0" fmla="*/ 172 w 302"/>
                <a:gd name="T1" fmla="*/ 457 h 459"/>
                <a:gd name="T2" fmla="*/ 224 w 302"/>
                <a:gd name="T3" fmla="*/ 449 h 459"/>
                <a:gd name="T4" fmla="*/ 262 w 302"/>
                <a:gd name="T5" fmla="*/ 433 h 459"/>
                <a:gd name="T6" fmla="*/ 286 w 302"/>
                <a:gd name="T7" fmla="*/ 409 h 459"/>
                <a:gd name="T8" fmla="*/ 300 w 302"/>
                <a:gd name="T9" fmla="*/ 370 h 459"/>
                <a:gd name="T10" fmla="*/ 302 w 302"/>
                <a:gd name="T11" fmla="*/ 300 h 459"/>
                <a:gd name="T12" fmla="*/ 290 w 302"/>
                <a:gd name="T13" fmla="*/ 252 h 459"/>
                <a:gd name="T14" fmla="*/ 256 w 302"/>
                <a:gd name="T15" fmla="*/ 220 h 459"/>
                <a:gd name="T16" fmla="*/ 122 w 302"/>
                <a:gd name="T17" fmla="*/ 164 h 459"/>
                <a:gd name="T18" fmla="*/ 104 w 302"/>
                <a:gd name="T19" fmla="*/ 154 h 459"/>
                <a:gd name="T20" fmla="*/ 96 w 302"/>
                <a:gd name="T21" fmla="*/ 136 h 459"/>
                <a:gd name="T22" fmla="*/ 96 w 302"/>
                <a:gd name="T23" fmla="*/ 120 h 459"/>
                <a:gd name="T24" fmla="*/ 102 w 302"/>
                <a:gd name="T25" fmla="*/ 90 h 459"/>
                <a:gd name="T26" fmla="*/ 126 w 302"/>
                <a:gd name="T27" fmla="*/ 74 h 459"/>
                <a:gd name="T28" fmla="*/ 152 w 302"/>
                <a:gd name="T29" fmla="*/ 72 h 459"/>
                <a:gd name="T30" fmla="*/ 190 w 302"/>
                <a:gd name="T31" fmla="*/ 78 h 459"/>
                <a:gd name="T32" fmla="*/ 208 w 302"/>
                <a:gd name="T33" fmla="*/ 98 h 459"/>
                <a:gd name="T34" fmla="*/ 210 w 302"/>
                <a:gd name="T35" fmla="*/ 124 h 459"/>
                <a:gd name="T36" fmla="*/ 214 w 302"/>
                <a:gd name="T37" fmla="*/ 136 h 459"/>
                <a:gd name="T38" fmla="*/ 282 w 302"/>
                <a:gd name="T39" fmla="*/ 140 h 459"/>
                <a:gd name="T40" fmla="*/ 294 w 302"/>
                <a:gd name="T41" fmla="*/ 136 h 459"/>
                <a:gd name="T42" fmla="*/ 298 w 302"/>
                <a:gd name="T43" fmla="*/ 108 h 459"/>
                <a:gd name="T44" fmla="*/ 292 w 302"/>
                <a:gd name="T45" fmla="*/ 68 h 459"/>
                <a:gd name="T46" fmla="*/ 276 w 302"/>
                <a:gd name="T47" fmla="*/ 40 h 459"/>
                <a:gd name="T48" fmla="*/ 248 w 302"/>
                <a:gd name="T49" fmla="*/ 20 h 459"/>
                <a:gd name="T50" fmla="*/ 208 w 302"/>
                <a:gd name="T51" fmla="*/ 6 h 459"/>
                <a:gd name="T52" fmla="*/ 150 w 302"/>
                <a:gd name="T53" fmla="*/ 0 h 459"/>
                <a:gd name="T54" fmla="*/ 112 w 302"/>
                <a:gd name="T55" fmla="*/ 2 h 459"/>
                <a:gd name="T56" fmla="*/ 66 w 302"/>
                <a:gd name="T57" fmla="*/ 14 h 459"/>
                <a:gd name="T58" fmla="*/ 36 w 302"/>
                <a:gd name="T59" fmla="*/ 34 h 459"/>
                <a:gd name="T60" fmla="*/ 14 w 302"/>
                <a:gd name="T61" fmla="*/ 68 h 459"/>
                <a:gd name="T62" fmla="*/ 8 w 302"/>
                <a:gd name="T63" fmla="*/ 146 h 459"/>
                <a:gd name="T64" fmla="*/ 14 w 302"/>
                <a:gd name="T65" fmla="*/ 174 h 459"/>
                <a:gd name="T66" fmla="*/ 36 w 302"/>
                <a:gd name="T67" fmla="*/ 210 h 459"/>
                <a:gd name="T68" fmla="*/ 70 w 302"/>
                <a:gd name="T69" fmla="*/ 230 h 459"/>
                <a:gd name="T70" fmla="*/ 184 w 302"/>
                <a:gd name="T71" fmla="*/ 278 h 459"/>
                <a:gd name="T72" fmla="*/ 210 w 302"/>
                <a:gd name="T73" fmla="*/ 300 h 459"/>
                <a:gd name="T74" fmla="*/ 214 w 302"/>
                <a:gd name="T75" fmla="*/ 338 h 459"/>
                <a:gd name="T76" fmla="*/ 210 w 302"/>
                <a:gd name="T77" fmla="*/ 360 h 459"/>
                <a:gd name="T78" fmla="*/ 190 w 302"/>
                <a:gd name="T79" fmla="*/ 380 h 459"/>
                <a:gd name="T80" fmla="*/ 150 w 302"/>
                <a:gd name="T81" fmla="*/ 387 h 459"/>
                <a:gd name="T82" fmla="*/ 120 w 302"/>
                <a:gd name="T83" fmla="*/ 385 h 459"/>
                <a:gd name="T84" fmla="*/ 96 w 302"/>
                <a:gd name="T85" fmla="*/ 368 h 459"/>
                <a:gd name="T86" fmla="*/ 88 w 302"/>
                <a:gd name="T87" fmla="*/ 338 h 459"/>
                <a:gd name="T88" fmla="*/ 86 w 302"/>
                <a:gd name="T89" fmla="*/ 316 h 459"/>
                <a:gd name="T90" fmla="*/ 72 w 302"/>
                <a:gd name="T91" fmla="*/ 306 h 459"/>
                <a:gd name="T92" fmla="*/ 8 w 302"/>
                <a:gd name="T93" fmla="*/ 308 h 459"/>
                <a:gd name="T94" fmla="*/ 0 w 302"/>
                <a:gd name="T95" fmla="*/ 324 h 459"/>
                <a:gd name="T96" fmla="*/ 2 w 302"/>
                <a:gd name="T97" fmla="*/ 370 h 459"/>
                <a:gd name="T98" fmla="*/ 16 w 302"/>
                <a:gd name="T99" fmla="*/ 409 h 459"/>
                <a:gd name="T100" fmla="*/ 40 w 302"/>
                <a:gd name="T101" fmla="*/ 433 h 459"/>
                <a:gd name="T102" fmla="*/ 78 w 302"/>
                <a:gd name="T103" fmla="*/ 449 h 459"/>
                <a:gd name="T104" fmla="*/ 130 w 302"/>
                <a:gd name="T105" fmla="*/ 457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" h="459">
                  <a:moveTo>
                    <a:pt x="150" y="459"/>
                  </a:moveTo>
                  <a:lnTo>
                    <a:pt x="150" y="459"/>
                  </a:lnTo>
                  <a:lnTo>
                    <a:pt x="172" y="457"/>
                  </a:lnTo>
                  <a:lnTo>
                    <a:pt x="190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2" y="433"/>
                  </a:lnTo>
                  <a:lnTo>
                    <a:pt x="270" y="425"/>
                  </a:lnTo>
                  <a:lnTo>
                    <a:pt x="278" y="417"/>
                  </a:lnTo>
                  <a:lnTo>
                    <a:pt x="286" y="409"/>
                  </a:lnTo>
                  <a:lnTo>
                    <a:pt x="290" y="401"/>
                  </a:lnTo>
                  <a:lnTo>
                    <a:pt x="294" y="391"/>
                  </a:lnTo>
                  <a:lnTo>
                    <a:pt x="300" y="370"/>
                  </a:lnTo>
                  <a:lnTo>
                    <a:pt x="302" y="350"/>
                  </a:lnTo>
                  <a:lnTo>
                    <a:pt x="302" y="300"/>
                  </a:lnTo>
                  <a:lnTo>
                    <a:pt x="302" y="300"/>
                  </a:lnTo>
                  <a:lnTo>
                    <a:pt x="300" y="282"/>
                  </a:lnTo>
                  <a:lnTo>
                    <a:pt x="296" y="266"/>
                  </a:lnTo>
                  <a:lnTo>
                    <a:pt x="290" y="252"/>
                  </a:lnTo>
                  <a:lnTo>
                    <a:pt x="280" y="240"/>
                  </a:lnTo>
                  <a:lnTo>
                    <a:pt x="268" y="230"/>
                  </a:lnTo>
                  <a:lnTo>
                    <a:pt x="256" y="220"/>
                  </a:lnTo>
                  <a:lnTo>
                    <a:pt x="240" y="212"/>
                  </a:lnTo>
                  <a:lnTo>
                    <a:pt x="224" y="206"/>
                  </a:lnTo>
                  <a:lnTo>
                    <a:pt x="122" y="164"/>
                  </a:lnTo>
                  <a:lnTo>
                    <a:pt x="122" y="164"/>
                  </a:lnTo>
                  <a:lnTo>
                    <a:pt x="114" y="160"/>
                  </a:lnTo>
                  <a:lnTo>
                    <a:pt x="104" y="154"/>
                  </a:lnTo>
                  <a:lnTo>
                    <a:pt x="102" y="150"/>
                  </a:lnTo>
                  <a:lnTo>
                    <a:pt x="98" y="144"/>
                  </a:lnTo>
                  <a:lnTo>
                    <a:pt x="96" y="136"/>
                  </a:lnTo>
                  <a:lnTo>
                    <a:pt x="96" y="128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08"/>
                  </a:lnTo>
                  <a:lnTo>
                    <a:pt x="98" y="98"/>
                  </a:lnTo>
                  <a:lnTo>
                    <a:pt x="102" y="90"/>
                  </a:lnTo>
                  <a:lnTo>
                    <a:pt x="108" y="84"/>
                  </a:lnTo>
                  <a:lnTo>
                    <a:pt x="116" y="78"/>
                  </a:lnTo>
                  <a:lnTo>
                    <a:pt x="126" y="74"/>
                  </a:lnTo>
                  <a:lnTo>
                    <a:pt x="138" y="72"/>
                  </a:lnTo>
                  <a:lnTo>
                    <a:pt x="152" y="72"/>
                  </a:lnTo>
                  <a:lnTo>
                    <a:pt x="152" y="72"/>
                  </a:lnTo>
                  <a:lnTo>
                    <a:pt x="166" y="72"/>
                  </a:lnTo>
                  <a:lnTo>
                    <a:pt x="180" y="74"/>
                  </a:lnTo>
                  <a:lnTo>
                    <a:pt x="190" y="78"/>
                  </a:lnTo>
                  <a:lnTo>
                    <a:pt x="198" y="84"/>
                  </a:lnTo>
                  <a:lnTo>
                    <a:pt x="204" y="90"/>
                  </a:lnTo>
                  <a:lnTo>
                    <a:pt x="208" y="98"/>
                  </a:lnTo>
                  <a:lnTo>
                    <a:pt x="210" y="108"/>
                  </a:lnTo>
                  <a:lnTo>
                    <a:pt x="210" y="120"/>
                  </a:lnTo>
                  <a:lnTo>
                    <a:pt x="210" y="124"/>
                  </a:lnTo>
                  <a:lnTo>
                    <a:pt x="210" y="124"/>
                  </a:lnTo>
                  <a:lnTo>
                    <a:pt x="212" y="132"/>
                  </a:lnTo>
                  <a:lnTo>
                    <a:pt x="214" y="136"/>
                  </a:lnTo>
                  <a:lnTo>
                    <a:pt x="218" y="140"/>
                  </a:lnTo>
                  <a:lnTo>
                    <a:pt x="226" y="140"/>
                  </a:lnTo>
                  <a:lnTo>
                    <a:pt x="282" y="140"/>
                  </a:lnTo>
                  <a:lnTo>
                    <a:pt x="282" y="140"/>
                  </a:lnTo>
                  <a:lnTo>
                    <a:pt x="290" y="140"/>
                  </a:lnTo>
                  <a:lnTo>
                    <a:pt x="294" y="136"/>
                  </a:lnTo>
                  <a:lnTo>
                    <a:pt x="298" y="132"/>
                  </a:lnTo>
                  <a:lnTo>
                    <a:pt x="298" y="124"/>
                  </a:lnTo>
                  <a:lnTo>
                    <a:pt x="298" y="108"/>
                  </a:lnTo>
                  <a:lnTo>
                    <a:pt x="298" y="108"/>
                  </a:lnTo>
                  <a:lnTo>
                    <a:pt x="296" y="86"/>
                  </a:lnTo>
                  <a:lnTo>
                    <a:pt x="292" y="68"/>
                  </a:lnTo>
                  <a:lnTo>
                    <a:pt x="288" y="58"/>
                  </a:lnTo>
                  <a:lnTo>
                    <a:pt x="282" y="50"/>
                  </a:lnTo>
                  <a:lnTo>
                    <a:pt x="276" y="40"/>
                  </a:lnTo>
                  <a:lnTo>
                    <a:pt x="268" y="34"/>
                  </a:lnTo>
                  <a:lnTo>
                    <a:pt x="258" y="26"/>
                  </a:lnTo>
                  <a:lnTo>
                    <a:pt x="248" y="20"/>
                  </a:lnTo>
                  <a:lnTo>
                    <a:pt x="236" y="14"/>
                  </a:lnTo>
                  <a:lnTo>
                    <a:pt x="222" y="10"/>
                  </a:lnTo>
                  <a:lnTo>
                    <a:pt x="208" y="6"/>
                  </a:lnTo>
                  <a:lnTo>
                    <a:pt x="190" y="2"/>
                  </a:lnTo>
                  <a:lnTo>
                    <a:pt x="172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30" y="0"/>
                  </a:lnTo>
                  <a:lnTo>
                    <a:pt x="112" y="2"/>
                  </a:lnTo>
                  <a:lnTo>
                    <a:pt x="94" y="6"/>
                  </a:lnTo>
                  <a:lnTo>
                    <a:pt x="80" y="10"/>
                  </a:lnTo>
                  <a:lnTo>
                    <a:pt x="66" y="14"/>
                  </a:lnTo>
                  <a:lnTo>
                    <a:pt x="56" y="20"/>
                  </a:lnTo>
                  <a:lnTo>
                    <a:pt x="46" y="26"/>
                  </a:lnTo>
                  <a:lnTo>
                    <a:pt x="36" y="34"/>
                  </a:lnTo>
                  <a:lnTo>
                    <a:pt x="30" y="40"/>
                  </a:lnTo>
                  <a:lnTo>
                    <a:pt x="24" y="50"/>
                  </a:lnTo>
                  <a:lnTo>
                    <a:pt x="14" y="68"/>
                  </a:lnTo>
                  <a:lnTo>
                    <a:pt x="10" y="86"/>
                  </a:lnTo>
                  <a:lnTo>
                    <a:pt x="8" y="108"/>
                  </a:lnTo>
                  <a:lnTo>
                    <a:pt x="8" y="146"/>
                  </a:lnTo>
                  <a:lnTo>
                    <a:pt x="8" y="146"/>
                  </a:lnTo>
                  <a:lnTo>
                    <a:pt x="10" y="160"/>
                  </a:lnTo>
                  <a:lnTo>
                    <a:pt x="14" y="174"/>
                  </a:lnTo>
                  <a:lnTo>
                    <a:pt x="20" y="188"/>
                  </a:lnTo>
                  <a:lnTo>
                    <a:pt x="28" y="198"/>
                  </a:lnTo>
                  <a:lnTo>
                    <a:pt x="36" y="210"/>
                  </a:lnTo>
                  <a:lnTo>
                    <a:pt x="46" y="218"/>
                  </a:lnTo>
                  <a:lnTo>
                    <a:pt x="58" y="226"/>
                  </a:lnTo>
                  <a:lnTo>
                    <a:pt x="70" y="230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84" y="278"/>
                  </a:lnTo>
                  <a:lnTo>
                    <a:pt x="200" y="288"/>
                  </a:lnTo>
                  <a:lnTo>
                    <a:pt x="206" y="294"/>
                  </a:lnTo>
                  <a:lnTo>
                    <a:pt x="210" y="300"/>
                  </a:lnTo>
                  <a:lnTo>
                    <a:pt x="214" y="308"/>
                  </a:lnTo>
                  <a:lnTo>
                    <a:pt x="214" y="318"/>
                  </a:lnTo>
                  <a:lnTo>
                    <a:pt x="214" y="338"/>
                  </a:lnTo>
                  <a:lnTo>
                    <a:pt x="214" y="338"/>
                  </a:lnTo>
                  <a:lnTo>
                    <a:pt x="214" y="350"/>
                  </a:lnTo>
                  <a:lnTo>
                    <a:pt x="210" y="360"/>
                  </a:lnTo>
                  <a:lnTo>
                    <a:pt x="206" y="368"/>
                  </a:lnTo>
                  <a:lnTo>
                    <a:pt x="198" y="374"/>
                  </a:lnTo>
                  <a:lnTo>
                    <a:pt x="190" y="380"/>
                  </a:lnTo>
                  <a:lnTo>
                    <a:pt x="178" y="385"/>
                  </a:lnTo>
                  <a:lnTo>
                    <a:pt x="166" y="387"/>
                  </a:lnTo>
                  <a:lnTo>
                    <a:pt x="150" y="387"/>
                  </a:lnTo>
                  <a:lnTo>
                    <a:pt x="150" y="387"/>
                  </a:lnTo>
                  <a:lnTo>
                    <a:pt x="134" y="387"/>
                  </a:lnTo>
                  <a:lnTo>
                    <a:pt x="120" y="385"/>
                  </a:lnTo>
                  <a:lnTo>
                    <a:pt x="110" y="380"/>
                  </a:lnTo>
                  <a:lnTo>
                    <a:pt x="102" y="374"/>
                  </a:lnTo>
                  <a:lnTo>
                    <a:pt x="96" y="368"/>
                  </a:lnTo>
                  <a:lnTo>
                    <a:pt x="90" y="360"/>
                  </a:lnTo>
                  <a:lnTo>
                    <a:pt x="88" y="350"/>
                  </a:lnTo>
                  <a:lnTo>
                    <a:pt x="88" y="338"/>
                  </a:lnTo>
                  <a:lnTo>
                    <a:pt x="88" y="324"/>
                  </a:lnTo>
                  <a:lnTo>
                    <a:pt x="88" y="324"/>
                  </a:lnTo>
                  <a:lnTo>
                    <a:pt x="86" y="316"/>
                  </a:lnTo>
                  <a:lnTo>
                    <a:pt x="84" y="310"/>
                  </a:lnTo>
                  <a:lnTo>
                    <a:pt x="80" y="308"/>
                  </a:lnTo>
                  <a:lnTo>
                    <a:pt x="72" y="306"/>
                  </a:lnTo>
                  <a:lnTo>
                    <a:pt x="16" y="306"/>
                  </a:lnTo>
                  <a:lnTo>
                    <a:pt x="16" y="306"/>
                  </a:lnTo>
                  <a:lnTo>
                    <a:pt x="8" y="308"/>
                  </a:lnTo>
                  <a:lnTo>
                    <a:pt x="4" y="310"/>
                  </a:lnTo>
                  <a:lnTo>
                    <a:pt x="2" y="316"/>
                  </a:lnTo>
                  <a:lnTo>
                    <a:pt x="0" y="324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6" y="409"/>
                  </a:lnTo>
                  <a:lnTo>
                    <a:pt x="24" y="417"/>
                  </a:lnTo>
                  <a:lnTo>
                    <a:pt x="32" y="425"/>
                  </a:lnTo>
                  <a:lnTo>
                    <a:pt x="40" y="433"/>
                  </a:lnTo>
                  <a:lnTo>
                    <a:pt x="52" y="439"/>
                  </a:lnTo>
                  <a:lnTo>
                    <a:pt x="64" y="445"/>
                  </a:lnTo>
                  <a:lnTo>
                    <a:pt x="78" y="449"/>
                  </a:lnTo>
                  <a:lnTo>
                    <a:pt x="92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7" name="Freeform 37"/>
            <p:cNvSpPr>
              <a:spLocks/>
            </p:cNvSpPr>
            <p:nvPr/>
          </p:nvSpPr>
          <p:spPr bwMode="auto">
            <a:xfrm>
              <a:off x="1696" y="2981"/>
              <a:ext cx="302" cy="459"/>
            </a:xfrm>
            <a:custGeom>
              <a:avLst/>
              <a:gdLst>
                <a:gd name="T0" fmla="*/ 302 w 302"/>
                <a:gd name="T1" fmla="*/ 300 h 459"/>
                <a:gd name="T2" fmla="*/ 290 w 302"/>
                <a:gd name="T3" fmla="*/ 252 h 459"/>
                <a:gd name="T4" fmla="*/ 256 w 302"/>
                <a:gd name="T5" fmla="*/ 220 h 459"/>
                <a:gd name="T6" fmla="*/ 122 w 302"/>
                <a:gd name="T7" fmla="*/ 164 h 459"/>
                <a:gd name="T8" fmla="*/ 106 w 302"/>
                <a:gd name="T9" fmla="*/ 154 h 459"/>
                <a:gd name="T10" fmla="*/ 96 w 302"/>
                <a:gd name="T11" fmla="*/ 136 h 459"/>
                <a:gd name="T12" fmla="*/ 96 w 302"/>
                <a:gd name="T13" fmla="*/ 120 h 459"/>
                <a:gd name="T14" fmla="*/ 102 w 302"/>
                <a:gd name="T15" fmla="*/ 90 h 459"/>
                <a:gd name="T16" fmla="*/ 126 w 302"/>
                <a:gd name="T17" fmla="*/ 74 h 459"/>
                <a:gd name="T18" fmla="*/ 152 w 302"/>
                <a:gd name="T19" fmla="*/ 72 h 459"/>
                <a:gd name="T20" fmla="*/ 190 w 302"/>
                <a:gd name="T21" fmla="*/ 78 h 459"/>
                <a:gd name="T22" fmla="*/ 208 w 302"/>
                <a:gd name="T23" fmla="*/ 98 h 459"/>
                <a:gd name="T24" fmla="*/ 212 w 302"/>
                <a:gd name="T25" fmla="*/ 124 h 459"/>
                <a:gd name="T26" fmla="*/ 214 w 302"/>
                <a:gd name="T27" fmla="*/ 136 h 459"/>
                <a:gd name="T28" fmla="*/ 282 w 302"/>
                <a:gd name="T29" fmla="*/ 140 h 459"/>
                <a:gd name="T30" fmla="*/ 294 w 302"/>
                <a:gd name="T31" fmla="*/ 136 h 459"/>
                <a:gd name="T32" fmla="*/ 298 w 302"/>
                <a:gd name="T33" fmla="*/ 108 h 459"/>
                <a:gd name="T34" fmla="*/ 292 w 302"/>
                <a:gd name="T35" fmla="*/ 68 h 459"/>
                <a:gd name="T36" fmla="*/ 276 w 302"/>
                <a:gd name="T37" fmla="*/ 40 h 459"/>
                <a:gd name="T38" fmla="*/ 248 w 302"/>
                <a:gd name="T39" fmla="*/ 20 h 459"/>
                <a:gd name="T40" fmla="*/ 208 w 302"/>
                <a:gd name="T41" fmla="*/ 6 h 459"/>
                <a:gd name="T42" fmla="*/ 152 w 302"/>
                <a:gd name="T43" fmla="*/ 0 h 459"/>
                <a:gd name="T44" fmla="*/ 112 w 302"/>
                <a:gd name="T45" fmla="*/ 2 h 459"/>
                <a:gd name="T46" fmla="*/ 68 w 302"/>
                <a:gd name="T47" fmla="*/ 14 h 459"/>
                <a:gd name="T48" fmla="*/ 38 w 302"/>
                <a:gd name="T49" fmla="*/ 34 h 459"/>
                <a:gd name="T50" fmla="*/ 16 w 302"/>
                <a:gd name="T51" fmla="*/ 68 h 459"/>
                <a:gd name="T52" fmla="*/ 10 w 302"/>
                <a:gd name="T53" fmla="*/ 146 h 459"/>
                <a:gd name="T54" fmla="*/ 14 w 302"/>
                <a:gd name="T55" fmla="*/ 174 h 459"/>
                <a:gd name="T56" fmla="*/ 36 w 302"/>
                <a:gd name="T57" fmla="*/ 210 h 459"/>
                <a:gd name="T58" fmla="*/ 70 w 302"/>
                <a:gd name="T59" fmla="*/ 230 h 459"/>
                <a:gd name="T60" fmla="*/ 184 w 302"/>
                <a:gd name="T61" fmla="*/ 278 h 459"/>
                <a:gd name="T62" fmla="*/ 210 w 302"/>
                <a:gd name="T63" fmla="*/ 300 h 459"/>
                <a:gd name="T64" fmla="*/ 214 w 302"/>
                <a:gd name="T65" fmla="*/ 338 h 459"/>
                <a:gd name="T66" fmla="*/ 210 w 302"/>
                <a:gd name="T67" fmla="*/ 360 h 459"/>
                <a:gd name="T68" fmla="*/ 190 w 302"/>
                <a:gd name="T69" fmla="*/ 380 h 459"/>
                <a:gd name="T70" fmla="*/ 150 w 302"/>
                <a:gd name="T71" fmla="*/ 387 h 459"/>
                <a:gd name="T72" fmla="*/ 122 w 302"/>
                <a:gd name="T73" fmla="*/ 385 h 459"/>
                <a:gd name="T74" fmla="*/ 96 w 302"/>
                <a:gd name="T75" fmla="*/ 368 h 459"/>
                <a:gd name="T76" fmla="*/ 88 w 302"/>
                <a:gd name="T77" fmla="*/ 338 h 459"/>
                <a:gd name="T78" fmla="*/ 88 w 302"/>
                <a:gd name="T79" fmla="*/ 316 h 459"/>
                <a:gd name="T80" fmla="*/ 72 w 302"/>
                <a:gd name="T81" fmla="*/ 306 h 459"/>
                <a:gd name="T82" fmla="*/ 10 w 302"/>
                <a:gd name="T83" fmla="*/ 308 h 459"/>
                <a:gd name="T84" fmla="*/ 0 w 302"/>
                <a:gd name="T85" fmla="*/ 324 h 459"/>
                <a:gd name="T86" fmla="*/ 2 w 302"/>
                <a:gd name="T87" fmla="*/ 370 h 459"/>
                <a:gd name="T88" fmla="*/ 18 w 302"/>
                <a:gd name="T89" fmla="*/ 409 h 459"/>
                <a:gd name="T90" fmla="*/ 42 w 302"/>
                <a:gd name="T91" fmla="*/ 433 h 459"/>
                <a:gd name="T92" fmla="*/ 78 w 302"/>
                <a:gd name="T93" fmla="*/ 449 h 459"/>
                <a:gd name="T94" fmla="*/ 130 w 302"/>
                <a:gd name="T95" fmla="*/ 457 h 459"/>
                <a:gd name="T96" fmla="*/ 172 w 302"/>
                <a:gd name="T97" fmla="*/ 457 h 459"/>
                <a:gd name="T98" fmla="*/ 224 w 302"/>
                <a:gd name="T99" fmla="*/ 449 h 459"/>
                <a:gd name="T100" fmla="*/ 262 w 302"/>
                <a:gd name="T101" fmla="*/ 433 h 459"/>
                <a:gd name="T102" fmla="*/ 286 w 302"/>
                <a:gd name="T103" fmla="*/ 409 h 459"/>
                <a:gd name="T104" fmla="*/ 300 w 302"/>
                <a:gd name="T105" fmla="*/ 37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" h="459">
                  <a:moveTo>
                    <a:pt x="302" y="350"/>
                  </a:moveTo>
                  <a:lnTo>
                    <a:pt x="302" y="300"/>
                  </a:lnTo>
                  <a:lnTo>
                    <a:pt x="302" y="300"/>
                  </a:lnTo>
                  <a:lnTo>
                    <a:pt x="300" y="282"/>
                  </a:lnTo>
                  <a:lnTo>
                    <a:pt x="296" y="266"/>
                  </a:lnTo>
                  <a:lnTo>
                    <a:pt x="290" y="252"/>
                  </a:lnTo>
                  <a:lnTo>
                    <a:pt x="280" y="240"/>
                  </a:lnTo>
                  <a:lnTo>
                    <a:pt x="268" y="230"/>
                  </a:lnTo>
                  <a:lnTo>
                    <a:pt x="256" y="220"/>
                  </a:lnTo>
                  <a:lnTo>
                    <a:pt x="240" y="212"/>
                  </a:lnTo>
                  <a:lnTo>
                    <a:pt x="224" y="206"/>
                  </a:lnTo>
                  <a:lnTo>
                    <a:pt x="122" y="164"/>
                  </a:lnTo>
                  <a:lnTo>
                    <a:pt x="122" y="164"/>
                  </a:lnTo>
                  <a:lnTo>
                    <a:pt x="114" y="160"/>
                  </a:lnTo>
                  <a:lnTo>
                    <a:pt x="106" y="154"/>
                  </a:lnTo>
                  <a:lnTo>
                    <a:pt x="102" y="150"/>
                  </a:lnTo>
                  <a:lnTo>
                    <a:pt x="98" y="144"/>
                  </a:lnTo>
                  <a:lnTo>
                    <a:pt x="96" y="136"/>
                  </a:lnTo>
                  <a:lnTo>
                    <a:pt x="96" y="128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08"/>
                  </a:lnTo>
                  <a:lnTo>
                    <a:pt x="98" y="98"/>
                  </a:lnTo>
                  <a:lnTo>
                    <a:pt x="102" y="90"/>
                  </a:lnTo>
                  <a:lnTo>
                    <a:pt x="108" y="84"/>
                  </a:lnTo>
                  <a:lnTo>
                    <a:pt x="116" y="78"/>
                  </a:lnTo>
                  <a:lnTo>
                    <a:pt x="126" y="74"/>
                  </a:lnTo>
                  <a:lnTo>
                    <a:pt x="138" y="72"/>
                  </a:lnTo>
                  <a:lnTo>
                    <a:pt x="152" y="72"/>
                  </a:lnTo>
                  <a:lnTo>
                    <a:pt x="152" y="72"/>
                  </a:lnTo>
                  <a:lnTo>
                    <a:pt x="168" y="72"/>
                  </a:lnTo>
                  <a:lnTo>
                    <a:pt x="180" y="74"/>
                  </a:lnTo>
                  <a:lnTo>
                    <a:pt x="190" y="78"/>
                  </a:lnTo>
                  <a:lnTo>
                    <a:pt x="198" y="84"/>
                  </a:lnTo>
                  <a:lnTo>
                    <a:pt x="204" y="90"/>
                  </a:lnTo>
                  <a:lnTo>
                    <a:pt x="208" y="98"/>
                  </a:lnTo>
                  <a:lnTo>
                    <a:pt x="210" y="108"/>
                  </a:lnTo>
                  <a:lnTo>
                    <a:pt x="212" y="120"/>
                  </a:lnTo>
                  <a:lnTo>
                    <a:pt x="212" y="124"/>
                  </a:lnTo>
                  <a:lnTo>
                    <a:pt x="212" y="124"/>
                  </a:lnTo>
                  <a:lnTo>
                    <a:pt x="212" y="132"/>
                  </a:lnTo>
                  <a:lnTo>
                    <a:pt x="214" y="136"/>
                  </a:lnTo>
                  <a:lnTo>
                    <a:pt x="220" y="140"/>
                  </a:lnTo>
                  <a:lnTo>
                    <a:pt x="226" y="140"/>
                  </a:lnTo>
                  <a:lnTo>
                    <a:pt x="282" y="140"/>
                  </a:lnTo>
                  <a:lnTo>
                    <a:pt x="282" y="140"/>
                  </a:lnTo>
                  <a:lnTo>
                    <a:pt x="290" y="140"/>
                  </a:lnTo>
                  <a:lnTo>
                    <a:pt x="294" y="136"/>
                  </a:lnTo>
                  <a:lnTo>
                    <a:pt x="298" y="132"/>
                  </a:lnTo>
                  <a:lnTo>
                    <a:pt x="298" y="124"/>
                  </a:lnTo>
                  <a:lnTo>
                    <a:pt x="298" y="108"/>
                  </a:lnTo>
                  <a:lnTo>
                    <a:pt x="298" y="108"/>
                  </a:lnTo>
                  <a:lnTo>
                    <a:pt x="296" y="86"/>
                  </a:lnTo>
                  <a:lnTo>
                    <a:pt x="292" y="68"/>
                  </a:lnTo>
                  <a:lnTo>
                    <a:pt x="288" y="58"/>
                  </a:lnTo>
                  <a:lnTo>
                    <a:pt x="282" y="50"/>
                  </a:lnTo>
                  <a:lnTo>
                    <a:pt x="276" y="40"/>
                  </a:lnTo>
                  <a:lnTo>
                    <a:pt x="268" y="34"/>
                  </a:lnTo>
                  <a:lnTo>
                    <a:pt x="260" y="26"/>
                  </a:lnTo>
                  <a:lnTo>
                    <a:pt x="248" y="20"/>
                  </a:lnTo>
                  <a:lnTo>
                    <a:pt x="236" y="14"/>
                  </a:lnTo>
                  <a:lnTo>
                    <a:pt x="224" y="10"/>
                  </a:lnTo>
                  <a:lnTo>
                    <a:pt x="208" y="6"/>
                  </a:lnTo>
                  <a:lnTo>
                    <a:pt x="190" y="2"/>
                  </a:lnTo>
                  <a:lnTo>
                    <a:pt x="172" y="0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30" y="0"/>
                  </a:lnTo>
                  <a:lnTo>
                    <a:pt x="112" y="2"/>
                  </a:lnTo>
                  <a:lnTo>
                    <a:pt x="96" y="6"/>
                  </a:lnTo>
                  <a:lnTo>
                    <a:pt x="80" y="10"/>
                  </a:lnTo>
                  <a:lnTo>
                    <a:pt x="68" y="14"/>
                  </a:lnTo>
                  <a:lnTo>
                    <a:pt x="56" y="20"/>
                  </a:lnTo>
                  <a:lnTo>
                    <a:pt x="46" y="26"/>
                  </a:lnTo>
                  <a:lnTo>
                    <a:pt x="38" y="34"/>
                  </a:lnTo>
                  <a:lnTo>
                    <a:pt x="30" y="40"/>
                  </a:lnTo>
                  <a:lnTo>
                    <a:pt x="24" y="50"/>
                  </a:lnTo>
                  <a:lnTo>
                    <a:pt x="16" y="68"/>
                  </a:lnTo>
                  <a:lnTo>
                    <a:pt x="10" y="86"/>
                  </a:lnTo>
                  <a:lnTo>
                    <a:pt x="10" y="108"/>
                  </a:lnTo>
                  <a:lnTo>
                    <a:pt x="10" y="146"/>
                  </a:lnTo>
                  <a:lnTo>
                    <a:pt x="10" y="146"/>
                  </a:lnTo>
                  <a:lnTo>
                    <a:pt x="10" y="160"/>
                  </a:lnTo>
                  <a:lnTo>
                    <a:pt x="14" y="174"/>
                  </a:lnTo>
                  <a:lnTo>
                    <a:pt x="20" y="188"/>
                  </a:lnTo>
                  <a:lnTo>
                    <a:pt x="28" y="198"/>
                  </a:lnTo>
                  <a:lnTo>
                    <a:pt x="36" y="210"/>
                  </a:lnTo>
                  <a:lnTo>
                    <a:pt x="46" y="218"/>
                  </a:lnTo>
                  <a:lnTo>
                    <a:pt x="58" y="226"/>
                  </a:lnTo>
                  <a:lnTo>
                    <a:pt x="70" y="230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84" y="278"/>
                  </a:lnTo>
                  <a:lnTo>
                    <a:pt x="200" y="288"/>
                  </a:lnTo>
                  <a:lnTo>
                    <a:pt x="206" y="294"/>
                  </a:lnTo>
                  <a:lnTo>
                    <a:pt x="210" y="300"/>
                  </a:lnTo>
                  <a:lnTo>
                    <a:pt x="214" y="308"/>
                  </a:lnTo>
                  <a:lnTo>
                    <a:pt x="214" y="318"/>
                  </a:lnTo>
                  <a:lnTo>
                    <a:pt x="214" y="338"/>
                  </a:lnTo>
                  <a:lnTo>
                    <a:pt x="214" y="338"/>
                  </a:lnTo>
                  <a:lnTo>
                    <a:pt x="214" y="350"/>
                  </a:lnTo>
                  <a:lnTo>
                    <a:pt x="210" y="360"/>
                  </a:lnTo>
                  <a:lnTo>
                    <a:pt x="206" y="368"/>
                  </a:lnTo>
                  <a:lnTo>
                    <a:pt x="198" y="374"/>
                  </a:lnTo>
                  <a:lnTo>
                    <a:pt x="190" y="380"/>
                  </a:lnTo>
                  <a:lnTo>
                    <a:pt x="178" y="385"/>
                  </a:lnTo>
                  <a:lnTo>
                    <a:pt x="166" y="387"/>
                  </a:lnTo>
                  <a:lnTo>
                    <a:pt x="150" y="387"/>
                  </a:lnTo>
                  <a:lnTo>
                    <a:pt x="150" y="387"/>
                  </a:lnTo>
                  <a:lnTo>
                    <a:pt x="134" y="387"/>
                  </a:lnTo>
                  <a:lnTo>
                    <a:pt x="122" y="385"/>
                  </a:lnTo>
                  <a:lnTo>
                    <a:pt x="110" y="380"/>
                  </a:lnTo>
                  <a:lnTo>
                    <a:pt x="102" y="374"/>
                  </a:lnTo>
                  <a:lnTo>
                    <a:pt x="96" y="368"/>
                  </a:lnTo>
                  <a:lnTo>
                    <a:pt x="92" y="360"/>
                  </a:lnTo>
                  <a:lnTo>
                    <a:pt x="88" y="350"/>
                  </a:lnTo>
                  <a:lnTo>
                    <a:pt x="88" y="338"/>
                  </a:lnTo>
                  <a:lnTo>
                    <a:pt x="88" y="324"/>
                  </a:lnTo>
                  <a:lnTo>
                    <a:pt x="88" y="324"/>
                  </a:lnTo>
                  <a:lnTo>
                    <a:pt x="88" y="316"/>
                  </a:lnTo>
                  <a:lnTo>
                    <a:pt x="84" y="310"/>
                  </a:lnTo>
                  <a:lnTo>
                    <a:pt x="80" y="308"/>
                  </a:lnTo>
                  <a:lnTo>
                    <a:pt x="72" y="306"/>
                  </a:lnTo>
                  <a:lnTo>
                    <a:pt x="16" y="306"/>
                  </a:lnTo>
                  <a:lnTo>
                    <a:pt x="16" y="306"/>
                  </a:lnTo>
                  <a:lnTo>
                    <a:pt x="10" y="308"/>
                  </a:lnTo>
                  <a:lnTo>
                    <a:pt x="4" y="310"/>
                  </a:lnTo>
                  <a:lnTo>
                    <a:pt x="2" y="316"/>
                  </a:lnTo>
                  <a:lnTo>
                    <a:pt x="0" y="324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8" y="409"/>
                  </a:lnTo>
                  <a:lnTo>
                    <a:pt x="24" y="417"/>
                  </a:lnTo>
                  <a:lnTo>
                    <a:pt x="32" y="425"/>
                  </a:lnTo>
                  <a:lnTo>
                    <a:pt x="42" y="433"/>
                  </a:lnTo>
                  <a:lnTo>
                    <a:pt x="52" y="439"/>
                  </a:lnTo>
                  <a:lnTo>
                    <a:pt x="64" y="445"/>
                  </a:lnTo>
                  <a:lnTo>
                    <a:pt x="78" y="449"/>
                  </a:lnTo>
                  <a:lnTo>
                    <a:pt x="94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lnTo>
                    <a:pt x="172" y="457"/>
                  </a:lnTo>
                  <a:lnTo>
                    <a:pt x="192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2" y="433"/>
                  </a:lnTo>
                  <a:lnTo>
                    <a:pt x="270" y="425"/>
                  </a:lnTo>
                  <a:lnTo>
                    <a:pt x="278" y="417"/>
                  </a:lnTo>
                  <a:lnTo>
                    <a:pt x="286" y="409"/>
                  </a:lnTo>
                  <a:lnTo>
                    <a:pt x="292" y="401"/>
                  </a:lnTo>
                  <a:lnTo>
                    <a:pt x="296" y="391"/>
                  </a:lnTo>
                  <a:lnTo>
                    <a:pt x="300" y="370"/>
                  </a:lnTo>
                  <a:lnTo>
                    <a:pt x="302" y="350"/>
                  </a:lnTo>
                  <a:lnTo>
                    <a:pt x="302" y="3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8" name="Freeform 38"/>
            <p:cNvSpPr>
              <a:spLocks/>
            </p:cNvSpPr>
            <p:nvPr/>
          </p:nvSpPr>
          <p:spPr bwMode="auto">
            <a:xfrm>
              <a:off x="3050" y="2981"/>
              <a:ext cx="302" cy="459"/>
            </a:xfrm>
            <a:custGeom>
              <a:avLst/>
              <a:gdLst>
                <a:gd name="T0" fmla="*/ 124 w 302"/>
                <a:gd name="T1" fmla="*/ 164 h 459"/>
                <a:gd name="T2" fmla="*/ 102 w 302"/>
                <a:gd name="T3" fmla="*/ 150 h 459"/>
                <a:gd name="T4" fmla="*/ 96 w 302"/>
                <a:gd name="T5" fmla="*/ 128 h 459"/>
                <a:gd name="T6" fmla="*/ 96 w 302"/>
                <a:gd name="T7" fmla="*/ 108 h 459"/>
                <a:gd name="T8" fmla="*/ 108 w 302"/>
                <a:gd name="T9" fmla="*/ 84 h 459"/>
                <a:gd name="T10" fmla="*/ 138 w 302"/>
                <a:gd name="T11" fmla="*/ 72 h 459"/>
                <a:gd name="T12" fmla="*/ 168 w 302"/>
                <a:gd name="T13" fmla="*/ 72 h 459"/>
                <a:gd name="T14" fmla="*/ 198 w 302"/>
                <a:gd name="T15" fmla="*/ 84 h 459"/>
                <a:gd name="T16" fmla="*/ 210 w 302"/>
                <a:gd name="T17" fmla="*/ 108 h 459"/>
                <a:gd name="T18" fmla="*/ 212 w 302"/>
                <a:gd name="T19" fmla="*/ 124 h 459"/>
                <a:gd name="T20" fmla="*/ 220 w 302"/>
                <a:gd name="T21" fmla="*/ 140 h 459"/>
                <a:gd name="T22" fmla="*/ 282 w 302"/>
                <a:gd name="T23" fmla="*/ 140 h 459"/>
                <a:gd name="T24" fmla="*/ 298 w 302"/>
                <a:gd name="T25" fmla="*/ 132 h 459"/>
                <a:gd name="T26" fmla="*/ 298 w 302"/>
                <a:gd name="T27" fmla="*/ 108 h 459"/>
                <a:gd name="T28" fmla="*/ 288 w 302"/>
                <a:gd name="T29" fmla="*/ 58 h 459"/>
                <a:gd name="T30" fmla="*/ 268 w 302"/>
                <a:gd name="T31" fmla="*/ 34 h 459"/>
                <a:gd name="T32" fmla="*/ 236 w 302"/>
                <a:gd name="T33" fmla="*/ 14 h 459"/>
                <a:gd name="T34" fmla="*/ 192 w 302"/>
                <a:gd name="T35" fmla="*/ 2 h 459"/>
                <a:gd name="T36" fmla="*/ 152 w 302"/>
                <a:gd name="T37" fmla="*/ 0 h 459"/>
                <a:gd name="T38" fmla="*/ 96 w 302"/>
                <a:gd name="T39" fmla="*/ 6 h 459"/>
                <a:gd name="T40" fmla="*/ 56 w 302"/>
                <a:gd name="T41" fmla="*/ 20 h 459"/>
                <a:gd name="T42" fmla="*/ 30 w 302"/>
                <a:gd name="T43" fmla="*/ 40 h 459"/>
                <a:gd name="T44" fmla="*/ 10 w 302"/>
                <a:gd name="T45" fmla="*/ 86 h 459"/>
                <a:gd name="T46" fmla="*/ 10 w 302"/>
                <a:gd name="T47" fmla="*/ 146 h 459"/>
                <a:gd name="T48" fmla="*/ 20 w 302"/>
                <a:gd name="T49" fmla="*/ 188 h 459"/>
                <a:gd name="T50" fmla="*/ 46 w 302"/>
                <a:gd name="T51" fmla="*/ 218 h 459"/>
                <a:gd name="T52" fmla="*/ 164 w 302"/>
                <a:gd name="T53" fmla="*/ 268 h 459"/>
                <a:gd name="T54" fmla="*/ 200 w 302"/>
                <a:gd name="T55" fmla="*/ 288 h 459"/>
                <a:gd name="T56" fmla="*/ 214 w 302"/>
                <a:gd name="T57" fmla="*/ 308 h 459"/>
                <a:gd name="T58" fmla="*/ 214 w 302"/>
                <a:gd name="T59" fmla="*/ 338 h 459"/>
                <a:gd name="T60" fmla="*/ 206 w 302"/>
                <a:gd name="T61" fmla="*/ 368 h 459"/>
                <a:gd name="T62" fmla="*/ 180 w 302"/>
                <a:gd name="T63" fmla="*/ 385 h 459"/>
                <a:gd name="T64" fmla="*/ 150 w 302"/>
                <a:gd name="T65" fmla="*/ 387 h 459"/>
                <a:gd name="T66" fmla="*/ 110 w 302"/>
                <a:gd name="T67" fmla="*/ 380 h 459"/>
                <a:gd name="T68" fmla="*/ 92 w 302"/>
                <a:gd name="T69" fmla="*/ 360 h 459"/>
                <a:gd name="T70" fmla="*/ 88 w 302"/>
                <a:gd name="T71" fmla="*/ 324 h 459"/>
                <a:gd name="T72" fmla="*/ 84 w 302"/>
                <a:gd name="T73" fmla="*/ 310 h 459"/>
                <a:gd name="T74" fmla="*/ 16 w 302"/>
                <a:gd name="T75" fmla="*/ 306 h 459"/>
                <a:gd name="T76" fmla="*/ 4 w 302"/>
                <a:gd name="T77" fmla="*/ 310 h 459"/>
                <a:gd name="T78" fmla="*/ 0 w 302"/>
                <a:gd name="T79" fmla="*/ 350 h 459"/>
                <a:gd name="T80" fmla="*/ 8 w 302"/>
                <a:gd name="T81" fmla="*/ 391 h 459"/>
                <a:gd name="T82" fmla="*/ 24 w 302"/>
                <a:gd name="T83" fmla="*/ 417 h 459"/>
                <a:gd name="T84" fmla="*/ 52 w 302"/>
                <a:gd name="T85" fmla="*/ 439 h 459"/>
                <a:gd name="T86" fmla="*/ 94 w 302"/>
                <a:gd name="T87" fmla="*/ 453 h 459"/>
                <a:gd name="T88" fmla="*/ 150 w 302"/>
                <a:gd name="T89" fmla="*/ 459 h 459"/>
                <a:gd name="T90" fmla="*/ 192 w 302"/>
                <a:gd name="T91" fmla="*/ 457 h 459"/>
                <a:gd name="T92" fmla="*/ 238 w 302"/>
                <a:gd name="T93" fmla="*/ 445 h 459"/>
                <a:gd name="T94" fmla="*/ 272 w 302"/>
                <a:gd name="T95" fmla="*/ 425 h 459"/>
                <a:gd name="T96" fmla="*/ 292 w 302"/>
                <a:gd name="T97" fmla="*/ 401 h 459"/>
                <a:gd name="T98" fmla="*/ 302 w 302"/>
                <a:gd name="T99" fmla="*/ 350 h 459"/>
                <a:gd name="T100" fmla="*/ 302 w 302"/>
                <a:gd name="T101" fmla="*/ 282 h 459"/>
                <a:gd name="T102" fmla="*/ 280 w 302"/>
                <a:gd name="T103" fmla="*/ 240 h 459"/>
                <a:gd name="T104" fmla="*/ 240 w 302"/>
                <a:gd name="T105" fmla="*/ 212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" h="459">
                  <a:moveTo>
                    <a:pt x="224" y="206"/>
                  </a:moveTo>
                  <a:lnTo>
                    <a:pt x="124" y="164"/>
                  </a:lnTo>
                  <a:lnTo>
                    <a:pt x="124" y="164"/>
                  </a:lnTo>
                  <a:lnTo>
                    <a:pt x="114" y="160"/>
                  </a:lnTo>
                  <a:lnTo>
                    <a:pt x="106" y="154"/>
                  </a:lnTo>
                  <a:lnTo>
                    <a:pt x="102" y="150"/>
                  </a:lnTo>
                  <a:lnTo>
                    <a:pt x="98" y="144"/>
                  </a:lnTo>
                  <a:lnTo>
                    <a:pt x="96" y="136"/>
                  </a:lnTo>
                  <a:lnTo>
                    <a:pt x="96" y="128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08"/>
                  </a:lnTo>
                  <a:lnTo>
                    <a:pt x="98" y="98"/>
                  </a:lnTo>
                  <a:lnTo>
                    <a:pt x="102" y="90"/>
                  </a:lnTo>
                  <a:lnTo>
                    <a:pt x="108" y="84"/>
                  </a:lnTo>
                  <a:lnTo>
                    <a:pt x="116" y="78"/>
                  </a:lnTo>
                  <a:lnTo>
                    <a:pt x="126" y="74"/>
                  </a:lnTo>
                  <a:lnTo>
                    <a:pt x="138" y="72"/>
                  </a:lnTo>
                  <a:lnTo>
                    <a:pt x="154" y="72"/>
                  </a:lnTo>
                  <a:lnTo>
                    <a:pt x="154" y="72"/>
                  </a:lnTo>
                  <a:lnTo>
                    <a:pt x="168" y="72"/>
                  </a:lnTo>
                  <a:lnTo>
                    <a:pt x="180" y="74"/>
                  </a:lnTo>
                  <a:lnTo>
                    <a:pt x="190" y="78"/>
                  </a:lnTo>
                  <a:lnTo>
                    <a:pt x="198" y="84"/>
                  </a:lnTo>
                  <a:lnTo>
                    <a:pt x="204" y="90"/>
                  </a:lnTo>
                  <a:lnTo>
                    <a:pt x="208" y="98"/>
                  </a:lnTo>
                  <a:lnTo>
                    <a:pt x="210" y="108"/>
                  </a:lnTo>
                  <a:lnTo>
                    <a:pt x="212" y="120"/>
                  </a:lnTo>
                  <a:lnTo>
                    <a:pt x="212" y="124"/>
                  </a:lnTo>
                  <a:lnTo>
                    <a:pt x="212" y="124"/>
                  </a:lnTo>
                  <a:lnTo>
                    <a:pt x="212" y="132"/>
                  </a:lnTo>
                  <a:lnTo>
                    <a:pt x="214" y="136"/>
                  </a:lnTo>
                  <a:lnTo>
                    <a:pt x="220" y="140"/>
                  </a:lnTo>
                  <a:lnTo>
                    <a:pt x="226" y="140"/>
                  </a:lnTo>
                  <a:lnTo>
                    <a:pt x="282" y="140"/>
                  </a:lnTo>
                  <a:lnTo>
                    <a:pt x="282" y="140"/>
                  </a:lnTo>
                  <a:lnTo>
                    <a:pt x="290" y="140"/>
                  </a:lnTo>
                  <a:lnTo>
                    <a:pt x="294" y="136"/>
                  </a:lnTo>
                  <a:lnTo>
                    <a:pt x="298" y="132"/>
                  </a:lnTo>
                  <a:lnTo>
                    <a:pt x="298" y="124"/>
                  </a:lnTo>
                  <a:lnTo>
                    <a:pt x="298" y="108"/>
                  </a:lnTo>
                  <a:lnTo>
                    <a:pt x="298" y="108"/>
                  </a:lnTo>
                  <a:lnTo>
                    <a:pt x="298" y="86"/>
                  </a:lnTo>
                  <a:lnTo>
                    <a:pt x="292" y="68"/>
                  </a:lnTo>
                  <a:lnTo>
                    <a:pt x="288" y="58"/>
                  </a:lnTo>
                  <a:lnTo>
                    <a:pt x="282" y="50"/>
                  </a:lnTo>
                  <a:lnTo>
                    <a:pt x="276" y="40"/>
                  </a:lnTo>
                  <a:lnTo>
                    <a:pt x="268" y="34"/>
                  </a:lnTo>
                  <a:lnTo>
                    <a:pt x="260" y="26"/>
                  </a:lnTo>
                  <a:lnTo>
                    <a:pt x="248" y="20"/>
                  </a:lnTo>
                  <a:lnTo>
                    <a:pt x="236" y="14"/>
                  </a:lnTo>
                  <a:lnTo>
                    <a:pt x="224" y="10"/>
                  </a:lnTo>
                  <a:lnTo>
                    <a:pt x="208" y="6"/>
                  </a:lnTo>
                  <a:lnTo>
                    <a:pt x="192" y="2"/>
                  </a:lnTo>
                  <a:lnTo>
                    <a:pt x="172" y="0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30" y="0"/>
                  </a:lnTo>
                  <a:lnTo>
                    <a:pt x="112" y="2"/>
                  </a:lnTo>
                  <a:lnTo>
                    <a:pt x="96" y="6"/>
                  </a:lnTo>
                  <a:lnTo>
                    <a:pt x="80" y="10"/>
                  </a:lnTo>
                  <a:lnTo>
                    <a:pt x="68" y="14"/>
                  </a:lnTo>
                  <a:lnTo>
                    <a:pt x="56" y="20"/>
                  </a:lnTo>
                  <a:lnTo>
                    <a:pt x="46" y="26"/>
                  </a:lnTo>
                  <a:lnTo>
                    <a:pt x="38" y="34"/>
                  </a:lnTo>
                  <a:lnTo>
                    <a:pt x="30" y="40"/>
                  </a:lnTo>
                  <a:lnTo>
                    <a:pt x="24" y="50"/>
                  </a:lnTo>
                  <a:lnTo>
                    <a:pt x="16" y="68"/>
                  </a:lnTo>
                  <a:lnTo>
                    <a:pt x="10" y="86"/>
                  </a:lnTo>
                  <a:lnTo>
                    <a:pt x="10" y="108"/>
                  </a:lnTo>
                  <a:lnTo>
                    <a:pt x="10" y="146"/>
                  </a:lnTo>
                  <a:lnTo>
                    <a:pt x="10" y="146"/>
                  </a:lnTo>
                  <a:lnTo>
                    <a:pt x="10" y="160"/>
                  </a:lnTo>
                  <a:lnTo>
                    <a:pt x="14" y="174"/>
                  </a:lnTo>
                  <a:lnTo>
                    <a:pt x="20" y="188"/>
                  </a:lnTo>
                  <a:lnTo>
                    <a:pt x="28" y="198"/>
                  </a:lnTo>
                  <a:lnTo>
                    <a:pt x="36" y="210"/>
                  </a:lnTo>
                  <a:lnTo>
                    <a:pt x="46" y="218"/>
                  </a:lnTo>
                  <a:lnTo>
                    <a:pt x="58" y="226"/>
                  </a:lnTo>
                  <a:lnTo>
                    <a:pt x="70" y="230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84" y="278"/>
                  </a:lnTo>
                  <a:lnTo>
                    <a:pt x="200" y="288"/>
                  </a:lnTo>
                  <a:lnTo>
                    <a:pt x="206" y="294"/>
                  </a:lnTo>
                  <a:lnTo>
                    <a:pt x="212" y="300"/>
                  </a:lnTo>
                  <a:lnTo>
                    <a:pt x="214" y="308"/>
                  </a:lnTo>
                  <a:lnTo>
                    <a:pt x="214" y="318"/>
                  </a:lnTo>
                  <a:lnTo>
                    <a:pt x="214" y="338"/>
                  </a:lnTo>
                  <a:lnTo>
                    <a:pt x="214" y="338"/>
                  </a:lnTo>
                  <a:lnTo>
                    <a:pt x="214" y="350"/>
                  </a:lnTo>
                  <a:lnTo>
                    <a:pt x="210" y="360"/>
                  </a:lnTo>
                  <a:lnTo>
                    <a:pt x="206" y="368"/>
                  </a:lnTo>
                  <a:lnTo>
                    <a:pt x="200" y="374"/>
                  </a:lnTo>
                  <a:lnTo>
                    <a:pt x="190" y="380"/>
                  </a:lnTo>
                  <a:lnTo>
                    <a:pt x="180" y="385"/>
                  </a:lnTo>
                  <a:lnTo>
                    <a:pt x="166" y="387"/>
                  </a:lnTo>
                  <a:lnTo>
                    <a:pt x="150" y="387"/>
                  </a:lnTo>
                  <a:lnTo>
                    <a:pt x="150" y="387"/>
                  </a:lnTo>
                  <a:lnTo>
                    <a:pt x="134" y="387"/>
                  </a:lnTo>
                  <a:lnTo>
                    <a:pt x="122" y="385"/>
                  </a:lnTo>
                  <a:lnTo>
                    <a:pt x="110" y="380"/>
                  </a:lnTo>
                  <a:lnTo>
                    <a:pt x="102" y="374"/>
                  </a:lnTo>
                  <a:lnTo>
                    <a:pt x="96" y="368"/>
                  </a:lnTo>
                  <a:lnTo>
                    <a:pt x="92" y="360"/>
                  </a:lnTo>
                  <a:lnTo>
                    <a:pt x="88" y="350"/>
                  </a:lnTo>
                  <a:lnTo>
                    <a:pt x="88" y="338"/>
                  </a:lnTo>
                  <a:lnTo>
                    <a:pt x="88" y="324"/>
                  </a:lnTo>
                  <a:lnTo>
                    <a:pt x="88" y="324"/>
                  </a:lnTo>
                  <a:lnTo>
                    <a:pt x="88" y="316"/>
                  </a:lnTo>
                  <a:lnTo>
                    <a:pt x="84" y="310"/>
                  </a:lnTo>
                  <a:lnTo>
                    <a:pt x="80" y="308"/>
                  </a:lnTo>
                  <a:lnTo>
                    <a:pt x="72" y="306"/>
                  </a:lnTo>
                  <a:lnTo>
                    <a:pt x="16" y="306"/>
                  </a:lnTo>
                  <a:lnTo>
                    <a:pt x="16" y="306"/>
                  </a:lnTo>
                  <a:lnTo>
                    <a:pt x="10" y="308"/>
                  </a:lnTo>
                  <a:lnTo>
                    <a:pt x="4" y="310"/>
                  </a:lnTo>
                  <a:lnTo>
                    <a:pt x="2" y="316"/>
                  </a:lnTo>
                  <a:lnTo>
                    <a:pt x="0" y="324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8" y="409"/>
                  </a:lnTo>
                  <a:lnTo>
                    <a:pt x="24" y="417"/>
                  </a:lnTo>
                  <a:lnTo>
                    <a:pt x="32" y="425"/>
                  </a:lnTo>
                  <a:lnTo>
                    <a:pt x="42" y="433"/>
                  </a:lnTo>
                  <a:lnTo>
                    <a:pt x="52" y="439"/>
                  </a:lnTo>
                  <a:lnTo>
                    <a:pt x="64" y="445"/>
                  </a:lnTo>
                  <a:lnTo>
                    <a:pt x="78" y="449"/>
                  </a:lnTo>
                  <a:lnTo>
                    <a:pt x="94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lnTo>
                    <a:pt x="172" y="457"/>
                  </a:lnTo>
                  <a:lnTo>
                    <a:pt x="192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2" y="433"/>
                  </a:lnTo>
                  <a:lnTo>
                    <a:pt x="272" y="425"/>
                  </a:lnTo>
                  <a:lnTo>
                    <a:pt x="280" y="417"/>
                  </a:lnTo>
                  <a:lnTo>
                    <a:pt x="286" y="409"/>
                  </a:lnTo>
                  <a:lnTo>
                    <a:pt x="292" y="401"/>
                  </a:lnTo>
                  <a:lnTo>
                    <a:pt x="296" y="391"/>
                  </a:lnTo>
                  <a:lnTo>
                    <a:pt x="300" y="370"/>
                  </a:lnTo>
                  <a:lnTo>
                    <a:pt x="302" y="350"/>
                  </a:lnTo>
                  <a:lnTo>
                    <a:pt x="302" y="300"/>
                  </a:lnTo>
                  <a:lnTo>
                    <a:pt x="302" y="300"/>
                  </a:lnTo>
                  <a:lnTo>
                    <a:pt x="302" y="282"/>
                  </a:lnTo>
                  <a:lnTo>
                    <a:pt x="296" y="266"/>
                  </a:lnTo>
                  <a:lnTo>
                    <a:pt x="290" y="252"/>
                  </a:lnTo>
                  <a:lnTo>
                    <a:pt x="280" y="240"/>
                  </a:lnTo>
                  <a:lnTo>
                    <a:pt x="270" y="230"/>
                  </a:lnTo>
                  <a:lnTo>
                    <a:pt x="256" y="220"/>
                  </a:lnTo>
                  <a:lnTo>
                    <a:pt x="240" y="212"/>
                  </a:lnTo>
                  <a:lnTo>
                    <a:pt x="224" y="206"/>
                  </a:lnTo>
                  <a:lnTo>
                    <a:pt x="224" y="2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19" name="Freeform 39"/>
            <p:cNvSpPr>
              <a:spLocks/>
            </p:cNvSpPr>
            <p:nvPr/>
          </p:nvSpPr>
          <p:spPr bwMode="auto">
            <a:xfrm>
              <a:off x="442" y="2987"/>
              <a:ext cx="310" cy="447"/>
            </a:xfrm>
            <a:custGeom>
              <a:avLst/>
              <a:gdLst>
                <a:gd name="T0" fmla="*/ 110 w 310"/>
                <a:gd name="T1" fmla="*/ 431 h 447"/>
                <a:gd name="T2" fmla="*/ 110 w 310"/>
                <a:gd name="T3" fmla="*/ 431 h 447"/>
                <a:gd name="T4" fmla="*/ 112 w 310"/>
                <a:gd name="T5" fmla="*/ 437 h 447"/>
                <a:gd name="T6" fmla="*/ 114 w 310"/>
                <a:gd name="T7" fmla="*/ 443 h 447"/>
                <a:gd name="T8" fmla="*/ 120 w 310"/>
                <a:gd name="T9" fmla="*/ 447 h 447"/>
                <a:gd name="T10" fmla="*/ 128 w 310"/>
                <a:gd name="T11" fmla="*/ 447 h 447"/>
                <a:gd name="T12" fmla="*/ 184 w 310"/>
                <a:gd name="T13" fmla="*/ 447 h 447"/>
                <a:gd name="T14" fmla="*/ 184 w 310"/>
                <a:gd name="T15" fmla="*/ 447 h 447"/>
                <a:gd name="T16" fmla="*/ 192 w 310"/>
                <a:gd name="T17" fmla="*/ 447 h 447"/>
                <a:gd name="T18" fmla="*/ 196 w 310"/>
                <a:gd name="T19" fmla="*/ 443 h 447"/>
                <a:gd name="T20" fmla="*/ 200 w 310"/>
                <a:gd name="T21" fmla="*/ 437 h 447"/>
                <a:gd name="T22" fmla="*/ 200 w 310"/>
                <a:gd name="T23" fmla="*/ 431 h 447"/>
                <a:gd name="T24" fmla="*/ 200 w 310"/>
                <a:gd name="T25" fmla="*/ 74 h 447"/>
                <a:gd name="T26" fmla="*/ 294 w 310"/>
                <a:gd name="T27" fmla="*/ 74 h 447"/>
                <a:gd name="T28" fmla="*/ 294 w 310"/>
                <a:gd name="T29" fmla="*/ 74 h 447"/>
                <a:gd name="T30" fmla="*/ 302 w 310"/>
                <a:gd name="T31" fmla="*/ 72 h 447"/>
                <a:gd name="T32" fmla="*/ 306 w 310"/>
                <a:gd name="T33" fmla="*/ 70 h 447"/>
                <a:gd name="T34" fmla="*/ 310 w 310"/>
                <a:gd name="T35" fmla="*/ 64 h 447"/>
                <a:gd name="T36" fmla="*/ 310 w 310"/>
                <a:gd name="T37" fmla="*/ 56 h 447"/>
                <a:gd name="T38" fmla="*/ 310 w 310"/>
                <a:gd name="T39" fmla="*/ 16 h 447"/>
                <a:gd name="T40" fmla="*/ 310 w 310"/>
                <a:gd name="T41" fmla="*/ 16 h 447"/>
                <a:gd name="T42" fmla="*/ 310 w 310"/>
                <a:gd name="T43" fmla="*/ 8 h 447"/>
                <a:gd name="T44" fmla="*/ 306 w 310"/>
                <a:gd name="T45" fmla="*/ 2 h 447"/>
                <a:gd name="T46" fmla="*/ 302 w 310"/>
                <a:gd name="T47" fmla="*/ 0 h 447"/>
                <a:gd name="T48" fmla="*/ 294 w 310"/>
                <a:gd name="T49" fmla="*/ 0 h 447"/>
                <a:gd name="T50" fmla="*/ 16 w 310"/>
                <a:gd name="T51" fmla="*/ 0 h 447"/>
                <a:gd name="T52" fmla="*/ 16 w 310"/>
                <a:gd name="T53" fmla="*/ 0 h 447"/>
                <a:gd name="T54" fmla="*/ 10 w 310"/>
                <a:gd name="T55" fmla="*/ 0 h 447"/>
                <a:gd name="T56" fmla="*/ 4 w 310"/>
                <a:gd name="T57" fmla="*/ 2 h 447"/>
                <a:gd name="T58" fmla="*/ 2 w 310"/>
                <a:gd name="T59" fmla="*/ 8 h 447"/>
                <a:gd name="T60" fmla="*/ 0 w 310"/>
                <a:gd name="T61" fmla="*/ 16 h 447"/>
                <a:gd name="T62" fmla="*/ 0 w 310"/>
                <a:gd name="T63" fmla="*/ 56 h 447"/>
                <a:gd name="T64" fmla="*/ 0 w 310"/>
                <a:gd name="T65" fmla="*/ 56 h 447"/>
                <a:gd name="T66" fmla="*/ 2 w 310"/>
                <a:gd name="T67" fmla="*/ 64 h 447"/>
                <a:gd name="T68" fmla="*/ 4 w 310"/>
                <a:gd name="T69" fmla="*/ 70 h 447"/>
                <a:gd name="T70" fmla="*/ 10 w 310"/>
                <a:gd name="T71" fmla="*/ 72 h 447"/>
                <a:gd name="T72" fmla="*/ 16 w 310"/>
                <a:gd name="T73" fmla="*/ 74 h 447"/>
                <a:gd name="T74" fmla="*/ 110 w 310"/>
                <a:gd name="T75" fmla="*/ 74 h 447"/>
                <a:gd name="T76" fmla="*/ 110 w 310"/>
                <a:gd name="T77" fmla="*/ 43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0" h="447">
                  <a:moveTo>
                    <a:pt x="110" y="431"/>
                  </a:moveTo>
                  <a:lnTo>
                    <a:pt x="110" y="431"/>
                  </a:lnTo>
                  <a:lnTo>
                    <a:pt x="112" y="437"/>
                  </a:lnTo>
                  <a:lnTo>
                    <a:pt x="114" y="443"/>
                  </a:lnTo>
                  <a:lnTo>
                    <a:pt x="120" y="447"/>
                  </a:lnTo>
                  <a:lnTo>
                    <a:pt x="128" y="447"/>
                  </a:lnTo>
                  <a:lnTo>
                    <a:pt x="184" y="447"/>
                  </a:lnTo>
                  <a:lnTo>
                    <a:pt x="184" y="447"/>
                  </a:lnTo>
                  <a:lnTo>
                    <a:pt x="192" y="447"/>
                  </a:lnTo>
                  <a:lnTo>
                    <a:pt x="196" y="443"/>
                  </a:lnTo>
                  <a:lnTo>
                    <a:pt x="200" y="437"/>
                  </a:lnTo>
                  <a:lnTo>
                    <a:pt x="200" y="431"/>
                  </a:lnTo>
                  <a:lnTo>
                    <a:pt x="200" y="74"/>
                  </a:lnTo>
                  <a:lnTo>
                    <a:pt x="294" y="74"/>
                  </a:lnTo>
                  <a:lnTo>
                    <a:pt x="294" y="74"/>
                  </a:lnTo>
                  <a:lnTo>
                    <a:pt x="302" y="72"/>
                  </a:lnTo>
                  <a:lnTo>
                    <a:pt x="306" y="70"/>
                  </a:lnTo>
                  <a:lnTo>
                    <a:pt x="310" y="64"/>
                  </a:lnTo>
                  <a:lnTo>
                    <a:pt x="310" y="56"/>
                  </a:lnTo>
                  <a:lnTo>
                    <a:pt x="310" y="16"/>
                  </a:lnTo>
                  <a:lnTo>
                    <a:pt x="310" y="16"/>
                  </a:lnTo>
                  <a:lnTo>
                    <a:pt x="310" y="8"/>
                  </a:lnTo>
                  <a:lnTo>
                    <a:pt x="306" y="2"/>
                  </a:lnTo>
                  <a:lnTo>
                    <a:pt x="302" y="0"/>
                  </a:lnTo>
                  <a:lnTo>
                    <a:pt x="29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0" y="0"/>
                  </a:lnTo>
                  <a:lnTo>
                    <a:pt x="4" y="2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2" y="64"/>
                  </a:lnTo>
                  <a:lnTo>
                    <a:pt x="4" y="70"/>
                  </a:lnTo>
                  <a:lnTo>
                    <a:pt x="10" y="72"/>
                  </a:lnTo>
                  <a:lnTo>
                    <a:pt x="16" y="74"/>
                  </a:lnTo>
                  <a:lnTo>
                    <a:pt x="110" y="74"/>
                  </a:lnTo>
                  <a:lnTo>
                    <a:pt x="110" y="4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0" name="Freeform 40"/>
            <p:cNvSpPr>
              <a:spLocks/>
            </p:cNvSpPr>
            <p:nvPr/>
          </p:nvSpPr>
          <p:spPr bwMode="auto">
            <a:xfrm>
              <a:off x="1092" y="2987"/>
              <a:ext cx="312" cy="449"/>
            </a:xfrm>
            <a:custGeom>
              <a:avLst/>
              <a:gdLst>
                <a:gd name="T0" fmla="*/ 312 w 312"/>
                <a:gd name="T1" fmla="*/ 58 h 449"/>
                <a:gd name="T2" fmla="*/ 312 w 312"/>
                <a:gd name="T3" fmla="*/ 16 h 449"/>
                <a:gd name="T4" fmla="*/ 312 w 312"/>
                <a:gd name="T5" fmla="*/ 16 h 449"/>
                <a:gd name="T6" fmla="*/ 310 w 312"/>
                <a:gd name="T7" fmla="*/ 8 h 449"/>
                <a:gd name="T8" fmla="*/ 308 w 312"/>
                <a:gd name="T9" fmla="*/ 4 h 449"/>
                <a:gd name="T10" fmla="*/ 302 w 312"/>
                <a:gd name="T11" fmla="*/ 2 h 449"/>
                <a:gd name="T12" fmla="*/ 294 w 312"/>
                <a:gd name="T13" fmla="*/ 0 h 449"/>
                <a:gd name="T14" fmla="*/ 18 w 312"/>
                <a:gd name="T15" fmla="*/ 0 h 449"/>
                <a:gd name="T16" fmla="*/ 18 w 312"/>
                <a:gd name="T17" fmla="*/ 0 h 449"/>
                <a:gd name="T18" fmla="*/ 10 w 312"/>
                <a:gd name="T19" fmla="*/ 2 h 449"/>
                <a:gd name="T20" fmla="*/ 4 w 312"/>
                <a:gd name="T21" fmla="*/ 4 h 449"/>
                <a:gd name="T22" fmla="*/ 2 w 312"/>
                <a:gd name="T23" fmla="*/ 8 h 449"/>
                <a:gd name="T24" fmla="*/ 0 w 312"/>
                <a:gd name="T25" fmla="*/ 16 h 449"/>
                <a:gd name="T26" fmla="*/ 0 w 312"/>
                <a:gd name="T27" fmla="*/ 58 h 449"/>
                <a:gd name="T28" fmla="*/ 0 w 312"/>
                <a:gd name="T29" fmla="*/ 58 h 449"/>
                <a:gd name="T30" fmla="*/ 2 w 312"/>
                <a:gd name="T31" fmla="*/ 66 h 449"/>
                <a:gd name="T32" fmla="*/ 4 w 312"/>
                <a:gd name="T33" fmla="*/ 70 h 449"/>
                <a:gd name="T34" fmla="*/ 10 w 312"/>
                <a:gd name="T35" fmla="*/ 74 h 449"/>
                <a:gd name="T36" fmla="*/ 18 w 312"/>
                <a:gd name="T37" fmla="*/ 74 h 449"/>
                <a:gd name="T38" fmla="*/ 112 w 312"/>
                <a:gd name="T39" fmla="*/ 74 h 449"/>
                <a:gd name="T40" fmla="*/ 112 w 312"/>
                <a:gd name="T41" fmla="*/ 431 h 449"/>
                <a:gd name="T42" fmla="*/ 112 w 312"/>
                <a:gd name="T43" fmla="*/ 431 h 449"/>
                <a:gd name="T44" fmla="*/ 112 w 312"/>
                <a:gd name="T45" fmla="*/ 439 h 449"/>
                <a:gd name="T46" fmla="*/ 114 w 312"/>
                <a:gd name="T47" fmla="*/ 445 h 449"/>
                <a:gd name="T48" fmla="*/ 120 w 312"/>
                <a:gd name="T49" fmla="*/ 447 h 449"/>
                <a:gd name="T50" fmla="*/ 128 w 312"/>
                <a:gd name="T51" fmla="*/ 449 h 449"/>
                <a:gd name="T52" fmla="*/ 186 w 312"/>
                <a:gd name="T53" fmla="*/ 449 h 449"/>
                <a:gd name="T54" fmla="*/ 186 w 312"/>
                <a:gd name="T55" fmla="*/ 449 h 449"/>
                <a:gd name="T56" fmla="*/ 192 w 312"/>
                <a:gd name="T57" fmla="*/ 447 h 449"/>
                <a:gd name="T58" fmla="*/ 198 w 312"/>
                <a:gd name="T59" fmla="*/ 445 h 449"/>
                <a:gd name="T60" fmla="*/ 200 w 312"/>
                <a:gd name="T61" fmla="*/ 439 h 449"/>
                <a:gd name="T62" fmla="*/ 200 w 312"/>
                <a:gd name="T63" fmla="*/ 431 h 449"/>
                <a:gd name="T64" fmla="*/ 200 w 312"/>
                <a:gd name="T65" fmla="*/ 74 h 449"/>
                <a:gd name="T66" fmla="*/ 294 w 312"/>
                <a:gd name="T67" fmla="*/ 74 h 449"/>
                <a:gd name="T68" fmla="*/ 294 w 312"/>
                <a:gd name="T69" fmla="*/ 74 h 449"/>
                <a:gd name="T70" fmla="*/ 302 w 312"/>
                <a:gd name="T71" fmla="*/ 74 h 449"/>
                <a:gd name="T72" fmla="*/ 308 w 312"/>
                <a:gd name="T73" fmla="*/ 70 h 449"/>
                <a:gd name="T74" fmla="*/ 310 w 312"/>
                <a:gd name="T75" fmla="*/ 66 h 449"/>
                <a:gd name="T76" fmla="*/ 312 w 312"/>
                <a:gd name="T77" fmla="*/ 58 h 449"/>
                <a:gd name="T78" fmla="*/ 312 w 312"/>
                <a:gd name="T79" fmla="*/ 58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12" h="449">
                  <a:moveTo>
                    <a:pt x="312" y="58"/>
                  </a:moveTo>
                  <a:lnTo>
                    <a:pt x="312" y="16"/>
                  </a:lnTo>
                  <a:lnTo>
                    <a:pt x="312" y="16"/>
                  </a:lnTo>
                  <a:lnTo>
                    <a:pt x="310" y="8"/>
                  </a:lnTo>
                  <a:lnTo>
                    <a:pt x="308" y="4"/>
                  </a:lnTo>
                  <a:lnTo>
                    <a:pt x="302" y="2"/>
                  </a:lnTo>
                  <a:lnTo>
                    <a:pt x="294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10" y="74"/>
                  </a:lnTo>
                  <a:lnTo>
                    <a:pt x="18" y="74"/>
                  </a:lnTo>
                  <a:lnTo>
                    <a:pt x="112" y="74"/>
                  </a:lnTo>
                  <a:lnTo>
                    <a:pt x="112" y="431"/>
                  </a:lnTo>
                  <a:lnTo>
                    <a:pt x="112" y="431"/>
                  </a:lnTo>
                  <a:lnTo>
                    <a:pt x="112" y="439"/>
                  </a:lnTo>
                  <a:lnTo>
                    <a:pt x="114" y="445"/>
                  </a:lnTo>
                  <a:lnTo>
                    <a:pt x="120" y="447"/>
                  </a:lnTo>
                  <a:lnTo>
                    <a:pt x="128" y="449"/>
                  </a:lnTo>
                  <a:lnTo>
                    <a:pt x="186" y="449"/>
                  </a:lnTo>
                  <a:lnTo>
                    <a:pt x="186" y="449"/>
                  </a:lnTo>
                  <a:lnTo>
                    <a:pt x="192" y="447"/>
                  </a:lnTo>
                  <a:lnTo>
                    <a:pt x="198" y="445"/>
                  </a:lnTo>
                  <a:lnTo>
                    <a:pt x="200" y="439"/>
                  </a:lnTo>
                  <a:lnTo>
                    <a:pt x="200" y="431"/>
                  </a:lnTo>
                  <a:lnTo>
                    <a:pt x="200" y="74"/>
                  </a:lnTo>
                  <a:lnTo>
                    <a:pt x="294" y="74"/>
                  </a:lnTo>
                  <a:lnTo>
                    <a:pt x="294" y="74"/>
                  </a:lnTo>
                  <a:lnTo>
                    <a:pt x="302" y="74"/>
                  </a:lnTo>
                  <a:lnTo>
                    <a:pt x="308" y="70"/>
                  </a:lnTo>
                  <a:lnTo>
                    <a:pt x="310" y="66"/>
                  </a:lnTo>
                  <a:lnTo>
                    <a:pt x="312" y="58"/>
                  </a:lnTo>
                  <a:lnTo>
                    <a:pt x="312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1" name="Freeform 41"/>
            <p:cNvSpPr>
              <a:spLocks/>
            </p:cNvSpPr>
            <p:nvPr/>
          </p:nvSpPr>
          <p:spPr bwMode="auto">
            <a:xfrm>
              <a:off x="1496" y="2987"/>
              <a:ext cx="90" cy="449"/>
            </a:xfrm>
            <a:custGeom>
              <a:avLst/>
              <a:gdLst>
                <a:gd name="T0" fmla="*/ 16 w 90"/>
                <a:gd name="T1" fmla="*/ 449 h 449"/>
                <a:gd name="T2" fmla="*/ 74 w 90"/>
                <a:gd name="T3" fmla="*/ 449 h 449"/>
                <a:gd name="T4" fmla="*/ 74 w 90"/>
                <a:gd name="T5" fmla="*/ 449 h 449"/>
                <a:gd name="T6" fmla="*/ 80 w 90"/>
                <a:gd name="T7" fmla="*/ 447 h 449"/>
                <a:gd name="T8" fmla="*/ 86 w 90"/>
                <a:gd name="T9" fmla="*/ 445 h 449"/>
                <a:gd name="T10" fmla="*/ 88 w 90"/>
                <a:gd name="T11" fmla="*/ 439 h 449"/>
                <a:gd name="T12" fmla="*/ 90 w 90"/>
                <a:gd name="T13" fmla="*/ 431 h 449"/>
                <a:gd name="T14" fmla="*/ 90 w 90"/>
                <a:gd name="T15" fmla="*/ 18 h 449"/>
                <a:gd name="T16" fmla="*/ 90 w 90"/>
                <a:gd name="T17" fmla="*/ 18 h 449"/>
                <a:gd name="T18" fmla="*/ 88 w 90"/>
                <a:gd name="T19" fmla="*/ 10 h 449"/>
                <a:gd name="T20" fmla="*/ 86 w 90"/>
                <a:gd name="T21" fmla="*/ 4 h 449"/>
                <a:gd name="T22" fmla="*/ 80 w 90"/>
                <a:gd name="T23" fmla="*/ 2 h 449"/>
                <a:gd name="T24" fmla="*/ 74 w 90"/>
                <a:gd name="T25" fmla="*/ 0 h 449"/>
                <a:gd name="T26" fmla="*/ 16 w 90"/>
                <a:gd name="T27" fmla="*/ 0 h 449"/>
                <a:gd name="T28" fmla="*/ 16 w 90"/>
                <a:gd name="T29" fmla="*/ 0 h 449"/>
                <a:gd name="T30" fmla="*/ 8 w 90"/>
                <a:gd name="T31" fmla="*/ 2 h 449"/>
                <a:gd name="T32" fmla="*/ 4 w 90"/>
                <a:gd name="T33" fmla="*/ 4 h 449"/>
                <a:gd name="T34" fmla="*/ 0 w 90"/>
                <a:gd name="T35" fmla="*/ 10 h 449"/>
                <a:gd name="T36" fmla="*/ 0 w 90"/>
                <a:gd name="T37" fmla="*/ 18 h 449"/>
                <a:gd name="T38" fmla="*/ 0 w 90"/>
                <a:gd name="T39" fmla="*/ 431 h 449"/>
                <a:gd name="T40" fmla="*/ 0 w 90"/>
                <a:gd name="T41" fmla="*/ 431 h 449"/>
                <a:gd name="T42" fmla="*/ 0 w 90"/>
                <a:gd name="T43" fmla="*/ 439 h 449"/>
                <a:gd name="T44" fmla="*/ 4 w 90"/>
                <a:gd name="T45" fmla="*/ 445 h 449"/>
                <a:gd name="T46" fmla="*/ 8 w 90"/>
                <a:gd name="T47" fmla="*/ 447 h 449"/>
                <a:gd name="T48" fmla="*/ 16 w 90"/>
                <a:gd name="T49" fmla="*/ 449 h 449"/>
                <a:gd name="T50" fmla="*/ 16 w 90"/>
                <a:gd name="T51" fmla="*/ 449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0" h="449">
                  <a:moveTo>
                    <a:pt x="16" y="449"/>
                  </a:moveTo>
                  <a:lnTo>
                    <a:pt x="74" y="449"/>
                  </a:lnTo>
                  <a:lnTo>
                    <a:pt x="74" y="449"/>
                  </a:lnTo>
                  <a:lnTo>
                    <a:pt x="80" y="447"/>
                  </a:lnTo>
                  <a:lnTo>
                    <a:pt x="86" y="445"/>
                  </a:lnTo>
                  <a:lnTo>
                    <a:pt x="88" y="439"/>
                  </a:lnTo>
                  <a:lnTo>
                    <a:pt x="90" y="431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88" y="10"/>
                  </a:lnTo>
                  <a:lnTo>
                    <a:pt x="86" y="4"/>
                  </a:lnTo>
                  <a:lnTo>
                    <a:pt x="80" y="2"/>
                  </a:lnTo>
                  <a:lnTo>
                    <a:pt x="7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0" y="10"/>
                  </a:lnTo>
                  <a:lnTo>
                    <a:pt x="0" y="18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4" y="445"/>
                  </a:lnTo>
                  <a:lnTo>
                    <a:pt x="8" y="447"/>
                  </a:lnTo>
                  <a:lnTo>
                    <a:pt x="16" y="449"/>
                  </a:lnTo>
                  <a:lnTo>
                    <a:pt x="16" y="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2" name="Freeform 42"/>
            <p:cNvSpPr>
              <a:spLocks/>
            </p:cNvSpPr>
            <p:nvPr/>
          </p:nvSpPr>
          <p:spPr bwMode="auto">
            <a:xfrm>
              <a:off x="2058" y="2987"/>
              <a:ext cx="312" cy="449"/>
            </a:xfrm>
            <a:custGeom>
              <a:avLst/>
              <a:gdLst>
                <a:gd name="T0" fmla="*/ 312 w 312"/>
                <a:gd name="T1" fmla="*/ 58 h 449"/>
                <a:gd name="T2" fmla="*/ 312 w 312"/>
                <a:gd name="T3" fmla="*/ 16 h 449"/>
                <a:gd name="T4" fmla="*/ 312 w 312"/>
                <a:gd name="T5" fmla="*/ 16 h 449"/>
                <a:gd name="T6" fmla="*/ 310 w 312"/>
                <a:gd name="T7" fmla="*/ 8 h 449"/>
                <a:gd name="T8" fmla="*/ 308 w 312"/>
                <a:gd name="T9" fmla="*/ 4 h 449"/>
                <a:gd name="T10" fmla="*/ 302 w 312"/>
                <a:gd name="T11" fmla="*/ 2 h 449"/>
                <a:gd name="T12" fmla="*/ 294 w 312"/>
                <a:gd name="T13" fmla="*/ 0 h 449"/>
                <a:gd name="T14" fmla="*/ 18 w 312"/>
                <a:gd name="T15" fmla="*/ 0 h 449"/>
                <a:gd name="T16" fmla="*/ 18 w 312"/>
                <a:gd name="T17" fmla="*/ 0 h 449"/>
                <a:gd name="T18" fmla="*/ 10 w 312"/>
                <a:gd name="T19" fmla="*/ 2 h 449"/>
                <a:gd name="T20" fmla="*/ 4 w 312"/>
                <a:gd name="T21" fmla="*/ 4 h 449"/>
                <a:gd name="T22" fmla="*/ 2 w 312"/>
                <a:gd name="T23" fmla="*/ 8 h 449"/>
                <a:gd name="T24" fmla="*/ 0 w 312"/>
                <a:gd name="T25" fmla="*/ 16 h 449"/>
                <a:gd name="T26" fmla="*/ 0 w 312"/>
                <a:gd name="T27" fmla="*/ 58 h 449"/>
                <a:gd name="T28" fmla="*/ 0 w 312"/>
                <a:gd name="T29" fmla="*/ 58 h 449"/>
                <a:gd name="T30" fmla="*/ 2 w 312"/>
                <a:gd name="T31" fmla="*/ 66 h 449"/>
                <a:gd name="T32" fmla="*/ 4 w 312"/>
                <a:gd name="T33" fmla="*/ 70 h 449"/>
                <a:gd name="T34" fmla="*/ 10 w 312"/>
                <a:gd name="T35" fmla="*/ 74 h 449"/>
                <a:gd name="T36" fmla="*/ 18 w 312"/>
                <a:gd name="T37" fmla="*/ 74 h 449"/>
                <a:gd name="T38" fmla="*/ 112 w 312"/>
                <a:gd name="T39" fmla="*/ 74 h 449"/>
                <a:gd name="T40" fmla="*/ 112 w 312"/>
                <a:gd name="T41" fmla="*/ 431 h 449"/>
                <a:gd name="T42" fmla="*/ 112 w 312"/>
                <a:gd name="T43" fmla="*/ 431 h 449"/>
                <a:gd name="T44" fmla="*/ 112 w 312"/>
                <a:gd name="T45" fmla="*/ 439 h 449"/>
                <a:gd name="T46" fmla="*/ 116 w 312"/>
                <a:gd name="T47" fmla="*/ 445 h 449"/>
                <a:gd name="T48" fmla="*/ 120 w 312"/>
                <a:gd name="T49" fmla="*/ 447 h 449"/>
                <a:gd name="T50" fmla="*/ 128 w 312"/>
                <a:gd name="T51" fmla="*/ 449 h 449"/>
                <a:gd name="T52" fmla="*/ 186 w 312"/>
                <a:gd name="T53" fmla="*/ 449 h 449"/>
                <a:gd name="T54" fmla="*/ 186 w 312"/>
                <a:gd name="T55" fmla="*/ 449 h 449"/>
                <a:gd name="T56" fmla="*/ 192 w 312"/>
                <a:gd name="T57" fmla="*/ 447 h 449"/>
                <a:gd name="T58" fmla="*/ 198 w 312"/>
                <a:gd name="T59" fmla="*/ 445 h 449"/>
                <a:gd name="T60" fmla="*/ 200 w 312"/>
                <a:gd name="T61" fmla="*/ 439 h 449"/>
                <a:gd name="T62" fmla="*/ 202 w 312"/>
                <a:gd name="T63" fmla="*/ 431 h 449"/>
                <a:gd name="T64" fmla="*/ 202 w 312"/>
                <a:gd name="T65" fmla="*/ 74 h 449"/>
                <a:gd name="T66" fmla="*/ 294 w 312"/>
                <a:gd name="T67" fmla="*/ 74 h 449"/>
                <a:gd name="T68" fmla="*/ 294 w 312"/>
                <a:gd name="T69" fmla="*/ 74 h 449"/>
                <a:gd name="T70" fmla="*/ 302 w 312"/>
                <a:gd name="T71" fmla="*/ 74 h 449"/>
                <a:gd name="T72" fmla="*/ 308 w 312"/>
                <a:gd name="T73" fmla="*/ 70 h 449"/>
                <a:gd name="T74" fmla="*/ 310 w 312"/>
                <a:gd name="T75" fmla="*/ 66 h 449"/>
                <a:gd name="T76" fmla="*/ 312 w 312"/>
                <a:gd name="T77" fmla="*/ 58 h 449"/>
                <a:gd name="T78" fmla="*/ 312 w 312"/>
                <a:gd name="T79" fmla="*/ 58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12" h="449">
                  <a:moveTo>
                    <a:pt x="312" y="58"/>
                  </a:moveTo>
                  <a:lnTo>
                    <a:pt x="312" y="16"/>
                  </a:lnTo>
                  <a:lnTo>
                    <a:pt x="312" y="16"/>
                  </a:lnTo>
                  <a:lnTo>
                    <a:pt x="310" y="8"/>
                  </a:lnTo>
                  <a:lnTo>
                    <a:pt x="308" y="4"/>
                  </a:lnTo>
                  <a:lnTo>
                    <a:pt x="302" y="2"/>
                  </a:lnTo>
                  <a:lnTo>
                    <a:pt x="294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10" y="74"/>
                  </a:lnTo>
                  <a:lnTo>
                    <a:pt x="18" y="74"/>
                  </a:lnTo>
                  <a:lnTo>
                    <a:pt x="112" y="74"/>
                  </a:lnTo>
                  <a:lnTo>
                    <a:pt x="112" y="431"/>
                  </a:lnTo>
                  <a:lnTo>
                    <a:pt x="112" y="431"/>
                  </a:lnTo>
                  <a:lnTo>
                    <a:pt x="112" y="439"/>
                  </a:lnTo>
                  <a:lnTo>
                    <a:pt x="116" y="445"/>
                  </a:lnTo>
                  <a:lnTo>
                    <a:pt x="120" y="447"/>
                  </a:lnTo>
                  <a:lnTo>
                    <a:pt x="128" y="449"/>
                  </a:lnTo>
                  <a:lnTo>
                    <a:pt x="186" y="449"/>
                  </a:lnTo>
                  <a:lnTo>
                    <a:pt x="186" y="449"/>
                  </a:lnTo>
                  <a:lnTo>
                    <a:pt x="192" y="447"/>
                  </a:lnTo>
                  <a:lnTo>
                    <a:pt x="198" y="445"/>
                  </a:lnTo>
                  <a:lnTo>
                    <a:pt x="200" y="439"/>
                  </a:lnTo>
                  <a:lnTo>
                    <a:pt x="202" y="431"/>
                  </a:lnTo>
                  <a:lnTo>
                    <a:pt x="202" y="74"/>
                  </a:lnTo>
                  <a:lnTo>
                    <a:pt x="294" y="74"/>
                  </a:lnTo>
                  <a:lnTo>
                    <a:pt x="294" y="74"/>
                  </a:lnTo>
                  <a:lnTo>
                    <a:pt x="302" y="74"/>
                  </a:lnTo>
                  <a:lnTo>
                    <a:pt x="308" y="70"/>
                  </a:lnTo>
                  <a:lnTo>
                    <a:pt x="310" y="66"/>
                  </a:lnTo>
                  <a:lnTo>
                    <a:pt x="312" y="58"/>
                  </a:lnTo>
                  <a:lnTo>
                    <a:pt x="312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3" name="Freeform 43"/>
            <p:cNvSpPr>
              <a:spLocks/>
            </p:cNvSpPr>
            <p:nvPr/>
          </p:nvSpPr>
          <p:spPr bwMode="auto">
            <a:xfrm>
              <a:off x="2456" y="2987"/>
              <a:ext cx="88" cy="449"/>
            </a:xfrm>
            <a:custGeom>
              <a:avLst/>
              <a:gdLst>
                <a:gd name="T0" fmla="*/ 16 w 88"/>
                <a:gd name="T1" fmla="*/ 449 h 449"/>
                <a:gd name="T2" fmla="*/ 72 w 88"/>
                <a:gd name="T3" fmla="*/ 449 h 449"/>
                <a:gd name="T4" fmla="*/ 72 w 88"/>
                <a:gd name="T5" fmla="*/ 449 h 449"/>
                <a:gd name="T6" fmla="*/ 80 w 88"/>
                <a:gd name="T7" fmla="*/ 447 h 449"/>
                <a:gd name="T8" fmla="*/ 86 w 88"/>
                <a:gd name="T9" fmla="*/ 445 h 449"/>
                <a:gd name="T10" fmla="*/ 88 w 88"/>
                <a:gd name="T11" fmla="*/ 439 h 449"/>
                <a:gd name="T12" fmla="*/ 88 w 88"/>
                <a:gd name="T13" fmla="*/ 431 h 449"/>
                <a:gd name="T14" fmla="*/ 88 w 88"/>
                <a:gd name="T15" fmla="*/ 18 h 449"/>
                <a:gd name="T16" fmla="*/ 88 w 88"/>
                <a:gd name="T17" fmla="*/ 18 h 449"/>
                <a:gd name="T18" fmla="*/ 88 w 88"/>
                <a:gd name="T19" fmla="*/ 10 h 449"/>
                <a:gd name="T20" fmla="*/ 86 w 88"/>
                <a:gd name="T21" fmla="*/ 4 h 449"/>
                <a:gd name="T22" fmla="*/ 80 w 88"/>
                <a:gd name="T23" fmla="*/ 2 h 449"/>
                <a:gd name="T24" fmla="*/ 72 w 88"/>
                <a:gd name="T25" fmla="*/ 0 h 449"/>
                <a:gd name="T26" fmla="*/ 16 w 88"/>
                <a:gd name="T27" fmla="*/ 0 h 449"/>
                <a:gd name="T28" fmla="*/ 16 w 88"/>
                <a:gd name="T29" fmla="*/ 0 h 449"/>
                <a:gd name="T30" fmla="*/ 8 w 88"/>
                <a:gd name="T31" fmla="*/ 2 h 449"/>
                <a:gd name="T32" fmla="*/ 4 w 88"/>
                <a:gd name="T33" fmla="*/ 4 h 449"/>
                <a:gd name="T34" fmla="*/ 0 w 88"/>
                <a:gd name="T35" fmla="*/ 10 h 449"/>
                <a:gd name="T36" fmla="*/ 0 w 88"/>
                <a:gd name="T37" fmla="*/ 18 h 449"/>
                <a:gd name="T38" fmla="*/ 0 w 88"/>
                <a:gd name="T39" fmla="*/ 431 h 449"/>
                <a:gd name="T40" fmla="*/ 0 w 88"/>
                <a:gd name="T41" fmla="*/ 431 h 449"/>
                <a:gd name="T42" fmla="*/ 0 w 88"/>
                <a:gd name="T43" fmla="*/ 439 h 449"/>
                <a:gd name="T44" fmla="*/ 4 w 88"/>
                <a:gd name="T45" fmla="*/ 445 h 449"/>
                <a:gd name="T46" fmla="*/ 8 w 88"/>
                <a:gd name="T47" fmla="*/ 447 h 449"/>
                <a:gd name="T48" fmla="*/ 16 w 88"/>
                <a:gd name="T49" fmla="*/ 449 h 449"/>
                <a:gd name="T50" fmla="*/ 16 w 88"/>
                <a:gd name="T51" fmla="*/ 449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8" h="449">
                  <a:moveTo>
                    <a:pt x="16" y="449"/>
                  </a:moveTo>
                  <a:lnTo>
                    <a:pt x="72" y="449"/>
                  </a:lnTo>
                  <a:lnTo>
                    <a:pt x="72" y="449"/>
                  </a:lnTo>
                  <a:lnTo>
                    <a:pt x="80" y="447"/>
                  </a:lnTo>
                  <a:lnTo>
                    <a:pt x="86" y="445"/>
                  </a:lnTo>
                  <a:lnTo>
                    <a:pt x="88" y="439"/>
                  </a:lnTo>
                  <a:lnTo>
                    <a:pt x="88" y="431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8" y="10"/>
                  </a:lnTo>
                  <a:lnTo>
                    <a:pt x="86" y="4"/>
                  </a:lnTo>
                  <a:lnTo>
                    <a:pt x="80" y="2"/>
                  </a:lnTo>
                  <a:lnTo>
                    <a:pt x="72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0" y="10"/>
                  </a:lnTo>
                  <a:lnTo>
                    <a:pt x="0" y="18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4" y="445"/>
                  </a:lnTo>
                  <a:lnTo>
                    <a:pt x="8" y="447"/>
                  </a:lnTo>
                  <a:lnTo>
                    <a:pt x="16" y="449"/>
                  </a:lnTo>
                  <a:lnTo>
                    <a:pt x="16" y="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4" name="Freeform 44"/>
            <p:cNvSpPr>
              <a:spLocks noEditPoints="1"/>
            </p:cNvSpPr>
            <p:nvPr/>
          </p:nvSpPr>
          <p:spPr bwMode="auto">
            <a:xfrm>
              <a:off x="0" y="2247"/>
              <a:ext cx="640" cy="483"/>
            </a:xfrm>
            <a:custGeom>
              <a:avLst/>
              <a:gdLst>
                <a:gd name="T0" fmla="*/ 552 w 640"/>
                <a:gd name="T1" fmla="*/ 483 h 483"/>
                <a:gd name="T2" fmla="*/ 570 w 640"/>
                <a:gd name="T3" fmla="*/ 409 h 483"/>
                <a:gd name="T4" fmla="*/ 630 w 640"/>
                <a:gd name="T5" fmla="*/ 303 h 483"/>
                <a:gd name="T6" fmla="*/ 624 w 640"/>
                <a:gd name="T7" fmla="*/ 214 h 483"/>
                <a:gd name="T8" fmla="*/ 562 w 640"/>
                <a:gd name="T9" fmla="*/ 184 h 483"/>
                <a:gd name="T10" fmla="*/ 484 w 640"/>
                <a:gd name="T11" fmla="*/ 168 h 483"/>
                <a:gd name="T12" fmla="*/ 374 w 640"/>
                <a:gd name="T13" fmla="*/ 206 h 483"/>
                <a:gd name="T14" fmla="*/ 340 w 640"/>
                <a:gd name="T15" fmla="*/ 190 h 483"/>
                <a:gd name="T16" fmla="*/ 370 w 640"/>
                <a:gd name="T17" fmla="*/ 144 h 483"/>
                <a:gd name="T18" fmla="*/ 344 w 640"/>
                <a:gd name="T19" fmla="*/ 100 h 483"/>
                <a:gd name="T20" fmla="*/ 356 w 640"/>
                <a:gd name="T21" fmla="*/ 76 h 483"/>
                <a:gd name="T22" fmla="*/ 382 w 640"/>
                <a:gd name="T23" fmla="*/ 60 h 483"/>
                <a:gd name="T24" fmla="*/ 360 w 640"/>
                <a:gd name="T25" fmla="*/ 44 h 483"/>
                <a:gd name="T26" fmla="*/ 334 w 640"/>
                <a:gd name="T27" fmla="*/ 26 h 483"/>
                <a:gd name="T28" fmla="*/ 320 w 640"/>
                <a:gd name="T29" fmla="*/ 0 h 483"/>
                <a:gd name="T30" fmla="*/ 304 w 640"/>
                <a:gd name="T31" fmla="*/ 22 h 483"/>
                <a:gd name="T32" fmla="*/ 286 w 640"/>
                <a:gd name="T33" fmla="*/ 46 h 483"/>
                <a:gd name="T34" fmla="*/ 260 w 640"/>
                <a:gd name="T35" fmla="*/ 60 h 483"/>
                <a:gd name="T36" fmla="*/ 280 w 640"/>
                <a:gd name="T37" fmla="*/ 78 h 483"/>
                <a:gd name="T38" fmla="*/ 296 w 640"/>
                <a:gd name="T39" fmla="*/ 100 h 483"/>
                <a:gd name="T40" fmla="*/ 270 w 640"/>
                <a:gd name="T41" fmla="*/ 144 h 483"/>
                <a:gd name="T42" fmla="*/ 300 w 640"/>
                <a:gd name="T43" fmla="*/ 190 h 483"/>
                <a:gd name="T44" fmla="*/ 266 w 640"/>
                <a:gd name="T45" fmla="*/ 206 h 483"/>
                <a:gd name="T46" fmla="*/ 156 w 640"/>
                <a:gd name="T47" fmla="*/ 168 h 483"/>
                <a:gd name="T48" fmla="*/ 78 w 640"/>
                <a:gd name="T49" fmla="*/ 184 h 483"/>
                <a:gd name="T50" fmla="*/ 16 w 640"/>
                <a:gd name="T51" fmla="*/ 214 h 483"/>
                <a:gd name="T52" fmla="*/ 10 w 640"/>
                <a:gd name="T53" fmla="*/ 303 h 483"/>
                <a:gd name="T54" fmla="*/ 70 w 640"/>
                <a:gd name="T55" fmla="*/ 409 h 483"/>
                <a:gd name="T56" fmla="*/ 564 w 640"/>
                <a:gd name="T57" fmla="*/ 216 h 483"/>
                <a:gd name="T58" fmla="*/ 598 w 640"/>
                <a:gd name="T59" fmla="*/ 267 h 483"/>
                <a:gd name="T60" fmla="*/ 540 w 640"/>
                <a:gd name="T61" fmla="*/ 371 h 483"/>
                <a:gd name="T62" fmla="*/ 512 w 640"/>
                <a:gd name="T63" fmla="*/ 403 h 483"/>
                <a:gd name="T64" fmla="*/ 520 w 640"/>
                <a:gd name="T65" fmla="*/ 439 h 483"/>
                <a:gd name="T66" fmla="*/ 464 w 640"/>
                <a:gd name="T67" fmla="*/ 403 h 483"/>
                <a:gd name="T68" fmla="*/ 528 w 640"/>
                <a:gd name="T69" fmla="*/ 301 h 483"/>
                <a:gd name="T70" fmla="*/ 540 w 640"/>
                <a:gd name="T71" fmla="*/ 216 h 483"/>
                <a:gd name="T72" fmla="*/ 370 w 640"/>
                <a:gd name="T73" fmla="*/ 347 h 483"/>
                <a:gd name="T74" fmla="*/ 346 w 640"/>
                <a:gd name="T75" fmla="*/ 245 h 483"/>
                <a:gd name="T76" fmla="*/ 444 w 640"/>
                <a:gd name="T77" fmla="*/ 204 h 483"/>
                <a:gd name="T78" fmla="*/ 490 w 640"/>
                <a:gd name="T79" fmla="*/ 212 h 483"/>
                <a:gd name="T80" fmla="*/ 488 w 640"/>
                <a:gd name="T81" fmla="*/ 279 h 483"/>
                <a:gd name="T82" fmla="*/ 404 w 640"/>
                <a:gd name="T83" fmla="*/ 331 h 483"/>
                <a:gd name="T84" fmla="*/ 416 w 640"/>
                <a:gd name="T85" fmla="*/ 407 h 483"/>
                <a:gd name="T86" fmla="*/ 344 w 640"/>
                <a:gd name="T87" fmla="*/ 407 h 483"/>
                <a:gd name="T88" fmla="*/ 158 w 640"/>
                <a:gd name="T89" fmla="*/ 206 h 483"/>
                <a:gd name="T90" fmla="*/ 232 w 640"/>
                <a:gd name="T91" fmla="*/ 222 h 483"/>
                <a:gd name="T92" fmla="*/ 288 w 640"/>
                <a:gd name="T93" fmla="*/ 305 h 483"/>
                <a:gd name="T94" fmla="*/ 286 w 640"/>
                <a:gd name="T95" fmla="*/ 387 h 483"/>
                <a:gd name="T96" fmla="*/ 296 w 640"/>
                <a:gd name="T97" fmla="*/ 407 h 483"/>
                <a:gd name="T98" fmla="*/ 224 w 640"/>
                <a:gd name="T99" fmla="*/ 407 h 483"/>
                <a:gd name="T100" fmla="*/ 210 w 640"/>
                <a:gd name="T101" fmla="*/ 337 h 483"/>
                <a:gd name="T102" fmla="*/ 144 w 640"/>
                <a:gd name="T103" fmla="*/ 263 h 483"/>
                <a:gd name="T104" fmla="*/ 150 w 640"/>
                <a:gd name="T105" fmla="*/ 212 h 483"/>
                <a:gd name="T106" fmla="*/ 100 w 640"/>
                <a:gd name="T107" fmla="*/ 216 h 483"/>
                <a:gd name="T108" fmla="*/ 114 w 640"/>
                <a:gd name="T109" fmla="*/ 301 h 483"/>
                <a:gd name="T110" fmla="*/ 176 w 640"/>
                <a:gd name="T111" fmla="*/ 403 h 483"/>
                <a:gd name="T112" fmla="*/ 120 w 640"/>
                <a:gd name="T113" fmla="*/ 439 h 483"/>
                <a:gd name="T114" fmla="*/ 128 w 640"/>
                <a:gd name="T115" fmla="*/ 403 h 483"/>
                <a:gd name="T116" fmla="*/ 100 w 640"/>
                <a:gd name="T117" fmla="*/ 371 h 483"/>
                <a:gd name="T118" fmla="*/ 42 w 640"/>
                <a:gd name="T119" fmla="*/ 267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0" h="483">
                  <a:moveTo>
                    <a:pt x="80" y="475"/>
                  </a:moveTo>
                  <a:lnTo>
                    <a:pt x="80" y="475"/>
                  </a:lnTo>
                  <a:lnTo>
                    <a:pt x="80" y="479"/>
                  </a:lnTo>
                  <a:lnTo>
                    <a:pt x="82" y="481"/>
                  </a:lnTo>
                  <a:lnTo>
                    <a:pt x="88" y="483"/>
                  </a:lnTo>
                  <a:lnTo>
                    <a:pt x="552" y="483"/>
                  </a:lnTo>
                  <a:lnTo>
                    <a:pt x="552" y="483"/>
                  </a:lnTo>
                  <a:lnTo>
                    <a:pt x="558" y="481"/>
                  </a:lnTo>
                  <a:lnTo>
                    <a:pt x="560" y="479"/>
                  </a:lnTo>
                  <a:lnTo>
                    <a:pt x="560" y="475"/>
                  </a:lnTo>
                  <a:lnTo>
                    <a:pt x="560" y="455"/>
                  </a:lnTo>
                  <a:lnTo>
                    <a:pt x="560" y="455"/>
                  </a:lnTo>
                  <a:lnTo>
                    <a:pt x="562" y="433"/>
                  </a:lnTo>
                  <a:lnTo>
                    <a:pt x="570" y="409"/>
                  </a:lnTo>
                  <a:lnTo>
                    <a:pt x="576" y="395"/>
                  </a:lnTo>
                  <a:lnTo>
                    <a:pt x="582" y="381"/>
                  </a:lnTo>
                  <a:lnTo>
                    <a:pt x="592" y="365"/>
                  </a:lnTo>
                  <a:lnTo>
                    <a:pt x="606" y="347"/>
                  </a:lnTo>
                  <a:lnTo>
                    <a:pt x="606" y="347"/>
                  </a:lnTo>
                  <a:lnTo>
                    <a:pt x="620" y="325"/>
                  </a:lnTo>
                  <a:lnTo>
                    <a:pt x="630" y="303"/>
                  </a:lnTo>
                  <a:lnTo>
                    <a:pt x="638" y="283"/>
                  </a:lnTo>
                  <a:lnTo>
                    <a:pt x="640" y="261"/>
                  </a:lnTo>
                  <a:lnTo>
                    <a:pt x="640" y="251"/>
                  </a:lnTo>
                  <a:lnTo>
                    <a:pt x="638" y="241"/>
                  </a:lnTo>
                  <a:lnTo>
                    <a:pt x="634" y="233"/>
                  </a:lnTo>
                  <a:lnTo>
                    <a:pt x="630" y="222"/>
                  </a:lnTo>
                  <a:lnTo>
                    <a:pt x="624" y="214"/>
                  </a:lnTo>
                  <a:lnTo>
                    <a:pt x="618" y="206"/>
                  </a:lnTo>
                  <a:lnTo>
                    <a:pt x="610" y="200"/>
                  </a:lnTo>
                  <a:lnTo>
                    <a:pt x="600" y="194"/>
                  </a:lnTo>
                  <a:lnTo>
                    <a:pt x="600" y="194"/>
                  </a:lnTo>
                  <a:lnTo>
                    <a:pt x="590" y="190"/>
                  </a:lnTo>
                  <a:lnTo>
                    <a:pt x="580" y="186"/>
                  </a:lnTo>
                  <a:lnTo>
                    <a:pt x="562" y="184"/>
                  </a:lnTo>
                  <a:lnTo>
                    <a:pt x="544" y="186"/>
                  </a:lnTo>
                  <a:lnTo>
                    <a:pt x="526" y="192"/>
                  </a:lnTo>
                  <a:lnTo>
                    <a:pt x="526" y="192"/>
                  </a:lnTo>
                  <a:lnTo>
                    <a:pt x="516" y="184"/>
                  </a:lnTo>
                  <a:lnTo>
                    <a:pt x="506" y="176"/>
                  </a:lnTo>
                  <a:lnTo>
                    <a:pt x="496" y="172"/>
                  </a:lnTo>
                  <a:lnTo>
                    <a:pt x="484" y="168"/>
                  </a:lnTo>
                  <a:lnTo>
                    <a:pt x="484" y="168"/>
                  </a:lnTo>
                  <a:lnTo>
                    <a:pt x="474" y="166"/>
                  </a:lnTo>
                  <a:lnTo>
                    <a:pt x="464" y="166"/>
                  </a:lnTo>
                  <a:lnTo>
                    <a:pt x="444" y="170"/>
                  </a:lnTo>
                  <a:lnTo>
                    <a:pt x="426" y="178"/>
                  </a:lnTo>
                  <a:lnTo>
                    <a:pt x="408" y="188"/>
                  </a:lnTo>
                  <a:lnTo>
                    <a:pt x="374" y="206"/>
                  </a:lnTo>
                  <a:lnTo>
                    <a:pt x="356" y="212"/>
                  </a:lnTo>
                  <a:lnTo>
                    <a:pt x="348" y="214"/>
                  </a:lnTo>
                  <a:lnTo>
                    <a:pt x="340" y="216"/>
                  </a:lnTo>
                  <a:lnTo>
                    <a:pt x="340" y="216"/>
                  </a:lnTo>
                  <a:lnTo>
                    <a:pt x="332" y="192"/>
                  </a:lnTo>
                  <a:lnTo>
                    <a:pt x="332" y="192"/>
                  </a:lnTo>
                  <a:lnTo>
                    <a:pt x="340" y="190"/>
                  </a:lnTo>
                  <a:lnTo>
                    <a:pt x="348" y="186"/>
                  </a:lnTo>
                  <a:lnTo>
                    <a:pt x="354" y="180"/>
                  </a:lnTo>
                  <a:lnTo>
                    <a:pt x="360" y="174"/>
                  </a:lnTo>
                  <a:lnTo>
                    <a:pt x="364" y="168"/>
                  </a:lnTo>
                  <a:lnTo>
                    <a:pt x="368" y="160"/>
                  </a:lnTo>
                  <a:lnTo>
                    <a:pt x="370" y="152"/>
                  </a:lnTo>
                  <a:lnTo>
                    <a:pt x="370" y="144"/>
                  </a:lnTo>
                  <a:lnTo>
                    <a:pt x="370" y="144"/>
                  </a:lnTo>
                  <a:lnTo>
                    <a:pt x="370" y="134"/>
                  </a:lnTo>
                  <a:lnTo>
                    <a:pt x="366" y="126"/>
                  </a:lnTo>
                  <a:lnTo>
                    <a:pt x="364" y="118"/>
                  </a:lnTo>
                  <a:lnTo>
                    <a:pt x="358" y="112"/>
                  </a:lnTo>
                  <a:lnTo>
                    <a:pt x="352" y="106"/>
                  </a:lnTo>
                  <a:lnTo>
                    <a:pt x="344" y="100"/>
                  </a:lnTo>
                  <a:lnTo>
                    <a:pt x="338" y="96"/>
                  </a:lnTo>
                  <a:lnTo>
                    <a:pt x="328" y="94"/>
                  </a:lnTo>
                  <a:lnTo>
                    <a:pt x="328" y="68"/>
                  </a:lnTo>
                  <a:lnTo>
                    <a:pt x="348" y="68"/>
                  </a:lnTo>
                  <a:lnTo>
                    <a:pt x="348" y="68"/>
                  </a:lnTo>
                  <a:lnTo>
                    <a:pt x="352" y="72"/>
                  </a:lnTo>
                  <a:lnTo>
                    <a:pt x="356" y="76"/>
                  </a:lnTo>
                  <a:lnTo>
                    <a:pt x="360" y="78"/>
                  </a:lnTo>
                  <a:lnTo>
                    <a:pt x="364" y="78"/>
                  </a:lnTo>
                  <a:lnTo>
                    <a:pt x="364" y="78"/>
                  </a:lnTo>
                  <a:lnTo>
                    <a:pt x="370" y="76"/>
                  </a:lnTo>
                  <a:lnTo>
                    <a:pt x="376" y="72"/>
                  </a:lnTo>
                  <a:lnTo>
                    <a:pt x="380" y="68"/>
                  </a:lnTo>
                  <a:lnTo>
                    <a:pt x="382" y="60"/>
                  </a:lnTo>
                  <a:lnTo>
                    <a:pt x="382" y="60"/>
                  </a:lnTo>
                  <a:lnTo>
                    <a:pt x="380" y="54"/>
                  </a:lnTo>
                  <a:lnTo>
                    <a:pt x="376" y="48"/>
                  </a:lnTo>
                  <a:lnTo>
                    <a:pt x="370" y="44"/>
                  </a:lnTo>
                  <a:lnTo>
                    <a:pt x="364" y="44"/>
                  </a:lnTo>
                  <a:lnTo>
                    <a:pt x="364" y="44"/>
                  </a:lnTo>
                  <a:lnTo>
                    <a:pt x="360" y="44"/>
                  </a:lnTo>
                  <a:lnTo>
                    <a:pt x="356" y="46"/>
                  </a:lnTo>
                  <a:lnTo>
                    <a:pt x="352" y="50"/>
                  </a:lnTo>
                  <a:lnTo>
                    <a:pt x="348" y="52"/>
                  </a:lnTo>
                  <a:lnTo>
                    <a:pt x="328" y="52"/>
                  </a:lnTo>
                  <a:lnTo>
                    <a:pt x="328" y="32"/>
                  </a:lnTo>
                  <a:lnTo>
                    <a:pt x="328" y="32"/>
                  </a:lnTo>
                  <a:lnTo>
                    <a:pt x="334" y="26"/>
                  </a:lnTo>
                  <a:lnTo>
                    <a:pt x="336" y="22"/>
                  </a:lnTo>
                  <a:lnTo>
                    <a:pt x="338" y="18"/>
                  </a:lnTo>
                  <a:lnTo>
                    <a:pt x="338" y="18"/>
                  </a:lnTo>
                  <a:lnTo>
                    <a:pt x="336" y="10"/>
                  </a:lnTo>
                  <a:lnTo>
                    <a:pt x="332" y="6"/>
                  </a:lnTo>
                  <a:lnTo>
                    <a:pt x="326" y="2"/>
                  </a:lnTo>
                  <a:lnTo>
                    <a:pt x="320" y="0"/>
                  </a:lnTo>
                  <a:lnTo>
                    <a:pt x="320" y="0"/>
                  </a:lnTo>
                  <a:lnTo>
                    <a:pt x="314" y="2"/>
                  </a:lnTo>
                  <a:lnTo>
                    <a:pt x="308" y="6"/>
                  </a:lnTo>
                  <a:lnTo>
                    <a:pt x="304" y="10"/>
                  </a:lnTo>
                  <a:lnTo>
                    <a:pt x="302" y="18"/>
                  </a:lnTo>
                  <a:lnTo>
                    <a:pt x="302" y="18"/>
                  </a:lnTo>
                  <a:lnTo>
                    <a:pt x="304" y="22"/>
                  </a:lnTo>
                  <a:lnTo>
                    <a:pt x="306" y="26"/>
                  </a:lnTo>
                  <a:lnTo>
                    <a:pt x="312" y="32"/>
                  </a:lnTo>
                  <a:lnTo>
                    <a:pt x="312" y="52"/>
                  </a:lnTo>
                  <a:lnTo>
                    <a:pt x="292" y="52"/>
                  </a:lnTo>
                  <a:lnTo>
                    <a:pt x="292" y="52"/>
                  </a:lnTo>
                  <a:lnTo>
                    <a:pt x="288" y="50"/>
                  </a:lnTo>
                  <a:lnTo>
                    <a:pt x="286" y="46"/>
                  </a:lnTo>
                  <a:lnTo>
                    <a:pt x="282" y="44"/>
                  </a:lnTo>
                  <a:lnTo>
                    <a:pt x="276" y="44"/>
                  </a:lnTo>
                  <a:lnTo>
                    <a:pt x="276" y="44"/>
                  </a:lnTo>
                  <a:lnTo>
                    <a:pt x="270" y="44"/>
                  </a:lnTo>
                  <a:lnTo>
                    <a:pt x="264" y="48"/>
                  </a:lnTo>
                  <a:lnTo>
                    <a:pt x="260" y="54"/>
                  </a:lnTo>
                  <a:lnTo>
                    <a:pt x="260" y="60"/>
                  </a:lnTo>
                  <a:lnTo>
                    <a:pt x="260" y="60"/>
                  </a:lnTo>
                  <a:lnTo>
                    <a:pt x="260" y="68"/>
                  </a:lnTo>
                  <a:lnTo>
                    <a:pt x="264" y="72"/>
                  </a:lnTo>
                  <a:lnTo>
                    <a:pt x="270" y="76"/>
                  </a:lnTo>
                  <a:lnTo>
                    <a:pt x="276" y="78"/>
                  </a:lnTo>
                  <a:lnTo>
                    <a:pt x="276" y="78"/>
                  </a:lnTo>
                  <a:lnTo>
                    <a:pt x="280" y="78"/>
                  </a:lnTo>
                  <a:lnTo>
                    <a:pt x="286" y="76"/>
                  </a:lnTo>
                  <a:lnTo>
                    <a:pt x="292" y="68"/>
                  </a:lnTo>
                  <a:lnTo>
                    <a:pt x="312" y="68"/>
                  </a:lnTo>
                  <a:lnTo>
                    <a:pt x="312" y="94"/>
                  </a:lnTo>
                  <a:lnTo>
                    <a:pt x="312" y="94"/>
                  </a:lnTo>
                  <a:lnTo>
                    <a:pt x="304" y="98"/>
                  </a:lnTo>
                  <a:lnTo>
                    <a:pt x="296" y="100"/>
                  </a:lnTo>
                  <a:lnTo>
                    <a:pt x="288" y="106"/>
                  </a:lnTo>
                  <a:lnTo>
                    <a:pt x="282" y="112"/>
                  </a:lnTo>
                  <a:lnTo>
                    <a:pt x="278" y="118"/>
                  </a:lnTo>
                  <a:lnTo>
                    <a:pt x="274" y="126"/>
                  </a:lnTo>
                  <a:lnTo>
                    <a:pt x="272" y="134"/>
                  </a:lnTo>
                  <a:lnTo>
                    <a:pt x="270" y="144"/>
                  </a:lnTo>
                  <a:lnTo>
                    <a:pt x="270" y="144"/>
                  </a:lnTo>
                  <a:lnTo>
                    <a:pt x="272" y="152"/>
                  </a:lnTo>
                  <a:lnTo>
                    <a:pt x="274" y="160"/>
                  </a:lnTo>
                  <a:lnTo>
                    <a:pt x="276" y="168"/>
                  </a:lnTo>
                  <a:lnTo>
                    <a:pt x="282" y="174"/>
                  </a:lnTo>
                  <a:lnTo>
                    <a:pt x="286" y="180"/>
                  </a:lnTo>
                  <a:lnTo>
                    <a:pt x="292" y="186"/>
                  </a:lnTo>
                  <a:lnTo>
                    <a:pt x="300" y="190"/>
                  </a:lnTo>
                  <a:lnTo>
                    <a:pt x="308" y="192"/>
                  </a:lnTo>
                  <a:lnTo>
                    <a:pt x="308" y="192"/>
                  </a:lnTo>
                  <a:lnTo>
                    <a:pt x="300" y="216"/>
                  </a:lnTo>
                  <a:lnTo>
                    <a:pt x="300" y="216"/>
                  </a:lnTo>
                  <a:lnTo>
                    <a:pt x="292" y="214"/>
                  </a:lnTo>
                  <a:lnTo>
                    <a:pt x="284" y="212"/>
                  </a:lnTo>
                  <a:lnTo>
                    <a:pt x="266" y="206"/>
                  </a:lnTo>
                  <a:lnTo>
                    <a:pt x="232" y="188"/>
                  </a:lnTo>
                  <a:lnTo>
                    <a:pt x="214" y="178"/>
                  </a:lnTo>
                  <a:lnTo>
                    <a:pt x="196" y="170"/>
                  </a:lnTo>
                  <a:lnTo>
                    <a:pt x="176" y="166"/>
                  </a:lnTo>
                  <a:lnTo>
                    <a:pt x="166" y="166"/>
                  </a:lnTo>
                  <a:lnTo>
                    <a:pt x="156" y="168"/>
                  </a:lnTo>
                  <a:lnTo>
                    <a:pt x="156" y="168"/>
                  </a:lnTo>
                  <a:lnTo>
                    <a:pt x="144" y="172"/>
                  </a:lnTo>
                  <a:lnTo>
                    <a:pt x="134" y="176"/>
                  </a:lnTo>
                  <a:lnTo>
                    <a:pt x="124" y="184"/>
                  </a:lnTo>
                  <a:lnTo>
                    <a:pt x="116" y="192"/>
                  </a:lnTo>
                  <a:lnTo>
                    <a:pt x="116" y="192"/>
                  </a:lnTo>
                  <a:lnTo>
                    <a:pt x="96" y="186"/>
                  </a:lnTo>
                  <a:lnTo>
                    <a:pt x="78" y="184"/>
                  </a:lnTo>
                  <a:lnTo>
                    <a:pt x="60" y="186"/>
                  </a:lnTo>
                  <a:lnTo>
                    <a:pt x="50" y="190"/>
                  </a:lnTo>
                  <a:lnTo>
                    <a:pt x="42" y="194"/>
                  </a:lnTo>
                  <a:lnTo>
                    <a:pt x="42" y="194"/>
                  </a:lnTo>
                  <a:lnTo>
                    <a:pt x="32" y="200"/>
                  </a:lnTo>
                  <a:lnTo>
                    <a:pt x="22" y="206"/>
                  </a:lnTo>
                  <a:lnTo>
                    <a:pt x="16" y="214"/>
                  </a:lnTo>
                  <a:lnTo>
                    <a:pt x="10" y="222"/>
                  </a:lnTo>
                  <a:lnTo>
                    <a:pt x="6" y="233"/>
                  </a:lnTo>
                  <a:lnTo>
                    <a:pt x="2" y="241"/>
                  </a:lnTo>
                  <a:lnTo>
                    <a:pt x="0" y="251"/>
                  </a:lnTo>
                  <a:lnTo>
                    <a:pt x="0" y="261"/>
                  </a:lnTo>
                  <a:lnTo>
                    <a:pt x="2" y="283"/>
                  </a:lnTo>
                  <a:lnTo>
                    <a:pt x="10" y="303"/>
                  </a:lnTo>
                  <a:lnTo>
                    <a:pt x="20" y="325"/>
                  </a:lnTo>
                  <a:lnTo>
                    <a:pt x="36" y="347"/>
                  </a:lnTo>
                  <a:lnTo>
                    <a:pt x="36" y="347"/>
                  </a:lnTo>
                  <a:lnTo>
                    <a:pt x="48" y="365"/>
                  </a:lnTo>
                  <a:lnTo>
                    <a:pt x="58" y="381"/>
                  </a:lnTo>
                  <a:lnTo>
                    <a:pt x="66" y="395"/>
                  </a:lnTo>
                  <a:lnTo>
                    <a:pt x="70" y="409"/>
                  </a:lnTo>
                  <a:lnTo>
                    <a:pt x="78" y="435"/>
                  </a:lnTo>
                  <a:lnTo>
                    <a:pt x="80" y="455"/>
                  </a:lnTo>
                  <a:lnTo>
                    <a:pt x="80" y="475"/>
                  </a:lnTo>
                  <a:close/>
                  <a:moveTo>
                    <a:pt x="540" y="216"/>
                  </a:moveTo>
                  <a:lnTo>
                    <a:pt x="540" y="216"/>
                  </a:lnTo>
                  <a:lnTo>
                    <a:pt x="552" y="216"/>
                  </a:lnTo>
                  <a:lnTo>
                    <a:pt x="564" y="216"/>
                  </a:lnTo>
                  <a:lnTo>
                    <a:pt x="574" y="220"/>
                  </a:lnTo>
                  <a:lnTo>
                    <a:pt x="584" y="227"/>
                  </a:lnTo>
                  <a:lnTo>
                    <a:pt x="584" y="227"/>
                  </a:lnTo>
                  <a:lnTo>
                    <a:pt x="592" y="237"/>
                  </a:lnTo>
                  <a:lnTo>
                    <a:pt x="596" y="247"/>
                  </a:lnTo>
                  <a:lnTo>
                    <a:pt x="598" y="257"/>
                  </a:lnTo>
                  <a:lnTo>
                    <a:pt x="598" y="267"/>
                  </a:lnTo>
                  <a:lnTo>
                    <a:pt x="596" y="277"/>
                  </a:lnTo>
                  <a:lnTo>
                    <a:pt x="594" y="287"/>
                  </a:lnTo>
                  <a:lnTo>
                    <a:pt x="584" y="307"/>
                  </a:lnTo>
                  <a:lnTo>
                    <a:pt x="570" y="325"/>
                  </a:lnTo>
                  <a:lnTo>
                    <a:pt x="558" y="343"/>
                  </a:lnTo>
                  <a:lnTo>
                    <a:pt x="546" y="357"/>
                  </a:lnTo>
                  <a:lnTo>
                    <a:pt x="540" y="371"/>
                  </a:lnTo>
                  <a:lnTo>
                    <a:pt x="540" y="371"/>
                  </a:lnTo>
                  <a:lnTo>
                    <a:pt x="516" y="361"/>
                  </a:lnTo>
                  <a:lnTo>
                    <a:pt x="516" y="361"/>
                  </a:lnTo>
                  <a:lnTo>
                    <a:pt x="514" y="371"/>
                  </a:lnTo>
                  <a:lnTo>
                    <a:pt x="512" y="383"/>
                  </a:lnTo>
                  <a:lnTo>
                    <a:pt x="512" y="393"/>
                  </a:lnTo>
                  <a:lnTo>
                    <a:pt x="512" y="403"/>
                  </a:lnTo>
                  <a:lnTo>
                    <a:pt x="516" y="423"/>
                  </a:lnTo>
                  <a:lnTo>
                    <a:pt x="522" y="435"/>
                  </a:lnTo>
                  <a:lnTo>
                    <a:pt x="522" y="435"/>
                  </a:lnTo>
                  <a:lnTo>
                    <a:pt x="522" y="439"/>
                  </a:lnTo>
                  <a:lnTo>
                    <a:pt x="522" y="439"/>
                  </a:lnTo>
                  <a:lnTo>
                    <a:pt x="520" y="439"/>
                  </a:lnTo>
                  <a:lnTo>
                    <a:pt x="520" y="439"/>
                  </a:lnTo>
                  <a:lnTo>
                    <a:pt x="496" y="431"/>
                  </a:lnTo>
                  <a:lnTo>
                    <a:pt x="464" y="421"/>
                  </a:lnTo>
                  <a:lnTo>
                    <a:pt x="464" y="421"/>
                  </a:lnTo>
                  <a:lnTo>
                    <a:pt x="462" y="419"/>
                  </a:lnTo>
                  <a:lnTo>
                    <a:pt x="462" y="417"/>
                  </a:lnTo>
                  <a:lnTo>
                    <a:pt x="462" y="417"/>
                  </a:lnTo>
                  <a:lnTo>
                    <a:pt x="464" y="403"/>
                  </a:lnTo>
                  <a:lnTo>
                    <a:pt x="468" y="389"/>
                  </a:lnTo>
                  <a:lnTo>
                    <a:pt x="476" y="375"/>
                  </a:lnTo>
                  <a:lnTo>
                    <a:pt x="482" y="361"/>
                  </a:lnTo>
                  <a:lnTo>
                    <a:pt x="500" y="337"/>
                  </a:lnTo>
                  <a:lnTo>
                    <a:pt x="518" y="313"/>
                  </a:lnTo>
                  <a:lnTo>
                    <a:pt x="518" y="313"/>
                  </a:lnTo>
                  <a:lnTo>
                    <a:pt x="528" y="301"/>
                  </a:lnTo>
                  <a:lnTo>
                    <a:pt x="534" y="287"/>
                  </a:lnTo>
                  <a:lnTo>
                    <a:pt x="538" y="275"/>
                  </a:lnTo>
                  <a:lnTo>
                    <a:pt x="542" y="263"/>
                  </a:lnTo>
                  <a:lnTo>
                    <a:pt x="544" y="251"/>
                  </a:lnTo>
                  <a:lnTo>
                    <a:pt x="544" y="239"/>
                  </a:lnTo>
                  <a:lnTo>
                    <a:pt x="542" y="229"/>
                  </a:lnTo>
                  <a:lnTo>
                    <a:pt x="540" y="216"/>
                  </a:lnTo>
                  <a:lnTo>
                    <a:pt x="540" y="216"/>
                  </a:lnTo>
                  <a:close/>
                  <a:moveTo>
                    <a:pt x="342" y="401"/>
                  </a:moveTo>
                  <a:lnTo>
                    <a:pt x="342" y="401"/>
                  </a:lnTo>
                  <a:lnTo>
                    <a:pt x="350" y="395"/>
                  </a:lnTo>
                  <a:lnTo>
                    <a:pt x="354" y="387"/>
                  </a:lnTo>
                  <a:lnTo>
                    <a:pt x="364" y="367"/>
                  </a:lnTo>
                  <a:lnTo>
                    <a:pt x="370" y="347"/>
                  </a:lnTo>
                  <a:lnTo>
                    <a:pt x="372" y="329"/>
                  </a:lnTo>
                  <a:lnTo>
                    <a:pt x="372" y="329"/>
                  </a:lnTo>
                  <a:lnTo>
                    <a:pt x="352" y="327"/>
                  </a:lnTo>
                  <a:lnTo>
                    <a:pt x="352" y="327"/>
                  </a:lnTo>
                  <a:lnTo>
                    <a:pt x="352" y="305"/>
                  </a:lnTo>
                  <a:lnTo>
                    <a:pt x="350" y="285"/>
                  </a:lnTo>
                  <a:lnTo>
                    <a:pt x="346" y="245"/>
                  </a:lnTo>
                  <a:lnTo>
                    <a:pt x="346" y="245"/>
                  </a:lnTo>
                  <a:lnTo>
                    <a:pt x="356" y="245"/>
                  </a:lnTo>
                  <a:lnTo>
                    <a:pt x="368" y="241"/>
                  </a:lnTo>
                  <a:lnTo>
                    <a:pt x="390" y="233"/>
                  </a:lnTo>
                  <a:lnTo>
                    <a:pt x="410" y="222"/>
                  </a:lnTo>
                  <a:lnTo>
                    <a:pt x="428" y="212"/>
                  </a:lnTo>
                  <a:lnTo>
                    <a:pt x="444" y="204"/>
                  </a:lnTo>
                  <a:lnTo>
                    <a:pt x="452" y="202"/>
                  </a:lnTo>
                  <a:lnTo>
                    <a:pt x="460" y="200"/>
                  </a:lnTo>
                  <a:lnTo>
                    <a:pt x="468" y="200"/>
                  </a:lnTo>
                  <a:lnTo>
                    <a:pt x="476" y="202"/>
                  </a:lnTo>
                  <a:lnTo>
                    <a:pt x="484" y="206"/>
                  </a:lnTo>
                  <a:lnTo>
                    <a:pt x="490" y="212"/>
                  </a:lnTo>
                  <a:lnTo>
                    <a:pt x="490" y="212"/>
                  </a:lnTo>
                  <a:lnTo>
                    <a:pt x="496" y="220"/>
                  </a:lnTo>
                  <a:lnTo>
                    <a:pt x="500" y="229"/>
                  </a:lnTo>
                  <a:lnTo>
                    <a:pt x="502" y="237"/>
                  </a:lnTo>
                  <a:lnTo>
                    <a:pt x="502" y="247"/>
                  </a:lnTo>
                  <a:lnTo>
                    <a:pt x="500" y="255"/>
                  </a:lnTo>
                  <a:lnTo>
                    <a:pt x="496" y="263"/>
                  </a:lnTo>
                  <a:lnTo>
                    <a:pt x="488" y="279"/>
                  </a:lnTo>
                  <a:lnTo>
                    <a:pt x="476" y="295"/>
                  </a:lnTo>
                  <a:lnTo>
                    <a:pt x="462" y="311"/>
                  </a:lnTo>
                  <a:lnTo>
                    <a:pt x="452" y="325"/>
                  </a:lnTo>
                  <a:lnTo>
                    <a:pt x="446" y="339"/>
                  </a:lnTo>
                  <a:lnTo>
                    <a:pt x="446" y="339"/>
                  </a:lnTo>
                  <a:lnTo>
                    <a:pt x="432" y="337"/>
                  </a:lnTo>
                  <a:lnTo>
                    <a:pt x="404" y="331"/>
                  </a:lnTo>
                  <a:lnTo>
                    <a:pt x="404" y="331"/>
                  </a:lnTo>
                  <a:lnTo>
                    <a:pt x="402" y="341"/>
                  </a:lnTo>
                  <a:lnTo>
                    <a:pt x="402" y="351"/>
                  </a:lnTo>
                  <a:lnTo>
                    <a:pt x="404" y="373"/>
                  </a:lnTo>
                  <a:lnTo>
                    <a:pt x="410" y="393"/>
                  </a:lnTo>
                  <a:lnTo>
                    <a:pt x="416" y="407"/>
                  </a:lnTo>
                  <a:lnTo>
                    <a:pt x="416" y="407"/>
                  </a:lnTo>
                  <a:lnTo>
                    <a:pt x="418" y="409"/>
                  </a:lnTo>
                  <a:lnTo>
                    <a:pt x="416" y="411"/>
                  </a:lnTo>
                  <a:lnTo>
                    <a:pt x="412" y="413"/>
                  </a:lnTo>
                  <a:lnTo>
                    <a:pt x="412" y="413"/>
                  </a:lnTo>
                  <a:lnTo>
                    <a:pt x="382" y="409"/>
                  </a:lnTo>
                  <a:lnTo>
                    <a:pt x="344" y="407"/>
                  </a:lnTo>
                  <a:lnTo>
                    <a:pt x="344" y="407"/>
                  </a:lnTo>
                  <a:lnTo>
                    <a:pt x="340" y="405"/>
                  </a:lnTo>
                  <a:lnTo>
                    <a:pt x="340" y="403"/>
                  </a:lnTo>
                  <a:lnTo>
                    <a:pt x="342" y="401"/>
                  </a:lnTo>
                  <a:lnTo>
                    <a:pt x="342" y="401"/>
                  </a:lnTo>
                  <a:close/>
                  <a:moveTo>
                    <a:pt x="150" y="212"/>
                  </a:moveTo>
                  <a:lnTo>
                    <a:pt x="150" y="212"/>
                  </a:lnTo>
                  <a:lnTo>
                    <a:pt x="158" y="206"/>
                  </a:lnTo>
                  <a:lnTo>
                    <a:pt x="164" y="202"/>
                  </a:lnTo>
                  <a:lnTo>
                    <a:pt x="172" y="200"/>
                  </a:lnTo>
                  <a:lnTo>
                    <a:pt x="180" y="200"/>
                  </a:lnTo>
                  <a:lnTo>
                    <a:pt x="188" y="202"/>
                  </a:lnTo>
                  <a:lnTo>
                    <a:pt x="196" y="204"/>
                  </a:lnTo>
                  <a:lnTo>
                    <a:pt x="212" y="212"/>
                  </a:lnTo>
                  <a:lnTo>
                    <a:pt x="232" y="222"/>
                  </a:lnTo>
                  <a:lnTo>
                    <a:pt x="252" y="233"/>
                  </a:lnTo>
                  <a:lnTo>
                    <a:pt x="272" y="241"/>
                  </a:lnTo>
                  <a:lnTo>
                    <a:pt x="284" y="245"/>
                  </a:lnTo>
                  <a:lnTo>
                    <a:pt x="296" y="245"/>
                  </a:lnTo>
                  <a:lnTo>
                    <a:pt x="296" y="245"/>
                  </a:lnTo>
                  <a:lnTo>
                    <a:pt x="290" y="285"/>
                  </a:lnTo>
                  <a:lnTo>
                    <a:pt x="288" y="305"/>
                  </a:lnTo>
                  <a:lnTo>
                    <a:pt x="288" y="327"/>
                  </a:lnTo>
                  <a:lnTo>
                    <a:pt x="288" y="327"/>
                  </a:lnTo>
                  <a:lnTo>
                    <a:pt x="268" y="329"/>
                  </a:lnTo>
                  <a:lnTo>
                    <a:pt x="268" y="329"/>
                  </a:lnTo>
                  <a:lnTo>
                    <a:pt x="270" y="347"/>
                  </a:lnTo>
                  <a:lnTo>
                    <a:pt x="276" y="367"/>
                  </a:lnTo>
                  <a:lnTo>
                    <a:pt x="286" y="387"/>
                  </a:lnTo>
                  <a:lnTo>
                    <a:pt x="292" y="395"/>
                  </a:lnTo>
                  <a:lnTo>
                    <a:pt x="298" y="401"/>
                  </a:lnTo>
                  <a:lnTo>
                    <a:pt x="298" y="401"/>
                  </a:lnTo>
                  <a:lnTo>
                    <a:pt x="300" y="403"/>
                  </a:lnTo>
                  <a:lnTo>
                    <a:pt x="300" y="405"/>
                  </a:lnTo>
                  <a:lnTo>
                    <a:pt x="296" y="407"/>
                  </a:lnTo>
                  <a:lnTo>
                    <a:pt x="296" y="407"/>
                  </a:lnTo>
                  <a:lnTo>
                    <a:pt x="258" y="409"/>
                  </a:lnTo>
                  <a:lnTo>
                    <a:pt x="228" y="413"/>
                  </a:lnTo>
                  <a:lnTo>
                    <a:pt x="228" y="413"/>
                  </a:lnTo>
                  <a:lnTo>
                    <a:pt x="224" y="411"/>
                  </a:lnTo>
                  <a:lnTo>
                    <a:pt x="222" y="409"/>
                  </a:lnTo>
                  <a:lnTo>
                    <a:pt x="224" y="407"/>
                  </a:lnTo>
                  <a:lnTo>
                    <a:pt x="224" y="407"/>
                  </a:lnTo>
                  <a:lnTo>
                    <a:pt x="232" y="393"/>
                  </a:lnTo>
                  <a:lnTo>
                    <a:pt x="236" y="373"/>
                  </a:lnTo>
                  <a:lnTo>
                    <a:pt x="238" y="351"/>
                  </a:lnTo>
                  <a:lnTo>
                    <a:pt x="238" y="341"/>
                  </a:lnTo>
                  <a:lnTo>
                    <a:pt x="236" y="331"/>
                  </a:lnTo>
                  <a:lnTo>
                    <a:pt x="236" y="331"/>
                  </a:lnTo>
                  <a:lnTo>
                    <a:pt x="210" y="337"/>
                  </a:lnTo>
                  <a:lnTo>
                    <a:pt x="194" y="339"/>
                  </a:lnTo>
                  <a:lnTo>
                    <a:pt x="194" y="339"/>
                  </a:lnTo>
                  <a:lnTo>
                    <a:pt x="188" y="325"/>
                  </a:lnTo>
                  <a:lnTo>
                    <a:pt x="178" y="311"/>
                  </a:lnTo>
                  <a:lnTo>
                    <a:pt x="166" y="295"/>
                  </a:lnTo>
                  <a:lnTo>
                    <a:pt x="154" y="279"/>
                  </a:lnTo>
                  <a:lnTo>
                    <a:pt x="144" y="263"/>
                  </a:lnTo>
                  <a:lnTo>
                    <a:pt x="140" y="255"/>
                  </a:lnTo>
                  <a:lnTo>
                    <a:pt x="138" y="247"/>
                  </a:lnTo>
                  <a:lnTo>
                    <a:pt x="138" y="237"/>
                  </a:lnTo>
                  <a:lnTo>
                    <a:pt x="140" y="229"/>
                  </a:lnTo>
                  <a:lnTo>
                    <a:pt x="144" y="220"/>
                  </a:lnTo>
                  <a:lnTo>
                    <a:pt x="150" y="212"/>
                  </a:lnTo>
                  <a:lnTo>
                    <a:pt x="150" y="212"/>
                  </a:lnTo>
                  <a:close/>
                  <a:moveTo>
                    <a:pt x="56" y="227"/>
                  </a:moveTo>
                  <a:lnTo>
                    <a:pt x="56" y="227"/>
                  </a:lnTo>
                  <a:lnTo>
                    <a:pt x="66" y="220"/>
                  </a:lnTo>
                  <a:lnTo>
                    <a:pt x="76" y="216"/>
                  </a:lnTo>
                  <a:lnTo>
                    <a:pt x="88" y="216"/>
                  </a:lnTo>
                  <a:lnTo>
                    <a:pt x="100" y="216"/>
                  </a:lnTo>
                  <a:lnTo>
                    <a:pt x="100" y="216"/>
                  </a:lnTo>
                  <a:lnTo>
                    <a:pt x="98" y="229"/>
                  </a:lnTo>
                  <a:lnTo>
                    <a:pt x="96" y="239"/>
                  </a:lnTo>
                  <a:lnTo>
                    <a:pt x="96" y="251"/>
                  </a:lnTo>
                  <a:lnTo>
                    <a:pt x="98" y="263"/>
                  </a:lnTo>
                  <a:lnTo>
                    <a:pt x="102" y="275"/>
                  </a:lnTo>
                  <a:lnTo>
                    <a:pt x="106" y="287"/>
                  </a:lnTo>
                  <a:lnTo>
                    <a:pt x="114" y="301"/>
                  </a:lnTo>
                  <a:lnTo>
                    <a:pt x="122" y="313"/>
                  </a:lnTo>
                  <a:lnTo>
                    <a:pt x="122" y="313"/>
                  </a:lnTo>
                  <a:lnTo>
                    <a:pt x="140" y="337"/>
                  </a:lnTo>
                  <a:lnTo>
                    <a:pt x="158" y="361"/>
                  </a:lnTo>
                  <a:lnTo>
                    <a:pt x="166" y="375"/>
                  </a:lnTo>
                  <a:lnTo>
                    <a:pt x="172" y="389"/>
                  </a:lnTo>
                  <a:lnTo>
                    <a:pt x="176" y="403"/>
                  </a:lnTo>
                  <a:lnTo>
                    <a:pt x="180" y="417"/>
                  </a:lnTo>
                  <a:lnTo>
                    <a:pt x="180" y="417"/>
                  </a:lnTo>
                  <a:lnTo>
                    <a:pt x="178" y="419"/>
                  </a:lnTo>
                  <a:lnTo>
                    <a:pt x="176" y="421"/>
                  </a:lnTo>
                  <a:lnTo>
                    <a:pt x="176" y="421"/>
                  </a:lnTo>
                  <a:lnTo>
                    <a:pt x="144" y="431"/>
                  </a:lnTo>
                  <a:lnTo>
                    <a:pt x="120" y="439"/>
                  </a:lnTo>
                  <a:lnTo>
                    <a:pt x="120" y="439"/>
                  </a:lnTo>
                  <a:lnTo>
                    <a:pt x="118" y="439"/>
                  </a:lnTo>
                  <a:lnTo>
                    <a:pt x="118" y="439"/>
                  </a:lnTo>
                  <a:lnTo>
                    <a:pt x="118" y="435"/>
                  </a:lnTo>
                  <a:lnTo>
                    <a:pt x="118" y="435"/>
                  </a:lnTo>
                  <a:lnTo>
                    <a:pt x="124" y="423"/>
                  </a:lnTo>
                  <a:lnTo>
                    <a:pt x="128" y="403"/>
                  </a:lnTo>
                  <a:lnTo>
                    <a:pt x="130" y="393"/>
                  </a:lnTo>
                  <a:lnTo>
                    <a:pt x="130" y="383"/>
                  </a:lnTo>
                  <a:lnTo>
                    <a:pt x="128" y="371"/>
                  </a:lnTo>
                  <a:lnTo>
                    <a:pt x="124" y="361"/>
                  </a:lnTo>
                  <a:lnTo>
                    <a:pt x="124" y="361"/>
                  </a:lnTo>
                  <a:lnTo>
                    <a:pt x="100" y="371"/>
                  </a:lnTo>
                  <a:lnTo>
                    <a:pt x="100" y="371"/>
                  </a:lnTo>
                  <a:lnTo>
                    <a:pt x="94" y="357"/>
                  </a:lnTo>
                  <a:lnTo>
                    <a:pt x="84" y="343"/>
                  </a:lnTo>
                  <a:lnTo>
                    <a:pt x="70" y="325"/>
                  </a:lnTo>
                  <a:lnTo>
                    <a:pt x="58" y="307"/>
                  </a:lnTo>
                  <a:lnTo>
                    <a:pt x="48" y="287"/>
                  </a:lnTo>
                  <a:lnTo>
                    <a:pt x="44" y="277"/>
                  </a:lnTo>
                  <a:lnTo>
                    <a:pt x="42" y="267"/>
                  </a:lnTo>
                  <a:lnTo>
                    <a:pt x="42" y="257"/>
                  </a:lnTo>
                  <a:lnTo>
                    <a:pt x="44" y="247"/>
                  </a:lnTo>
                  <a:lnTo>
                    <a:pt x="50" y="237"/>
                  </a:lnTo>
                  <a:lnTo>
                    <a:pt x="56" y="227"/>
                  </a:lnTo>
                  <a:lnTo>
                    <a:pt x="56" y="2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25" name="Freeform 45"/>
            <p:cNvSpPr>
              <a:spLocks/>
            </p:cNvSpPr>
            <p:nvPr/>
          </p:nvSpPr>
          <p:spPr bwMode="auto">
            <a:xfrm>
              <a:off x="80" y="2774"/>
              <a:ext cx="480" cy="70"/>
            </a:xfrm>
            <a:custGeom>
              <a:avLst/>
              <a:gdLst>
                <a:gd name="T0" fmla="*/ 6 w 480"/>
                <a:gd name="T1" fmla="*/ 0 h 70"/>
                <a:gd name="T2" fmla="*/ 6 w 480"/>
                <a:gd name="T3" fmla="*/ 0 h 70"/>
                <a:gd name="T4" fmla="*/ 2 w 480"/>
                <a:gd name="T5" fmla="*/ 2 h 70"/>
                <a:gd name="T6" fmla="*/ 0 w 480"/>
                <a:gd name="T7" fmla="*/ 6 h 70"/>
                <a:gd name="T8" fmla="*/ 0 w 480"/>
                <a:gd name="T9" fmla="*/ 64 h 70"/>
                <a:gd name="T10" fmla="*/ 0 w 480"/>
                <a:gd name="T11" fmla="*/ 64 h 70"/>
                <a:gd name="T12" fmla="*/ 2 w 480"/>
                <a:gd name="T13" fmla="*/ 68 h 70"/>
                <a:gd name="T14" fmla="*/ 6 w 480"/>
                <a:gd name="T15" fmla="*/ 70 h 70"/>
                <a:gd name="T16" fmla="*/ 474 w 480"/>
                <a:gd name="T17" fmla="*/ 70 h 70"/>
                <a:gd name="T18" fmla="*/ 474 w 480"/>
                <a:gd name="T19" fmla="*/ 70 h 70"/>
                <a:gd name="T20" fmla="*/ 478 w 480"/>
                <a:gd name="T21" fmla="*/ 68 h 70"/>
                <a:gd name="T22" fmla="*/ 480 w 480"/>
                <a:gd name="T23" fmla="*/ 64 h 70"/>
                <a:gd name="T24" fmla="*/ 480 w 480"/>
                <a:gd name="T25" fmla="*/ 6 h 70"/>
                <a:gd name="T26" fmla="*/ 480 w 480"/>
                <a:gd name="T27" fmla="*/ 6 h 70"/>
                <a:gd name="T28" fmla="*/ 478 w 480"/>
                <a:gd name="T29" fmla="*/ 2 h 70"/>
                <a:gd name="T30" fmla="*/ 474 w 480"/>
                <a:gd name="T31" fmla="*/ 0 h 70"/>
                <a:gd name="T32" fmla="*/ 6 w 480"/>
                <a:gd name="T33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0" h="70">
                  <a:moveTo>
                    <a:pt x="6" y="0"/>
                  </a:moveTo>
                  <a:lnTo>
                    <a:pt x="6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2" y="68"/>
                  </a:lnTo>
                  <a:lnTo>
                    <a:pt x="6" y="70"/>
                  </a:lnTo>
                  <a:lnTo>
                    <a:pt x="474" y="70"/>
                  </a:lnTo>
                  <a:lnTo>
                    <a:pt x="474" y="70"/>
                  </a:lnTo>
                  <a:lnTo>
                    <a:pt x="478" y="68"/>
                  </a:lnTo>
                  <a:lnTo>
                    <a:pt x="480" y="64"/>
                  </a:lnTo>
                  <a:lnTo>
                    <a:pt x="480" y="6"/>
                  </a:lnTo>
                  <a:lnTo>
                    <a:pt x="480" y="6"/>
                  </a:lnTo>
                  <a:lnTo>
                    <a:pt x="478" y="2"/>
                  </a:lnTo>
                  <a:lnTo>
                    <a:pt x="47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</p:grpSp>
    </p:spTree>
    <p:extLst>
      <p:ext uri="{BB962C8B-B14F-4D97-AF65-F5344CB8AC3E}">
        <p14:creationId xmlns:p14="http://schemas.microsoft.com/office/powerpoint/2010/main" val="6204055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23863" y="431320"/>
            <a:ext cx="9487888" cy="625445"/>
          </a:xfrm>
          <a:prstGeom prst="rect">
            <a:avLst/>
          </a:prstGeom>
        </p:spPr>
        <p:txBody>
          <a:bodyPr/>
          <a:lstStyle/>
          <a:p>
            <a:r>
              <a:rPr lang="da-DK" dirty="0"/>
              <a:t>Tilføj overskrift</a:t>
            </a:r>
          </a:p>
        </p:txBody>
      </p:sp>
    </p:spTree>
    <p:extLst>
      <p:ext uri="{BB962C8B-B14F-4D97-AF65-F5344CB8AC3E}">
        <p14:creationId xmlns:p14="http://schemas.microsoft.com/office/powerpoint/2010/main" val="10409828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led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Pladsholder til billede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da-DK" smtClean="0"/>
              <a:t>Klik på ikonet for at tilføje et billede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876373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983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26"/>
          <p:cNvGrpSpPr>
            <a:grpSpLocks noChangeAspect="1"/>
          </p:cNvGrpSpPr>
          <p:nvPr userDrawn="1"/>
        </p:nvGrpSpPr>
        <p:grpSpPr bwMode="auto">
          <a:xfrm>
            <a:off x="10127018" y="89601"/>
            <a:ext cx="1616631" cy="860403"/>
            <a:chOff x="0" y="2247"/>
            <a:chExt cx="3352" cy="1784"/>
          </a:xfrm>
          <a:solidFill>
            <a:schemeClr val="tx2"/>
          </a:solidFill>
        </p:grpSpPr>
        <p:sp>
          <p:nvSpPr>
            <p:cNvPr id="46" name="Freeform 27"/>
            <p:cNvSpPr>
              <a:spLocks/>
            </p:cNvSpPr>
            <p:nvPr/>
          </p:nvSpPr>
          <p:spPr bwMode="auto">
            <a:xfrm>
              <a:off x="532" y="3584"/>
              <a:ext cx="260" cy="447"/>
            </a:xfrm>
            <a:custGeom>
              <a:avLst/>
              <a:gdLst>
                <a:gd name="T0" fmla="*/ 244 w 260"/>
                <a:gd name="T1" fmla="*/ 373 h 447"/>
                <a:gd name="T2" fmla="*/ 88 w 260"/>
                <a:gd name="T3" fmla="*/ 373 h 447"/>
                <a:gd name="T4" fmla="*/ 88 w 260"/>
                <a:gd name="T5" fmla="*/ 251 h 447"/>
                <a:gd name="T6" fmla="*/ 226 w 260"/>
                <a:gd name="T7" fmla="*/ 251 h 447"/>
                <a:gd name="T8" fmla="*/ 226 w 260"/>
                <a:gd name="T9" fmla="*/ 251 h 447"/>
                <a:gd name="T10" fmla="*/ 234 w 260"/>
                <a:gd name="T11" fmla="*/ 251 h 447"/>
                <a:gd name="T12" fmla="*/ 240 w 260"/>
                <a:gd name="T13" fmla="*/ 247 h 447"/>
                <a:gd name="T14" fmla="*/ 242 w 260"/>
                <a:gd name="T15" fmla="*/ 243 h 447"/>
                <a:gd name="T16" fmla="*/ 244 w 260"/>
                <a:gd name="T17" fmla="*/ 235 h 447"/>
                <a:gd name="T18" fmla="*/ 244 w 260"/>
                <a:gd name="T19" fmla="*/ 196 h 447"/>
                <a:gd name="T20" fmla="*/ 244 w 260"/>
                <a:gd name="T21" fmla="*/ 196 h 447"/>
                <a:gd name="T22" fmla="*/ 242 w 260"/>
                <a:gd name="T23" fmla="*/ 188 h 447"/>
                <a:gd name="T24" fmla="*/ 240 w 260"/>
                <a:gd name="T25" fmla="*/ 182 h 447"/>
                <a:gd name="T26" fmla="*/ 234 w 260"/>
                <a:gd name="T27" fmla="*/ 180 h 447"/>
                <a:gd name="T28" fmla="*/ 226 w 260"/>
                <a:gd name="T29" fmla="*/ 180 h 447"/>
                <a:gd name="T30" fmla="*/ 88 w 260"/>
                <a:gd name="T31" fmla="*/ 180 h 447"/>
                <a:gd name="T32" fmla="*/ 88 w 260"/>
                <a:gd name="T33" fmla="*/ 72 h 447"/>
                <a:gd name="T34" fmla="*/ 238 w 260"/>
                <a:gd name="T35" fmla="*/ 72 h 447"/>
                <a:gd name="T36" fmla="*/ 238 w 260"/>
                <a:gd name="T37" fmla="*/ 72 h 447"/>
                <a:gd name="T38" fmla="*/ 244 w 260"/>
                <a:gd name="T39" fmla="*/ 72 h 447"/>
                <a:gd name="T40" fmla="*/ 250 w 260"/>
                <a:gd name="T41" fmla="*/ 70 h 447"/>
                <a:gd name="T42" fmla="*/ 254 w 260"/>
                <a:gd name="T43" fmla="*/ 64 h 447"/>
                <a:gd name="T44" fmla="*/ 254 w 260"/>
                <a:gd name="T45" fmla="*/ 56 h 447"/>
                <a:gd name="T46" fmla="*/ 254 w 260"/>
                <a:gd name="T47" fmla="*/ 16 h 447"/>
                <a:gd name="T48" fmla="*/ 254 w 260"/>
                <a:gd name="T49" fmla="*/ 16 h 447"/>
                <a:gd name="T50" fmla="*/ 254 w 260"/>
                <a:gd name="T51" fmla="*/ 8 h 447"/>
                <a:gd name="T52" fmla="*/ 250 w 260"/>
                <a:gd name="T53" fmla="*/ 2 h 447"/>
                <a:gd name="T54" fmla="*/ 244 w 260"/>
                <a:gd name="T55" fmla="*/ 0 h 447"/>
                <a:gd name="T56" fmla="*/ 238 w 260"/>
                <a:gd name="T57" fmla="*/ 0 h 447"/>
                <a:gd name="T58" fmla="*/ 14 w 260"/>
                <a:gd name="T59" fmla="*/ 0 h 447"/>
                <a:gd name="T60" fmla="*/ 14 w 260"/>
                <a:gd name="T61" fmla="*/ 0 h 447"/>
                <a:gd name="T62" fmla="*/ 8 w 260"/>
                <a:gd name="T63" fmla="*/ 0 h 447"/>
                <a:gd name="T64" fmla="*/ 2 w 260"/>
                <a:gd name="T65" fmla="*/ 4 h 447"/>
                <a:gd name="T66" fmla="*/ 0 w 260"/>
                <a:gd name="T67" fmla="*/ 8 h 447"/>
                <a:gd name="T68" fmla="*/ 0 w 260"/>
                <a:gd name="T69" fmla="*/ 16 h 447"/>
                <a:gd name="T70" fmla="*/ 0 w 260"/>
                <a:gd name="T71" fmla="*/ 431 h 447"/>
                <a:gd name="T72" fmla="*/ 0 w 260"/>
                <a:gd name="T73" fmla="*/ 431 h 447"/>
                <a:gd name="T74" fmla="*/ 0 w 260"/>
                <a:gd name="T75" fmla="*/ 439 h 447"/>
                <a:gd name="T76" fmla="*/ 2 w 260"/>
                <a:gd name="T77" fmla="*/ 443 h 447"/>
                <a:gd name="T78" fmla="*/ 8 w 260"/>
                <a:gd name="T79" fmla="*/ 447 h 447"/>
                <a:gd name="T80" fmla="*/ 14 w 260"/>
                <a:gd name="T81" fmla="*/ 447 h 447"/>
                <a:gd name="T82" fmla="*/ 244 w 260"/>
                <a:gd name="T83" fmla="*/ 447 h 447"/>
                <a:gd name="T84" fmla="*/ 244 w 260"/>
                <a:gd name="T85" fmla="*/ 447 h 447"/>
                <a:gd name="T86" fmla="*/ 252 w 260"/>
                <a:gd name="T87" fmla="*/ 447 h 447"/>
                <a:gd name="T88" fmla="*/ 256 w 260"/>
                <a:gd name="T89" fmla="*/ 443 h 447"/>
                <a:gd name="T90" fmla="*/ 260 w 260"/>
                <a:gd name="T91" fmla="*/ 439 h 447"/>
                <a:gd name="T92" fmla="*/ 260 w 260"/>
                <a:gd name="T93" fmla="*/ 431 h 447"/>
                <a:gd name="T94" fmla="*/ 260 w 260"/>
                <a:gd name="T95" fmla="*/ 389 h 447"/>
                <a:gd name="T96" fmla="*/ 260 w 260"/>
                <a:gd name="T97" fmla="*/ 389 h 447"/>
                <a:gd name="T98" fmla="*/ 260 w 260"/>
                <a:gd name="T99" fmla="*/ 383 h 447"/>
                <a:gd name="T100" fmla="*/ 256 w 260"/>
                <a:gd name="T101" fmla="*/ 377 h 447"/>
                <a:gd name="T102" fmla="*/ 252 w 260"/>
                <a:gd name="T103" fmla="*/ 375 h 447"/>
                <a:gd name="T104" fmla="*/ 244 w 260"/>
                <a:gd name="T105" fmla="*/ 373 h 447"/>
                <a:gd name="T106" fmla="*/ 244 w 260"/>
                <a:gd name="T107" fmla="*/ 373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0" h="447">
                  <a:moveTo>
                    <a:pt x="244" y="373"/>
                  </a:moveTo>
                  <a:lnTo>
                    <a:pt x="88" y="373"/>
                  </a:lnTo>
                  <a:lnTo>
                    <a:pt x="88" y="251"/>
                  </a:lnTo>
                  <a:lnTo>
                    <a:pt x="226" y="251"/>
                  </a:lnTo>
                  <a:lnTo>
                    <a:pt x="226" y="251"/>
                  </a:lnTo>
                  <a:lnTo>
                    <a:pt x="234" y="251"/>
                  </a:lnTo>
                  <a:lnTo>
                    <a:pt x="240" y="247"/>
                  </a:lnTo>
                  <a:lnTo>
                    <a:pt x="242" y="243"/>
                  </a:lnTo>
                  <a:lnTo>
                    <a:pt x="244" y="235"/>
                  </a:lnTo>
                  <a:lnTo>
                    <a:pt x="244" y="196"/>
                  </a:lnTo>
                  <a:lnTo>
                    <a:pt x="244" y="196"/>
                  </a:lnTo>
                  <a:lnTo>
                    <a:pt x="242" y="188"/>
                  </a:lnTo>
                  <a:lnTo>
                    <a:pt x="240" y="182"/>
                  </a:lnTo>
                  <a:lnTo>
                    <a:pt x="234" y="180"/>
                  </a:lnTo>
                  <a:lnTo>
                    <a:pt x="226" y="180"/>
                  </a:lnTo>
                  <a:lnTo>
                    <a:pt x="88" y="180"/>
                  </a:lnTo>
                  <a:lnTo>
                    <a:pt x="88" y="72"/>
                  </a:lnTo>
                  <a:lnTo>
                    <a:pt x="238" y="72"/>
                  </a:lnTo>
                  <a:lnTo>
                    <a:pt x="238" y="72"/>
                  </a:lnTo>
                  <a:lnTo>
                    <a:pt x="244" y="72"/>
                  </a:lnTo>
                  <a:lnTo>
                    <a:pt x="250" y="70"/>
                  </a:lnTo>
                  <a:lnTo>
                    <a:pt x="254" y="64"/>
                  </a:lnTo>
                  <a:lnTo>
                    <a:pt x="254" y="56"/>
                  </a:lnTo>
                  <a:lnTo>
                    <a:pt x="254" y="16"/>
                  </a:lnTo>
                  <a:lnTo>
                    <a:pt x="254" y="16"/>
                  </a:lnTo>
                  <a:lnTo>
                    <a:pt x="254" y="8"/>
                  </a:lnTo>
                  <a:lnTo>
                    <a:pt x="250" y="2"/>
                  </a:lnTo>
                  <a:lnTo>
                    <a:pt x="244" y="0"/>
                  </a:lnTo>
                  <a:lnTo>
                    <a:pt x="23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8" y="0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2" y="443"/>
                  </a:lnTo>
                  <a:lnTo>
                    <a:pt x="8" y="447"/>
                  </a:lnTo>
                  <a:lnTo>
                    <a:pt x="14" y="447"/>
                  </a:lnTo>
                  <a:lnTo>
                    <a:pt x="244" y="447"/>
                  </a:lnTo>
                  <a:lnTo>
                    <a:pt x="244" y="447"/>
                  </a:lnTo>
                  <a:lnTo>
                    <a:pt x="252" y="447"/>
                  </a:lnTo>
                  <a:lnTo>
                    <a:pt x="256" y="443"/>
                  </a:lnTo>
                  <a:lnTo>
                    <a:pt x="260" y="439"/>
                  </a:lnTo>
                  <a:lnTo>
                    <a:pt x="260" y="431"/>
                  </a:lnTo>
                  <a:lnTo>
                    <a:pt x="260" y="389"/>
                  </a:lnTo>
                  <a:lnTo>
                    <a:pt x="260" y="389"/>
                  </a:lnTo>
                  <a:lnTo>
                    <a:pt x="260" y="383"/>
                  </a:lnTo>
                  <a:lnTo>
                    <a:pt x="256" y="377"/>
                  </a:lnTo>
                  <a:lnTo>
                    <a:pt x="252" y="375"/>
                  </a:lnTo>
                  <a:lnTo>
                    <a:pt x="244" y="373"/>
                  </a:lnTo>
                  <a:lnTo>
                    <a:pt x="244" y="3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47" name="Freeform 28"/>
            <p:cNvSpPr>
              <a:spLocks noEditPoints="1"/>
            </p:cNvSpPr>
            <p:nvPr/>
          </p:nvSpPr>
          <p:spPr bwMode="auto">
            <a:xfrm>
              <a:off x="80" y="3584"/>
              <a:ext cx="320" cy="447"/>
            </a:xfrm>
            <a:custGeom>
              <a:avLst/>
              <a:gdLst>
                <a:gd name="T0" fmla="*/ 16 w 320"/>
                <a:gd name="T1" fmla="*/ 0 h 447"/>
                <a:gd name="T2" fmla="*/ 8 w 320"/>
                <a:gd name="T3" fmla="*/ 0 h 447"/>
                <a:gd name="T4" fmla="*/ 0 w 320"/>
                <a:gd name="T5" fmla="*/ 8 h 447"/>
                <a:gd name="T6" fmla="*/ 0 w 320"/>
                <a:gd name="T7" fmla="*/ 431 h 447"/>
                <a:gd name="T8" fmla="*/ 0 w 320"/>
                <a:gd name="T9" fmla="*/ 437 h 447"/>
                <a:gd name="T10" fmla="*/ 8 w 320"/>
                <a:gd name="T11" fmla="*/ 447 h 447"/>
                <a:gd name="T12" fmla="*/ 160 w 320"/>
                <a:gd name="T13" fmla="*/ 447 h 447"/>
                <a:gd name="T14" fmla="*/ 182 w 320"/>
                <a:gd name="T15" fmla="*/ 447 h 447"/>
                <a:gd name="T16" fmla="*/ 220 w 320"/>
                <a:gd name="T17" fmla="*/ 443 h 447"/>
                <a:gd name="T18" fmla="*/ 250 w 320"/>
                <a:gd name="T19" fmla="*/ 433 h 447"/>
                <a:gd name="T20" fmla="*/ 274 w 320"/>
                <a:gd name="T21" fmla="*/ 421 h 447"/>
                <a:gd name="T22" fmla="*/ 294 w 320"/>
                <a:gd name="T23" fmla="*/ 407 h 447"/>
                <a:gd name="T24" fmla="*/ 308 w 320"/>
                <a:gd name="T25" fmla="*/ 389 h 447"/>
                <a:gd name="T26" fmla="*/ 318 w 320"/>
                <a:gd name="T27" fmla="*/ 361 h 447"/>
                <a:gd name="T28" fmla="*/ 320 w 320"/>
                <a:gd name="T29" fmla="*/ 106 h 447"/>
                <a:gd name="T30" fmla="*/ 318 w 320"/>
                <a:gd name="T31" fmla="*/ 86 h 447"/>
                <a:gd name="T32" fmla="*/ 308 w 320"/>
                <a:gd name="T33" fmla="*/ 58 h 447"/>
                <a:gd name="T34" fmla="*/ 294 w 320"/>
                <a:gd name="T35" fmla="*/ 40 h 447"/>
                <a:gd name="T36" fmla="*/ 274 w 320"/>
                <a:gd name="T37" fmla="*/ 26 h 447"/>
                <a:gd name="T38" fmla="*/ 250 w 320"/>
                <a:gd name="T39" fmla="*/ 14 h 447"/>
                <a:gd name="T40" fmla="*/ 220 w 320"/>
                <a:gd name="T41" fmla="*/ 4 h 447"/>
                <a:gd name="T42" fmla="*/ 182 w 320"/>
                <a:gd name="T43" fmla="*/ 0 h 447"/>
                <a:gd name="T44" fmla="*/ 160 w 320"/>
                <a:gd name="T45" fmla="*/ 0 h 447"/>
                <a:gd name="T46" fmla="*/ 232 w 320"/>
                <a:gd name="T47" fmla="*/ 325 h 447"/>
                <a:gd name="T48" fmla="*/ 226 w 320"/>
                <a:gd name="T49" fmla="*/ 347 h 447"/>
                <a:gd name="T50" fmla="*/ 212 w 320"/>
                <a:gd name="T51" fmla="*/ 361 h 447"/>
                <a:gd name="T52" fmla="*/ 190 w 320"/>
                <a:gd name="T53" fmla="*/ 371 h 447"/>
                <a:gd name="T54" fmla="*/ 160 w 320"/>
                <a:gd name="T55" fmla="*/ 373 h 447"/>
                <a:gd name="T56" fmla="*/ 90 w 320"/>
                <a:gd name="T57" fmla="*/ 74 h 447"/>
                <a:gd name="T58" fmla="*/ 160 w 320"/>
                <a:gd name="T59" fmla="*/ 74 h 447"/>
                <a:gd name="T60" fmla="*/ 190 w 320"/>
                <a:gd name="T61" fmla="*/ 76 h 447"/>
                <a:gd name="T62" fmla="*/ 212 w 320"/>
                <a:gd name="T63" fmla="*/ 86 h 447"/>
                <a:gd name="T64" fmla="*/ 226 w 320"/>
                <a:gd name="T65" fmla="*/ 100 h 447"/>
                <a:gd name="T66" fmla="*/ 232 w 320"/>
                <a:gd name="T67" fmla="*/ 122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0" h="447">
                  <a:moveTo>
                    <a:pt x="160" y="0"/>
                  </a:move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7"/>
                  </a:lnTo>
                  <a:lnTo>
                    <a:pt x="2" y="443"/>
                  </a:lnTo>
                  <a:lnTo>
                    <a:pt x="8" y="447"/>
                  </a:lnTo>
                  <a:lnTo>
                    <a:pt x="14" y="447"/>
                  </a:lnTo>
                  <a:lnTo>
                    <a:pt x="160" y="447"/>
                  </a:lnTo>
                  <a:lnTo>
                    <a:pt x="160" y="447"/>
                  </a:lnTo>
                  <a:lnTo>
                    <a:pt x="182" y="447"/>
                  </a:lnTo>
                  <a:lnTo>
                    <a:pt x="202" y="445"/>
                  </a:lnTo>
                  <a:lnTo>
                    <a:pt x="220" y="443"/>
                  </a:lnTo>
                  <a:lnTo>
                    <a:pt x="236" y="439"/>
                  </a:lnTo>
                  <a:lnTo>
                    <a:pt x="250" y="433"/>
                  </a:lnTo>
                  <a:lnTo>
                    <a:pt x="264" y="429"/>
                  </a:lnTo>
                  <a:lnTo>
                    <a:pt x="274" y="421"/>
                  </a:lnTo>
                  <a:lnTo>
                    <a:pt x="286" y="415"/>
                  </a:lnTo>
                  <a:lnTo>
                    <a:pt x="294" y="407"/>
                  </a:lnTo>
                  <a:lnTo>
                    <a:pt x="302" y="399"/>
                  </a:lnTo>
                  <a:lnTo>
                    <a:pt x="308" y="389"/>
                  </a:lnTo>
                  <a:lnTo>
                    <a:pt x="312" y="381"/>
                  </a:lnTo>
                  <a:lnTo>
                    <a:pt x="318" y="361"/>
                  </a:lnTo>
                  <a:lnTo>
                    <a:pt x="320" y="341"/>
                  </a:lnTo>
                  <a:lnTo>
                    <a:pt x="320" y="106"/>
                  </a:lnTo>
                  <a:lnTo>
                    <a:pt x="320" y="106"/>
                  </a:lnTo>
                  <a:lnTo>
                    <a:pt x="318" y="86"/>
                  </a:lnTo>
                  <a:lnTo>
                    <a:pt x="312" y="66"/>
                  </a:lnTo>
                  <a:lnTo>
                    <a:pt x="308" y="58"/>
                  </a:lnTo>
                  <a:lnTo>
                    <a:pt x="302" y="48"/>
                  </a:lnTo>
                  <a:lnTo>
                    <a:pt x="294" y="40"/>
                  </a:lnTo>
                  <a:lnTo>
                    <a:pt x="286" y="32"/>
                  </a:lnTo>
                  <a:lnTo>
                    <a:pt x="274" y="26"/>
                  </a:lnTo>
                  <a:lnTo>
                    <a:pt x="264" y="18"/>
                  </a:lnTo>
                  <a:lnTo>
                    <a:pt x="250" y="14"/>
                  </a:lnTo>
                  <a:lnTo>
                    <a:pt x="236" y="8"/>
                  </a:lnTo>
                  <a:lnTo>
                    <a:pt x="220" y="4"/>
                  </a:lnTo>
                  <a:lnTo>
                    <a:pt x="202" y="2"/>
                  </a:lnTo>
                  <a:lnTo>
                    <a:pt x="182" y="0"/>
                  </a:lnTo>
                  <a:lnTo>
                    <a:pt x="160" y="0"/>
                  </a:lnTo>
                  <a:lnTo>
                    <a:pt x="160" y="0"/>
                  </a:lnTo>
                  <a:close/>
                  <a:moveTo>
                    <a:pt x="232" y="325"/>
                  </a:moveTo>
                  <a:lnTo>
                    <a:pt x="232" y="325"/>
                  </a:lnTo>
                  <a:lnTo>
                    <a:pt x="230" y="337"/>
                  </a:lnTo>
                  <a:lnTo>
                    <a:pt x="226" y="347"/>
                  </a:lnTo>
                  <a:lnTo>
                    <a:pt x="220" y="355"/>
                  </a:lnTo>
                  <a:lnTo>
                    <a:pt x="212" y="361"/>
                  </a:lnTo>
                  <a:lnTo>
                    <a:pt x="202" y="367"/>
                  </a:lnTo>
                  <a:lnTo>
                    <a:pt x="190" y="371"/>
                  </a:lnTo>
                  <a:lnTo>
                    <a:pt x="176" y="373"/>
                  </a:lnTo>
                  <a:lnTo>
                    <a:pt x="160" y="373"/>
                  </a:lnTo>
                  <a:lnTo>
                    <a:pt x="90" y="373"/>
                  </a:lnTo>
                  <a:lnTo>
                    <a:pt x="90" y="74"/>
                  </a:lnTo>
                  <a:lnTo>
                    <a:pt x="160" y="74"/>
                  </a:lnTo>
                  <a:lnTo>
                    <a:pt x="160" y="74"/>
                  </a:lnTo>
                  <a:lnTo>
                    <a:pt x="176" y="74"/>
                  </a:lnTo>
                  <a:lnTo>
                    <a:pt x="190" y="76"/>
                  </a:lnTo>
                  <a:lnTo>
                    <a:pt x="202" y="80"/>
                  </a:lnTo>
                  <a:lnTo>
                    <a:pt x="212" y="86"/>
                  </a:lnTo>
                  <a:lnTo>
                    <a:pt x="220" y="92"/>
                  </a:lnTo>
                  <a:lnTo>
                    <a:pt x="226" y="100"/>
                  </a:lnTo>
                  <a:lnTo>
                    <a:pt x="230" y="110"/>
                  </a:lnTo>
                  <a:lnTo>
                    <a:pt x="232" y="122"/>
                  </a:lnTo>
                  <a:lnTo>
                    <a:pt x="232" y="3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48" name="Freeform 29"/>
            <p:cNvSpPr>
              <a:spLocks noEditPoints="1"/>
            </p:cNvSpPr>
            <p:nvPr/>
          </p:nvSpPr>
          <p:spPr bwMode="auto">
            <a:xfrm>
              <a:off x="1866" y="3584"/>
              <a:ext cx="348" cy="447"/>
            </a:xfrm>
            <a:custGeom>
              <a:avLst/>
              <a:gdLst>
                <a:gd name="T0" fmla="*/ 224 w 348"/>
                <a:gd name="T1" fmla="*/ 16 h 447"/>
                <a:gd name="T2" fmla="*/ 224 w 348"/>
                <a:gd name="T3" fmla="*/ 16 h 447"/>
                <a:gd name="T4" fmla="*/ 220 w 348"/>
                <a:gd name="T5" fmla="*/ 8 h 447"/>
                <a:gd name="T6" fmla="*/ 216 w 348"/>
                <a:gd name="T7" fmla="*/ 4 h 447"/>
                <a:gd name="T8" fmla="*/ 210 w 348"/>
                <a:gd name="T9" fmla="*/ 0 h 447"/>
                <a:gd name="T10" fmla="*/ 202 w 348"/>
                <a:gd name="T11" fmla="*/ 0 h 447"/>
                <a:gd name="T12" fmla="*/ 146 w 348"/>
                <a:gd name="T13" fmla="*/ 0 h 447"/>
                <a:gd name="T14" fmla="*/ 146 w 348"/>
                <a:gd name="T15" fmla="*/ 0 h 447"/>
                <a:gd name="T16" fmla="*/ 138 w 348"/>
                <a:gd name="T17" fmla="*/ 0 h 447"/>
                <a:gd name="T18" fmla="*/ 132 w 348"/>
                <a:gd name="T19" fmla="*/ 4 h 447"/>
                <a:gd name="T20" fmla="*/ 128 w 348"/>
                <a:gd name="T21" fmla="*/ 8 h 447"/>
                <a:gd name="T22" fmla="*/ 124 w 348"/>
                <a:gd name="T23" fmla="*/ 16 h 447"/>
                <a:gd name="T24" fmla="*/ 2 w 348"/>
                <a:gd name="T25" fmla="*/ 431 h 447"/>
                <a:gd name="T26" fmla="*/ 2 w 348"/>
                <a:gd name="T27" fmla="*/ 431 h 447"/>
                <a:gd name="T28" fmla="*/ 0 w 348"/>
                <a:gd name="T29" fmla="*/ 439 h 447"/>
                <a:gd name="T30" fmla="*/ 2 w 348"/>
                <a:gd name="T31" fmla="*/ 443 h 447"/>
                <a:gd name="T32" fmla="*/ 6 w 348"/>
                <a:gd name="T33" fmla="*/ 447 h 447"/>
                <a:gd name="T34" fmla="*/ 14 w 348"/>
                <a:gd name="T35" fmla="*/ 447 h 447"/>
                <a:gd name="T36" fmla="*/ 68 w 348"/>
                <a:gd name="T37" fmla="*/ 447 h 447"/>
                <a:gd name="T38" fmla="*/ 68 w 348"/>
                <a:gd name="T39" fmla="*/ 447 h 447"/>
                <a:gd name="T40" fmla="*/ 76 w 348"/>
                <a:gd name="T41" fmla="*/ 447 h 447"/>
                <a:gd name="T42" fmla="*/ 80 w 348"/>
                <a:gd name="T43" fmla="*/ 443 h 447"/>
                <a:gd name="T44" fmla="*/ 84 w 348"/>
                <a:gd name="T45" fmla="*/ 439 h 447"/>
                <a:gd name="T46" fmla="*/ 88 w 348"/>
                <a:gd name="T47" fmla="*/ 431 h 447"/>
                <a:gd name="T48" fmla="*/ 110 w 348"/>
                <a:gd name="T49" fmla="*/ 351 h 447"/>
                <a:gd name="T50" fmla="*/ 234 w 348"/>
                <a:gd name="T51" fmla="*/ 351 h 447"/>
                <a:gd name="T52" fmla="*/ 256 w 348"/>
                <a:gd name="T53" fmla="*/ 431 h 447"/>
                <a:gd name="T54" fmla="*/ 256 w 348"/>
                <a:gd name="T55" fmla="*/ 431 h 447"/>
                <a:gd name="T56" fmla="*/ 260 w 348"/>
                <a:gd name="T57" fmla="*/ 439 h 447"/>
                <a:gd name="T58" fmla="*/ 262 w 348"/>
                <a:gd name="T59" fmla="*/ 443 h 447"/>
                <a:gd name="T60" fmla="*/ 268 w 348"/>
                <a:gd name="T61" fmla="*/ 447 h 447"/>
                <a:gd name="T62" fmla="*/ 276 w 348"/>
                <a:gd name="T63" fmla="*/ 447 h 447"/>
                <a:gd name="T64" fmla="*/ 334 w 348"/>
                <a:gd name="T65" fmla="*/ 447 h 447"/>
                <a:gd name="T66" fmla="*/ 334 w 348"/>
                <a:gd name="T67" fmla="*/ 447 h 447"/>
                <a:gd name="T68" fmla="*/ 342 w 348"/>
                <a:gd name="T69" fmla="*/ 447 h 447"/>
                <a:gd name="T70" fmla="*/ 346 w 348"/>
                <a:gd name="T71" fmla="*/ 443 h 447"/>
                <a:gd name="T72" fmla="*/ 348 w 348"/>
                <a:gd name="T73" fmla="*/ 439 h 447"/>
                <a:gd name="T74" fmla="*/ 346 w 348"/>
                <a:gd name="T75" fmla="*/ 431 h 447"/>
                <a:gd name="T76" fmla="*/ 224 w 348"/>
                <a:gd name="T77" fmla="*/ 16 h 447"/>
                <a:gd name="T78" fmla="*/ 130 w 348"/>
                <a:gd name="T79" fmla="*/ 281 h 447"/>
                <a:gd name="T80" fmla="*/ 172 w 348"/>
                <a:gd name="T81" fmla="*/ 92 h 447"/>
                <a:gd name="T82" fmla="*/ 214 w 348"/>
                <a:gd name="T83" fmla="*/ 281 h 447"/>
                <a:gd name="T84" fmla="*/ 130 w 348"/>
                <a:gd name="T85" fmla="*/ 28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48" h="447">
                  <a:moveTo>
                    <a:pt x="224" y="16"/>
                  </a:moveTo>
                  <a:lnTo>
                    <a:pt x="224" y="16"/>
                  </a:lnTo>
                  <a:lnTo>
                    <a:pt x="220" y="8"/>
                  </a:lnTo>
                  <a:lnTo>
                    <a:pt x="216" y="4"/>
                  </a:lnTo>
                  <a:lnTo>
                    <a:pt x="210" y="0"/>
                  </a:lnTo>
                  <a:lnTo>
                    <a:pt x="202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38" y="0"/>
                  </a:lnTo>
                  <a:lnTo>
                    <a:pt x="132" y="4"/>
                  </a:lnTo>
                  <a:lnTo>
                    <a:pt x="128" y="8"/>
                  </a:lnTo>
                  <a:lnTo>
                    <a:pt x="124" y="16"/>
                  </a:lnTo>
                  <a:lnTo>
                    <a:pt x="2" y="431"/>
                  </a:lnTo>
                  <a:lnTo>
                    <a:pt x="2" y="431"/>
                  </a:lnTo>
                  <a:lnTo>
                    <a:pt x="0" y="439"/>
                  </a:lnTo>
                  <a:lnTo>
                    <a:pt x="2" y="443"/>
                  </a:lnTo>
                  <a:lnTo>
                    <a:pt x="6" y="447"/>
                  </a:lnTo>
                  <a:lnTo>
                    <a:pt x="14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0" y="443"/>
                  </a:lnTo>
                  <a:lnTo>
                    <a:pt x="84" y="439"/>
                  </a:lnTo>
                  <a:lnTo>
                    <a:pt x="88" y="431"/>
                  </a:lnTo>
                  <a:lnTo>
                    <a:pt x="110" y="351"/>
                  </a:lnTo>
                  <a:lnTo>
                    <a:pt x="234" y="351"/>
                  </a:lnTo>
                  <a:lnTo>
                    <a:pt x="256" y="431"/>
                  </a:lnTo>
                  <a:lnTo>
                    <a:pt x="256" y="431"/>
                  </a:lnTo>
                  <a:lnTo>
                    <a:pt x="260" y="439"/>
                  </a:lnTo>
                  <a:lnTo>
                    <a:pt x="262" y="443"/>
                  </a:lnTo>
                  <a:lnTo>
                    <a:pt x="268" y="447"/>
                  </a:lnTo>
                  <a:lnTo>
                    <a:pt x="276" y="447"/>
                  </a:lnTo>
                  <a:lnTo>
                    <a:pt x="334" y="447"/>
                  </a:lnTo>
                  <a:lnTo>
                    <a:pt x="334" y="447"/>
                  </a:lnTo>
                  <a:lnTo>
                    <a:pt x="342" y="447"/>
                  </a:lnTo>
                  <a:lnTo>
                    <a:pt x="346" y="443"/>
                  </a:lnTo>
                  <a:lnTo>
                    <a:pt x="348" y="439"/>
                  </a:lnTo>
                  <a:lnTo>
                    <a:pt x="346" y="431"/>
                  </a:lnTo>
                  <a:lnTo>
                    <a:pt x="224" y="16"/>
                  </a:lnTo>
                  <a:close/>
                  <a:moveTo>
                    <a:pt x="130" y="281"/>
                  </a:moveTo>
                  <a:lnTo>
                    <a:pt x="172" y="92"/>
                  </a:lnTo>
                  <a:lnTo>
                    <a:pt x="214" y="281"/>
                  </a:lnTo>
                  <a:lnTo>
                    <a:pt x="130" y="2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49" name="Freeform 30"/>
            <p:cNvSpPr>
              <a:spLocks/>
            </p:cNvSpPr>
            <p:nvPr/>
          </p:nvSpPr>
          <p:spPr bwMode="auto">
            <a:xfrm>
              <a:off x="922" y="3584"/>
              <a:ext cx="322" cy="447"/>
            </a:xfrm>
            <a:custGeom>
              <a:avLst/>
              <a:gdLst>
                <a:gd name="T0" fmla="*/ 306 w 322"/>
                <a:gd name="T1" fmla="*/ 0 h 447"/>
                <a:gd name="T2" fmla="*/ 254 w 322"/>
                <a:gd name="T3" fmla="*/ 0 h 447"/>
                <a:gd name="T4" fmla="*/ 254 w 322"/>
                <a:gd name="T5" fmla="*/ 0 h 447"/>
                <a:gd name="T6" fmla="*/ 246 w 322"/>
                <a:gd name="T7" fmla="*/ 0 h 447"/>
                <a:gd name="T8" fmla="*/ 242 w 322"/>
                <a:gd name="T9" fmla="*/ 4 h 447"/>
                <a:gd name="T10" fmla="*/ 238 w 322"/>
                <a:gd name="T11" fmla="*/ 8 h 447"/>
                <a:gd name="T12" fmla="*/ 238 w 322"/>
                <a:gd name="T13" fmla="*/ 16 h 447"/>
                <a:gd name="T14" fmla="*/ 238 w 322"/>
                <a:gd name="T15" fmla="*/ 285 h 447"/>
                <a:gd name="T16" fmla="*/ 222 w 322"/>
                <a:gd name="T17" fmla="*/ 245 h 447"/>
                <a:gd name="T18" fmla="*/ 82 w 322"/>
                <a:gd name="T19" fmla="*/ 6 h 447"/>
                <a:gd name="T20" fmla="*/ 82 w 322"/>
                <a:gd name="T21" fmla="*/ 6 h 447"/>
                <a:gd name="T22" fmla="*/ 78 w 322"/>
                <a:gd name="T23" fmla="*/ 2 h 447"/>
                <a:gd name="T24" fmla="*/ 68 w 322"/>
                <a:gd name="T25" fmla="*/ 0 h 447"/>
                <a:gd name="T26" fmla="*/ 16 w 322"/>
                <a:gd name="T27" fmla="*/ 0 h 447"/>
                <a:gd name="T28" fmla="*/ 16 w 322"/>
                <a:gd name="T29" fmla="*/ 0 h 447"/>
                <a:gd name="T30" fmla="*/ 10 w 322"/>
                <a:gd name="T31" fmla="*/ 0 h 447"/>
                <a:gd name="T32" fmla="*/ 4 w 322"/>
                <a:gd name="T33" fmla="*/ 4 h 447"/>
                <a:gd name="T34" fmla="*/ 2 w 322"/>
                <a:gd name="T35" fmla="*/ 8 h 447"/>
                <a:gd name="T36" fmla="*/ 0 w 322"/>
                <a:gd name="T37" fmla="*/ 16 h 447"/>
                <a:gd name="T38" fmla="*/ 0 w 322"/>
                <a:gd name="T39" fmla="*/ 431 h 447"/>
                <a:gd name="T40" fmla="*/ 0 w 322"/>
                <a:gd name="T41" fmla="*/ 431 h 447"/>
                <a:gd name="T42" fmla="*/ 2 w 322"/>
                <a:gd name="T43" fmla="*/ 439 h 447"/>
                <a:gd name="T44" fmla="*/ 4 w 322"/>
                <a:gd name="T45" fmla="*/ 443 h 447"/>
                <a:gd name="T46" fmla="*/ 10 w 322"/>
                <a:gd name="T47" fmla="*/ 447 h 447"/>
                <a:gd name="T48" fmla="*/ 16 w 322"/>
                <a:gd name="T49" fmla="*/ 447 h 447"/>
                <a:gd name="T50" fmla="*/ 68 w 322"/>
                <a:gd name="T51" fmla="*/ 447 h 447"/>
                <a:gd name="T52" fmla="*/ 68 w 322"/>
                <a:gd name="T53" fmla="*/ 447 h 447"/>
                <a:gd name="T54" fmla="*/ 76 w 322"/>
                <a:gd name="T55" fmla="*/ 447 h 447"/>
                <a:gd name="T56" fmla="*/ 82 w 322"/>
                <a:gd name="T57" fmla="*/ 443 h 447"/>
                <a:gd name="T58" fmla="*/ 84 w 322"/>
                <a:gd name="T59" fmla="*/ 439 h 447"/>
                <a:gd name="T60" fmla="*/ 84 w 322"/>
                <a:gd name="T61" fmla="*/ 431 h 447"/>
                <a:gd name="T62" fmla="*/ 84 w 322"/>
                <a:gd name="T63" fmla="*/ 158 h 447"/>
                <a:gd name="T64" fmla="*/ 84 w 322"/>
                <a:gd name="T65" fmla="*/ 158 h 447"/>
                <a:gd name="T66" fmla="*/ 104 w 322"/>
                <a:gd name="T67" fmla="*/ 208 h 447"/>
                <a:gd name="T68" fmla="*/ 238 w 322"/>
                <a:gd name="T69" fmla="*/ 439 h 447"/>
                <a:gd name="T70" fmla="*/ 238 w 322"/>
                <a:gd name="T71" fmla="*/ 439 h 447"/>
                <a:gd name="T72" fmla="*/ 242 w 322"/>
                <a:gd name="T73" fmla="*/ 443 h 447"/>
                <a:gd name="T74" fmla="*/ 244 w 322"/>
                <a:gd name="T75" fmla="*/ 445 h 447"/>
                <a:gd name="T76" fmla="*/ 248 w 322"/>
                <a:gd name="T77" fmla="*/ 447 h 447"/>
                <a:gd name="T78" fmla="*/ 254 w 322"/>
                <a:gd name="T79" fmla="*/ 447 h 447"/>
                <a:gd name="T80" fmla="*/ 306 w 322"/>
                <a:gd name="T81" fmla="*/ 447 h 447"/>
                <a:gd name="T82" fmla="*/ 306 w 322"/>
                <a:gd name="T83" fmla="*/ 447 h 447"/>
                <a:gd name="T84" fmla="*/ 314 w 322"/>
                <a:gd name="T85" fmla="*/ 447 h 447"/>
                <a:gd name="T86" fmla="*/ 318 w 322"/>
                <a:gd name="T87" fmla="*/ 443 h 447"/>
                <a:gd name="T88" fmla="*/ 320 w 322"/>
                <a:gd name="T89" fmla="*/ 439 h 447"/>
                <a:gd name="T90" fmla="*/ 322 w 322"/>
                <a:gd name="T91" fmla="*/ 431 h 447"/>
                <a:gd name="T92" fmla="*/ 322 w 322"/>
                <a:gd name="T93" fmla="*/ 16 h 447"/>
                <a:gd name="T94" fmla="*/ 322 w 322"/>
                <a:gd name="T95" fmla="*/ 16 h 447"/>
                <a:gd name="T96" fmla="*/ 320 w 322"/>
                <a:gd name="T97" fmla="*/ 8 h 447"/>
                <a:gd name="T98" fmla="*/ 318 w 322"/>
                <a:gd name="T99" fmla="*/ 4 h 447"/>
                <a:gd name="T100" fmla="*/ 314 w 322"/>
                <a:gd name="T101" fmla="*/ 0 h 447"/>
                <a:gd name="T102" fmla="*/ 306 w 322"/>
                <a:gd name="T103" fmla="*/ 0 h 447"/>
                <a:gd name="T104" fmla="*/ 306 w 322"/>
                <a:gd name="T10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22" h="447">
                  <a:moveTo>
                    <a:pt x="306" y="0"/>
                  </a:moveTo>
                  <a:lnTo>
                    <a:pt x="254" y="0"/>
                  </a:lnTo>
                  <a:lnTo>
                    <a:pt x="254" y="0"/>
                  </a:lnTo>
                  <a:lnTo>
                    <a:pt x="246" y="0"/>
                  </a:lnTo>
                  <a:lnTo>
                    <a:pt x="242" y="4"/>
                  </a:lnTo>
                  <a:lnTo>
                    <a:pt x="238" y="8"/>
                  </a:lnTo>
                  <a:lnTo>
                    <a:pt x="238" y="16"/>
                  </a:lnTo>
                  <a:lnTo>
                    <a:pt x="238" y="285"/>
                  </a:lnTo>
                  <a:lnTo>
                    <a:pt x="222" y="245"/>
                  </a:lnTo>
                  <a:lnTo>
                    <a:pt x="82" y="6"/>
                  </a:lnTo>
                  <a:lnTo>
                    <a:pt x="82" y="6"/>
                  </a:lnTo>
                  <a:lnTo>
                    <a:pt x="78" y="2"/>
                  </a:lnTo>
                  <a:lnTo>
                    <a:pt x="68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0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2" y="439"/>
                  </a:lnTo>
                  <a:lnTo>
                    <a:pt x="4" y="443"/>
                  </a:lnTo>
                  <a:lnTo>
                    <a:pt x="10" y="447"/>
                  </a:lnTo>
                  <a:lnTo>
                    <a:pt x="16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2" y="443"/>
                  </a:lnTo>
                  <a:lnTo>
                    <a:pt x="84" y="439"/>
                  </a:lnTo>
                  <a:lnTo>
                    <a:pt x="84" y="431"/>
                  </a:lnTo>
                  <a:lnTo>
                    <a:pt x="84" y="158"/>
                  </a:lnTo>
                  <a:lnTo>
                    <a:pt x="84" y="158"/>
                  </a:lnTo>
                  <a:lnTo>
                    <a:pt x="104" y="208"/>
                  </a:lnTo>
                  <a:lnTo>
                    <a:pt x="238" y="439"/>
                  </a:lnTo>
                  <a:lnTo>
                    <a:pt x="238" y="439"/>
                  </a:lnTo>
                  <a:lnTo>
                    <a:pt x="242" y="443"/>
                  </a:lnTo>
                  <a:lnTo>
                    <a:pt x="244" y="445"/>
                  </a:lnTo>
                  <a:lnTo>
                    <a:pt x="248" y="447"/>
                  </a:lnTo>
                  <a:lnTo>
                    <a:pt x="254" y="447"/>
                  </a:lnTo>
                  <a:lnTo>
                    <a:pt x="306" y="447"/>
                  </a:lnTo>
                  <a:lnTo>
                    <a:pt x="306" y="447"/>
                  </a:lnTo>
                  <a:lnTo>
                    <a:pt x="314" y="447"/>
                  </a:lnTo>
                  <a:lnTo>
                    <a:pt x="318" y="443"/>
                  </a:lnTo>
                  <a:lnTo>
                    <a:pt x="320" y="439"/>
                  </a:lnTo>
                  <a:lnTo>
                    <a:pt x="322" y="431"/>
                  </a:lnTo>
                  <a:lnTo>
                    <a:pt x="322" y="16"/>
                  </a:lnTo>
                  <a:lnTo>
                    <a:pt x="322" y="16"/>
                  </a:lnTo>
                  <a:lnTo>
                    <a:pt x="320" y="8"/>
                  </a:lnTo>
                  <a:lnTo>
                    <a:pt x="318" y="4"/>
                  </a:lnTo>
                  <a:lnTo>
                    <a:pt x="314" y="0"/>
                  </a:lnTo>
                  <a:lnTo>
                    <a:pt x="306" y="0"/>
                  </a:lnTo>
                  <a:lnTo>
                    <a:pt x="3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50" name="Freeform 31"/>
            <p:cNvSpPr>
              <a:spLocks/>
            </p:cNvSpPr>
            <p:nvPr/>
          </p:nvSpPr>
          <p:spPr bwMode="auto">
            <a:xfrm>
              <a:off x="1374" y="3584"/>
              <a:ext cx="400" cy="447"/>
            </a:xfrm>
            <a:custGeom>
              <a:avLst/>
              <a:gdLst>
                <a:gd name="T0" fmla="*/ 330 w 400"/>
                <a:gd name="T1" fmla="*/ 0 h 447"/>
                <a:gd name="T2" fmla="*/ 320 w 400"/>
                <a:gd name="T3" fmla="*/ 2 h 447"/>
                <a:gd name="T4" fmla="*/ 316 w 400"/>
                <a:gd name="T5" fmla="*/ 8 h 447"/>
                <a:gd name="T6" fmla="*/ 200 w 400"/>
                <a:gd name="T7" fmla="*/ 285 h 447"/>
                <a:gd name="T8" fmla="*/ 82 w 400"/>
                <a:gd name="T9" fmla="*/ 8 h 447"/>
                <a:gd name="T10" fmla="*/ 80 w 400"/>
                <a:gd name="T11" fmla="*/ 4 h 447"/>
                <a:gd name="T12" fmla="*/ 74 w 400"/>
                <a:gd name="T13" fmla="*/ 0 h 447"/>
                <a:gd name="T14" fmla="*/ 16 w 400"/>
                <a:gd name="T15" fmla="*/ 0 h 447"/>
                <a:gd name="T16" fmla="*/ 8 w 400"/>
                <a:gd name="T17" fmla="*/ 0 h 447"/>
                <a:gd name="T18" fmla="*/ 0 w 400"/>
                <a:gd name="T19" fmla="*/ 8 h 447"/>
                <a:gd name="T20" fmla="*/ 0 w 400"/>
                <a:gd name="T21" fmla="*/ 431 h 447"/>
                <a:gd name="T22" fmla="*/ 0 w 400"/>
                <a:gd name="T23" fmla="*/ 439 h 447"/>
                <a:gd name="T24" fmla="*/ 8 w 400"/>
                <a:gd name="T25" fmla="*/ 447 h 447"/>
                <a:gd name="T26" fmla="*/ 68 w 400"/>
                <a:gd name="T27" fmla="*/ 447 h 447"/>
                <a:gd name="T28" fmla="*/ 76 w 400"/>
                <a:gd name="T29" fmla="*/ 447 h 447"/>
                <a:gd name="T30" fmla="*/ 84 w 400"/>
                <a:gd name="T31" fmla="*/ 439 h 447"/>
                <a:gd name="T32" fmla="*/ 84 w 400"/>
                <a:gd name="T33" fmla="*/ 176 h 447"/>
                <a:gd name="T34" fmla="*/ 156 w 400"/>
                <a:gd name="T35" fmla="*/ 363 h 447"/>
                <a:gd name="T36" fmla="*/ 158 w 400"/>
                <a:gd name="T37" fmla="*/ 371 h 447"/>
                <a:gd name="T38" fmla="*/ 168 w 400"/>
                <a:gd name="T39" fmla="*/ 379 h 447"/>
                <a:gd name="T40" fmla="*/ 224 w 400"/>
                <a:gd name="T41" fmla="*/ 379 h 447"/>
                <a:gd name="T42" fmla="*/ 230 w 400"/>
                <a:gd name="T43" fmla="*/ 379 h 447"/>
                <a:gd name="T44" fmla="*/ 242 w 400"/>
                <a:gd name="T45" fmla="*/ 371 h 447"/>
                <a:gd name="T46" fmla="*/ 298 w 400"/>
                <a:gd name="T47" fmla="*/ 233 h 447"/>
                <a:gd name="T48" fmla="*/ 314 w 400"/>
                <a:gd name="T49" fmla="*/ 431 h 447"/>
                <a:gd name="T50" fmla="*/ 316 w 400"/>
                <a:gd name="T51" fmla="*/ 439 h 447"/>
                <a:gd name="T52" fmla="*/ 322 w 400"/>
                <a:gd name="T53" fmla="*/ 447 h 447"/>
                <a:gd name="T54" fmla="*/ 386 w 400"/>
                <a:gd name="T55" fmla="*/ 447 h 447"/>
                <a:gd name="T56" fmla="*/ 392 w 400"/>
                <a:gd name="T57" fmla="*/ 447 h 447"/>
                <a:gd name="T58" fmla="*/ 400 w 400"/>
                <a:gd name="T59" fmla="*/ 439 h 447"/>
                <a:gd name="T60" fmla="*/ 400 w 400"/>
                <a:gd name="T61" fmla="*/ 16 h 447"/>
                <a:gd name="T62" fmla="*/ 400 w 400"/>
                <a:gd name="T63" fmla="*/ 8 h 447"/>
                <a:gd name="T64" fmla="*/ 392 w 400"/>
                <a:gd name="T65" fmla="*/ 0 h 447"/>
                <a:gd name="T66" fmla="*/ 386 w 400"/>
                <a:gd name="T67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00" h="447">
                  <a:moveTo>
                    <a:pt x="386" y="0"/>
                  </a:moveTo>
                  <a:lnTo>
                    <a:pt x="330" y="0"/>
                  </a:lnTo>
                  <a:lnTo>
                    <a:pt x="330" y="0"/>
                  </a:lnTo>
                  <a:lnTo>
                    <a:pt x="320" y="2"/>
                  </a:lnTo>
                  <a:lnTo>
                    <a:pt x="318" y="4"/>
                  </a:lnTo>
                  <a:lnTo>
                    <a:pt x="316" y="8"/>
                  </a:lnTo>
                  <a:lnTo>
                    <a:pt x="218" y="239"/>
                  </a:lnTo>
                  <a:lnTo>
                    <a:pt x="200" y="285"/>
                  </a:lnTo>
                  <a:lnTo>
                    <a:pt x="184" y="239"/>
                  </a:lnTo>
                  <a:lnTo>
                    <a:pt x="82" y="8"/>
                  </a:lnTo>
                  <a:lnTo>
                    <a:pt x="82" y="8"/>
                  </a:lnTo>
                  <a:lnTo>
                    <a:pt x="80" y="4"/>
                  </a:lnTo>
                  <a:lnTo>
                    <a:pt x="78" y="2"/>
                  </a:lnTo>
                  <a:lnTo>
                    <a:pt x="74" y="0"/>
                  </a:lnTo>
                  <a:lnTo>
                    <a:pt x="68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4" y="443"/>
                  </a:lnTo>
                  <a:lnTo>
                    <a:pt x="8" y="447"/>
                  </a:lnTo>
                  <a:lnTo>
                    <a:pt x="16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0" y="443"/>
                  </a:lnTo>
                  <a:lnTo>
                    <a:pt x="84" y="439"/>
                  </a:lnTo>
                  <a:lnTo>
                    <a:pt x="84" y="431"/>
                  </a:lnTo>
                  <a:lnTo>
                    <a:pt x="84" y="176"/>
                  </a:lnTo>
                  <a:lnTo>
                    <a:pt x="100" y="231"/>
                  </a:lnTo>
                  <a:lnTo>
                    <a:pt x="156" y="363"/>
                  </a:lnTo>
                  <a:lnTo>
                    <a:pt x="156" y="363"/>
                  </a:lnTo>
                  <a:lnTo>
                    <a:pt x="158" y="371"/>
                  </a:lnTo>
                  <a:lnTo>
                    <a:pt x="164" y="375"/>
                  </a:lnTo>
                  <a:lnTo>
                    <a:pt x="168" y="379"/>
                  </a:lnTo>
                  <a:lnTo>
                    <a:pt x="176" y="379"/>
                  </a:lnTo>
                  <a:lnTo>
                    <a:pt x="224" y="379"/>
                  </a:lnTo>
                  <a:lnTo>
                    <a:pt x="224" y="379"/>
                  </a:lnTo>
                  <a:lnTo>
                    <a:pt x="230" y="379"/>
                  </a:lnTo>
                  <a:lnTo>
                    <a:pt x="236" y="375"/>
                  </a:lnTo>
                  <a:lnTo>
                    <a:pt x="242" y="371"/>
                  </a:lnTo>
                  <a:lnTo>
                    <a:pt x="246" y="363"/>
                  </a:lnTo>
                  <a:lnTo>
                    <a:pt x="298" y="233"/>
                  </a:lnTo>
                  <a:lnTo>
                    <a:pt x="314" y="174"/>
                  </a:lnTo>
                  <a:lnTo>
                    <a:pt x="314" y="431"/>
                  </a:lnTo>
                  <a:lnTo>
                    <a:pt x="314" y="431"/>
                  </a:lnTo>
                  <a:lnTo>
                    <a:pt x="316" y="439"/>
                  </a:lnTo>
                  <a:lnTo>
                    <a:pt x="318" y="443"/>
                  </a:lnTo>
                  <a:lnTo>
                    <a:pt x="322" y="447"/>
                  </a:lnTo>
                  <a:lnTo>
                    <a:pt x="330" y="447"/>
                  </a:lnTo>
                  <a:lnTo>
                    <a:pt x="386" y="447"/>
                  </a:lnTo>
                  <a:lnTo>
                    <a:pt x="386" y="447"/>
                  </a:lnTo>
                  <a:lnTo>
                    <a:pt x="392" y="447"/>
                  </a:lnTo>
                  <a:lnTo>
                    <a:pt x="398" y="443"/>
                  </a:lnTo>
                  <a:lnTo>
                    <a:pt x="400" y="439"/>
                  </a:lnTo>
                  <a:lnTo>
                    <a:pt x="400" y="431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8"/>
                  </a:lnTo>
                  <a:lnTo>
                    <a:pt x="398" y="4"/>
                  </a:lnTo>
                  <a:lnTo>
                    <a:pt x="392" y="0"/>
                  </a:lnTo>
                  <a:lnTo>
                    <a:pt x="386" y="0"/>
                  </a:lnTo>
                  <a:lnTo>
                    <a:pt x="38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51" name="Freeform 32"/>
            <p:cNvSpPr>
              <a:spLocks noEditPoints="1"/>
            </p:cNvSpPr>
            <p:nvPr/>
          </p:nvSpPr>
          <p:spPr bwMode="auto">
            <a:xfrm>
              <a:off x="2302" y="3584"/>
              <a:ext cx="320" cy="447"/>
            </a:xfrm>
            <a:custGeom>
              <a:avLst/>
              <a:gdLst>
                <a:gd name="T0" fmla="*/ 242 w 320"/>
                <a:gd name="T1" fmla="*/ 265 h 447"/>
                <a:gd name="T2" fmla="*/ 276 w 320"/>
                <a:gd name="T3" fmla="*/ 247 h 447"/>
                <a:gd name="T4" fmla="*/ 298 w 320"/>
                <a:gd name="T5" fmla="*/ 225 h 447"/>
                <a:gd name="T6" fmla="*/ 310 w 320"/>
                <a:gd name="T7" fmla="*/ 198 h 447"/>
                <a:gd name="T8" fmla="*/ 314 w 320"/>
                <a:gd name="T9" fmla="*/ 170 h 447"/>
                <a:gd name="T10" fmla="*/ 314 w 320"/>
                <a:gd name="T11" fmla="*/ 106 h 447"/>
                <a:gd name="T12" fmla="*/ 306 w 320"/>
                <a:gd name="T13" fmla="*/ 66 h 447"/>
                <a:gd name="T14" fmla="*/ 296 w 320"/>
                <a:gd name="T15" fmla="*/ 48 h 447"/>
                <a:gd name="T16" fmla="*/ 280 w 320"/>
                <a:gd name="T17" fmla="*/ 32 h 447"/>
                <a:gd name="T18" fmla="*/ 258 w 320"/>
                <a:gd name="T19" fmla="*/ 18 h 447"/>
                <a:gd name="T20" fmla="*/ 230 w 320"/>
                <a:gd name="T21" fmla="*/ 8 h 447"/>
                <a:gd name="T22" fmla="*/ 196 w 320"/>
                <a:gd name="T23" fmla="*/ 2 h 447"/>
                <a:gd name="T24" fmla="*/ 154 w 320"/>
                <a:gd name="T25" fmla="*/ 0 h 447"/>
                <a:gd name="T26" fmla="*/ 16 w 320"/>
                <a:gd name="T27" fmla="*/ 0 h 447"/>
                <a:gd name="T28" fmla="*/ 4 w 320"/>
                <a:gd name="T29" fmla="*/ 4 h 447"/>
                <a:gd name="T30" fmla="*/ 0 w 320"/>
                <a:gd name="T31" fmla="*/ 16 h 447"/>
                <a:gd name="T32" fmla="*/ 0 w 320"/>
                <a:gd name="T33" fmla="*/ 431 h 447"/>
                <a:gd name="T34" fmla="*/ 4 w 320"/>
                <a:gd name="T35" fmla="*/ 443 h 447"/>
                <a:gd name="T36" fmla="*/ 16 w 320"/>
                <a:gd name="T37" fmla="*/ 447 h 447"/>
                <a:gd name="T38" fmla="*/ 74 w 320"/>
                <a:gd name="T39" fmla="*/ 447 h 447"/>
                <a:gd name="T40" fmla="*/ 86 w 320"/>
                <a:gd name="T41" fmla="*/ 443 h 447"/>
                <a:gd name="T42" fmla="*/ 90 w 320"/>
                <a:gd name="T43" fmla="*/ 431 h 447"/>
                <a:gd name="T44" fmla="*/ 158 w 320"/>
                <a:gd name="T45" fmla="*/ 277 h 447"/>
                <a:gd name="T46" fmla="*/ 228 w 320"/>
                <a:gd name="T47" fmla="*/ 431 h 447"/>
                <a:gd name="T48" fmla="*/ 240 w 320"/>
                <a:gd name="T49" fmla="*/ 447 h 447"/>
                <a:gd name="T50" fmla="*/ 304 w 320"/>
                <a:gd name="T51" fmla="*/ 447 h 447"/>
                <a:gd name="T52" fmla="*/ 312 w 320"/>
                <a:gd name="T53" fmla="*/ 447 h 447"/>
                <a:gd name="T54" fmla="*/ 320 w 320"/>
                <a:gd name="T55" fmla="*/ 437 h 447"/>
                <a:gd name="T56" fmla="*/ 242 w 320"/>
                <a:gd name="T57" fmla="*/ 265 h 447"/>
                <a:gd name="T58" fmla="*/ 226 w 320"/>
                <a:gd name="T59" fmla="*/ 154 h 447"/>
                <a:gd name="T60" fmla="*/ 222 w 320"/>
                <a:gd name="T61" fmla="*/ 174 h 447"/>
                <a:gd name="T62" fmla="*/ 208 w 320"/>
                <a:gd name="T63" fmla="*/ 190 h 447"/>
                <a:gd name="T64" fmla="*/ 184 w 320"/>
                <a:gd name="T65" fmla="*/ 200 h 447"/>
                <a:gd name="T66" fmla="*/ 154 w 320"/>
                <a:gd name="T67" fmla="*/ 202 h 447"/>
                <a:gd name="T68" fmla="*/ 90 w 320"/>
                <a:gd name="T69" fmla="*/ 74 h 447"/>
                <a:gd name="T70" fmla="*/ 154 w 320"/>
                <a:gd name="T71" fmla="*/ 74 h 447"/>
                <a:gd name="T72" fmla="*/ 184 w 320"/>
                <a:gd name="T73" fmla="*/ 76 h 447"/>
                <a:gd name="T74" fmla="*/ 208 w 320"/>
                <a:gd name="T75" fmla="*/ 86 h 447"/>
                <a:gd name="T76" fmla="*/ 222 w 320"/>
                <a:gd name="T77" fmla="*/ 100 h 447"/>
                <a:gd name="T78" fmla="*/ 226 w 320"/>
                <a:gd name="T79" fmla="*/ 122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0" h="447">
                  <a:moveTo>
                    <a:pt x="242" y="265"/>
                  </a:moveTo>
                  <a:lnTo>
                    <a:pt x="242" y="265"/>
                  </a:lnTo>
                  <a:lnTo>
                    <a:pt x="260" y="257"/>
                  </a:lnTo>
                  <a:lnTo>
                    <a:pt x="276" y="247"/>
                  </a:lnTo>
                  <a:lnTo>
                    <a:pt x="288" y="237"/>
                  </a:lnTo>
                  <a:lnTo>
                    <a:pt x="298" y="225"/>
                  </a:lnTo>
                  <a:lnTo>
                    <a:pt x="306" y="212"/>
                  </a:lnTo>
                  <a:lnTo>
                    <a:pt x="310" y="198"/>
                  </a:lnTo>
                  <a:lnTo>
                    <a:pt x="314" y="184"/>
                  </a:lnTo>
                  <a:lnTo>
                    <a:pt x="314" y="170"/>
                  </a:lnTo>
                  <a:lnTo>
                    <a:pt x="314" y="106"/>
                  </a:lnTo>
                  <a:lnTo>
                    <a:pt x="314" y="106"/>
                  </a:lnTo>
                  <a:lnTo>
                    <a:pt x="312" y="86"/>
                  </a:lnTo>
                  <a:lnTo>
                    <a:pt x="306" y="66"/>
                  </a:lnTo>
                  <a:lnTo>
                    <a:pt x="302" y="58"/>
                  </a:lnTo>
                  <a:lnTo>
                    <a:pt x="296" y="48"/>
                  </a:lnTo>
                  <a:lnTo>
                    <a:pt x="288" y="40"/>
                  </a:lnTo>
                  <a:lnTo>
                    <a:pt x="280" y="32"/>
                  </a:lnTo>
                  <a:lnTo>
                    <a:pt x="270" y="26"/>
                  </a:lnTo>
                  <a:lnTo>
                    <a:pt x="258" y="18"/>
                  </a:lnTo>
                  <a:lnTo>
                    <a:pt x="244" y="14"/>
                  </a:lnTo>
                  <a:lnTo>
                    <a:pt x="230" y="8"/>
                  </a:lnTo>
                  <a:lnTo>
                    <a:pt x="214" y="4"/>
                  </a:lnTo>
                  <a:lnTo>
                    <a:pt x="196" y="2"/>
                  </a:lnTo>
                  <a:lnTo>
                    <a:pt x="176" y="0"/>
                  </a:lnTo>
                  <a:lnTo>
                    <a:pt x="15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2" y="437"/>
                  </a:lnTo>
                  <a:lnTo>
                    <a:pt x="4" y="443"/>
                  </a:lnTo>
                  <a:lnTo>
                    <a:pt x="8" y="447"/>
                  </a:lnTo>
                  <a:lnTo>
                    <a:pt x="16" y="447"/>
                  </a:lnTo>
                  <a:lnTo>
                    <a:pt x="74" y="447"/>
                  </a:lnTo>
                  <a:lnTo>
                    <a:pt x="74" y="447"/>
                  </a:lnTo>
                  <a:lnTo>
                    <a:pt x="82" y="447"/>
                  </a:lnTo>
                  <a:lnTo>
                    <a:pt x="86" y="443"/>
                  </a:lnTo>
                  <a:lnTo>
                    <a:pt x="88" y="437"/>
                  </a:lnTo>
                  <a:lnTo>
                    <a:pt x="90" y="431"/>
                  </a:lnTo>
                  <a:lnTo>
                    <a:pt x="90" y="277"/>
                  </a:lnTo>
                  <a:lnTo>
                    <a:pt x="158" y="277"/>
                  </a:lnTo>
                  <a:lnTo>
                    <a:pt x="228" y="431"/>
                  </a:lnTo>
                  <a:lnTo>
                    <a:pt x="228" y="431"/>
                  </a:lnTo>
                  <a:lnTo>
                    <a:pt x="234" y="443"/>
                  </a:lnTo>
                  <a:lnTo>
                    <a:pt x="240" y="447"/>
                  </a:lnTo>
                  <a:lnTo>
                    <a:pt x="244" y="447"/>
                  </a:lnTo>
                  <a:lnTo>
                    <a:pt x="304" y="447"/>
                  </a:lnTo>
                  <a:lnTo>
                    <a:pt x="304" y="447"/>
                  </a:lnTo>
                  <a:lnTo>
                    <a:pt x="312" y="447"/>
                  </a:lnTo>
                  <a:lnTo>
                    <a:pt x="316" y="443"/>
                  </a:lnTo>
                  <a:lnTo>
                    <a:pt x="320" y="437"/>
                  </a:lnTo>
                  <a:lnTo>
                    <a:pt x="318" y="431"/>
                  </a:lnTo>
                  <a:lnTo>
                    <a:pt x="242" y="265"/>
                  </a:lnTo>
                  <a:close/>
                  <a:moveTo>
                    <a:pt x="226" y="154"/>
                  </a:moveTo>
                  <a:lnTo>
                    <a:pt x="226" y="154"/>
                  </a:lnTo>
                  <a:lnTo>
                    <a:pt x="224" y="164"/>
                  </a:lnTo>
                  <a:lnTo>
                    <a:pt x="222" y="174"/>
                  </a:lnTo>
                  <a:lnTo>
                    <a:pt x="216" y="184"/>
                  </a:lnTo>
                  <a:lnTo>
                    <a:pt x="208" y="190"/>
                  </a:lnTo>
                  <a:lnTo>
                    <a:pt x="196" y="196"/>
                  </a:lnTo>
                  <a:lnTo>
                    <a:pt x="184" y="200"/>
                  </a:lnTo>
                  <a:lnTo>
                    <a:pt x="170" y="202"/>
                  </a:lnTo>
                  <a:lnTo>
                    <a:pt x="154" y="202"/>
                  </a:lnTo>
                  <a:lnTo>
                    <a:pt x="90" y="202"/>
                  </a:lnTo>
                  <a:lnTo>
                    <a:pt x="90" y="74"/>
                  </a:lnTo>
                  <a:lnTo>
                    <a:pt x="154" y="74"/>
                  </a:lnTo>
                  <a:lnTo>
                    <a:pt x="154" y="74"/>
                  </a:lnTo>
                  <a:lnTo>
                    <a:pt x="170" y="74"/>
                  </a:lnTo>
                  <a:lnTo>
                    <a:pt x="184" y="76"/>
                  </a:lnTo>
                  <a:lnTo>
                    <a:pt x="196" y="80"/>
                  </a:lnTo>
                  <a:lnTo>
                    <a:pt x="208" y="86"/>
                  </a:lnTo>
                  <a:lnTo>
                    <a:pt x="216" y="92"/>
                  </a:lnTo>
                  <a:lnTo>
                    <a:pt x="222" y="100"/>
                  </a:lnTo>
                  <a:lnTo>
                    <a:pt x="224" y="110"/>
                  </a:lnTo>
                  <a:lnTo>
                    <a:pt x="226" y="122"/>
                  </a:lnTo>
                  <a:lnTo>
                    <a:pt x="226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52" name="Freeform 33"/>
            <p:cNvSpPr>
              <a:spLocks/>
            </p:cNvSpPr>
            <p:nvPr/>
          </p:nvSpPr>
          <p:spPr bwMode="auto">
            <a:xfrm>
              <a:off x="2732" y="3584"/>
              <a:ext cx="342" cy="447"/>
            </a:xfrm>
            <a:custGeom>
              <a:avLst/>
              <a:gdLst>
                <a:gd name="T0" fmla="*/ 186 w 342"/>
                <a:gd name="T1" fmla="*/ 220 h 447"/>
                <a:gd name="T2" fmla="*/ 322 w 342"/>
                <a:gd name="T3" fmla="*/ 16 h 447"/>
                <a:gd name="T4" fmla="*/ 322 w 342"/>
                <a:gd name="T5" fmla="*/ 16 h 447"/>
                <a:gd name="T6" fmla="*/ 326 w 342"/>
                <a:gd name="T7" fmla="*/ 10 h 447"/>
                <a:gd name="T8" fmla="*/ 326 w 342"/>
                <a:gd name="T9" fmla="*/ 4 h 447"/>
                <a:gd name="T10" fmla="*/ 322 w 342"/>
                <a:gd name="T11" fmla="*/ 0 h 447"/>
                <a:gd name="T12" fmla="*/ 314 w 342"/>
                <a:gd name="T13" fmla="*/ 0 h 447"/>
                <a:gd name="T14" fmla="*/ 254 w 342"/>
                <a:gd name="T15" fmla="*/ 0 h 447"/>
                <a:gd name="T16" fmla="*/ 254 w 342"/>
                <a:gd name="T17" fmla="*/ 0 h 447"/>
                <a:gd name="T18" fmla="*/ 246 w 342"/>
                <a:gd name="T19" fmla="*/ 0 h 447"/>
                <a:gd name="T20" fmla="*/ 238 w 342"/>
                <a:gd name="T21" fmla="*/ 4 h 447"/>
                <a:gd name="T22" fmla="*/ 232 w 342"/>
                <a:gd name="T23" fmla="*/ 10 h 447"/>
                <a:gd name="T24" fmla="*/ 228 w 342"/>
                <a:gd name="T25" fmla="*/ 16 h 447"/>
                <a:gd name="T26" fmla="*/ 110 w 342"/>
                <a:gd name="T27" fmla="*/ 192 h 447"/>
                <a:gd name="T28" fmla="*/ 90 w 342"/>
                <a:gd name="T29" fmla="*/ 192 h 447"/>
                <a:gd name="T30" fmla="*/ 90 w 342"/>
                <a:gd name="T31" fmla="*/ 16 h 447"/>
                <a:gd name="T32" fmla="*/ 90 w 342"/>
                <a:gd name="T33" fmla="*/ 16 h 447"/>
                <a:gd name="T34" fmla="*/ 88 w 342"/>
                <a:gd name="T35" fmla="*/ 8 h 447"/>
                <a:gd name="T36" fmla="*/ 86 w 342"/>
                <a:gd name="T37" fmla="*/ 4 h 447"/>
                <a:gd name="T38" fmla="*/ 82 w 342"/>
                <a:gd name="T39" fmla="*/ 0 h 447"/>
                <a:gd name="T40" fmla="*/ 74 w 342"/>
                <a:gd name="T41" fmla="*/ 0 h 447"/>
                <a:gd name="T42" fmla="*/ 16 w 342"/>
                <a:gd name="T43" fmla="*/ 0 h 447"/>
                <a:gd name="T44" fmla="*/ 16 w 342"/>
                <a:gd name="T45" fmla="*/ 0 h 447"/>
                <a:gd name="T46" fmla="*/ 8 w 342"/>
                <a:gd name="T47" fmla="*/ 0 h 447"/>
                <a:gd name="T48" fmla="*/ 4 w 342"/>
                <a:gd name="T49" fmla="*/ 4 h 447"/>
                <a:gd name="T50" fmla="*/ 2 w 342"/>
                <a:gd name="T51" fmla="*/ 8 h 447"/>
                <a:gd name="T52" fmla="*/ 0 w 342"/>
                <a:gd name="T53" fmla="*/ 16 h 447"/>
                <a:gd name="T54" fmla="*/ 0 w 342"/>
                <a:gd name="T55" fmla="*/ 431 h 447"/>
                <a:gd name="T56" fmla="*/ 0 w 342"/>
                <a:gd name="T57" fmla="*/ 431 h 447"/>
                <a:gd name="T58" fmla="*/ 2 w 342"/>
                <a:gd name="T59" fmla="*/ 439 h 447"/>
                <a:gd name="T60" fmla="*/ 4 w 342"/>
                <a:gd name="T61" fmla="*/ 443 h 447"/>
                <a:gd name="T62" fmla="*/ 8 w 342"/>
                <a:gd name="T63" fmla="*/ 447 h 447"/>
                <a:gd name="T64" fmla="*/ 16 w 342"/>
                <a:gd name="T65" fmla="*/ 447 h 447"/>
                <a:gd name="T66" fmla="*/ 74 w 342"/>
                <a:gd name="T67" fmla="*/ 447 h 447"/>
                <a:gd name="T68" fmla="*/ 74 w 342"/>
                <a:gd name="T69" fmla="*/ 447 h 447"/>
                <a:gd name="T70" fmla="*/ 82 w 342"/>
                <a:gd name="T71" fmla="*/ 447 h 447"/>
                <a:gd name="T72" fmla="*/ 86 w 342"/>
                <a:gd name="T73" fmla="*/ 443 h 447"/>
                <a:gd name="T74" fmla="*/ 88 w 342"/>
                <a:gd name="T75" fmla="*/ 439 h 447"/>
                <a:gd name="T76" fmla="*/ 90 w 342"/>
                <a:gd name="T77" fmla="*/ 431 h 447"/>
                <a:gd name="T78" fmla="*/ 90 w 342"/>
                <a:gd name="T79" fmla="*/ 259 h 447"/>
                <a:gd name="T80" fmla="*/ 110 w 342"/>
                <a:gd name="T81" fmla="*/ 259 h 447"/>
                <a:gd name="T82" fmla="*/ 234 w 342"/>
                <a:gd name="T83" fmla="*/ 431 h 447"/>
                <a:gd name="T84" fmla="*/ 234 w 342"/>
                <a:gd name="T85" fmla="*/ 431 h 447"/>
                <a:gd name="T86" fmla="*/ 244 w 342"/>
                <a:gd name="T87" fmla="*/ 443 h 447"/>
                <a:gd name="T88" fmla="*/ 250 w 342"/>
                <a:gd name="T89" fmla="*/ 445 h 447"/>
                <a:gd name="T90" fmla="*/ 258 w 342"/>
                <a:gd name="T91" fmla="*/ 447 h 447"/>
                <a:gd name="T92" fmla="*/ 332 w 342"/>
                <a:gd name="T93" fmla="*/ 447 h 447"/>
                <a:gd name="T94" fmla="*/ 332 w 342"/>
                <a:gd name="T95" fmla="*/ 447 h 447"/>
                <a:gd name="T96" fmla="*/ 338 w 342"/>
                <a:gd name="T97" fmla="*/ 445 h 447"/>
                <a:gd name="T98" fmla="*/ 342 w 342"/>
                <a:gd name="T99" fmla="*/ 443 h 447"/>
                <a:gd name="T100" fmla="*/ 342 w 342"/>
                <a:gd name="T101" fmla="*/ 437 h 447"/>
                <a:gd name="T102" fmla="*/ 340 w 342"/>
                <a:gd name="T103" fmla="*/ 431 h 447"/>
                <a:gd name="T104" fmla="*/ 186 w 342"/>
                <a:gd name="T105" fmla="*/ 22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42" h="447">
                  <a:moveTo>
                    <a:pt x="186" y="220"/>
                  </a:moveTo>
                  <a:lnTo>
                    <a:pt x="322" y="16"/>
                  </a:lnTo>
                  <a:lnTo>
                    <a:pt x="322" y="16"/>
                  </a:lnTo>
                  <a:lnTo>
                    <a:pt x="326" y="10"/>
                  </a:lnTo>
                  <a:lnTo>
                    <a:pt x="326" y="4"/>
                  </a:lnTo>
                  <a:lnTo>
                    <a:pt x="322" y="0"/>
                  </a:lnTo>
                  <a:lnTo>
                    <a:pt x="314" y="0"/>
                  </a:lnTo>
                  <a:lnTo>
                    <a:pt x="254" y="0"/>
                  </a:lnTo>
                  <a:lnTo>
                    <a:pt x="254" y="0"/>
                  </a:lnTo>
                  <a:lnTo>
                    <a:pt x="246" y="0"/>
                  </a:lnTo>
                  <a:lnTo>
                    <a:pt x="238" y="4"/>
                  </a:lnTo>
                  <a:lnTo>
                    <a:pt x="232" y="10"/>
                  </a:lnTo>
                  <a:lnTo>
                    <a:pt x="228" y="16"/>
                  </a:lnTo>
                  <a:lnTo>
                    <a:pt x="110" y="192"/>
                  </a:lnTo>
                  <a:lnTo>
                    <a:pt x="90" y="192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88" y="8"/>
                  </a:lnTo>
                  <a:lnTo>
                    <a:pt x="86" y="4"/>
                  </a:lnTo>
                  <a:lnTo>
                    <a:pt x="82" y="0"/>
                  </a:lnTo>
                  <a:lnTo>
                    <a:pt x="7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2" y="439"/>
                  </a:lnTo>
                  <a:lnTo>
                    <a:pt x="4" y="443"/>
                  </a:lnTo>
                  <a:lnTo>
                    <a:pt x="8" y="447"/>
                  </a:lnTo>
                  <a:lnTo>
                    <a:pt x="16" y="447"/>
                  </a:lnTo>
                  <a:lnTo>
                    <a:pt x="74" y="447"/>
                  </a:lnTo>
                  <a:lnTo>
                    <a:pt x="74" y="447"/>
                  </a:lnTo>
                  <a:lnTo>
                    <a:pt x="82" y="447"/>
                  </a:lnTo>
                  <a:lnTo>
                    <a:pt x="86" y="443"/>
                  </a:lnTo>
                  <a:lnTo>
                    <a:pt x="88" y="439"/>
                  </a:lnTo>
                  <a:lnTo>
                    <a:pt x="90" y="431"/>
                  </a:lnTo>
                  <a:lnTo>
                    <a:pt x="90" y="259"/>
                  </a:lnTo>
                  <a:lnTo>
                    <a:pt x="110" y="259"/>
                  </a:lnTo>
                  <a:lnTo>
                    <a:pt x="234" y="431"/>
                  </a:lnTo>
                  <a:lnTo>
                    <a:pt x="234" y="431"/>
                  </a:lnTo>
                  <a:lnTo>
                    <a:pt x="244" y="443"/>
                  </a:lnTo>
                  <a:lnTo>
                    <a:pt x="250" y="445"/>
                  </a:lnTo>
                  <a:lnTo>
                    <a:pt x="258" y="447"/>
                  </a:lnTo>
                  <a:lnTo>
                    <a:pt x="332" y="447"/>
                  </a:lnTo>
                  <a:lnTo>
                    <a:pt x="332" y="447"/>
                  </a:lnTo>
                  <a:lnTo>
                    <a:pt x="338" y="445"/>
                  </a:lnTo>
                  <a:lnTo>
                    <a:pt x="342" y="443"/>
                  </a:lnTo>
                  <a:lnTo>
                    <a:pt x="342" y="437"/>
                  </a:lnTo>
                  <a:lnTo>
                    <a:pt x="340" y="431"/>
                  </a:lnTo>
                  <a:lnTo>
                    <a:pt x="186" y="2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53" name="Freeform 34"/>
            <p:cNvSpPr>
              <a:spLocks/>
            </p:cNvSpPr>
            <p:nvPr/>
          </p:nvSpPr>
          <p:spPr bwMode="auto">
            <a:xfrm>
              <a:off x="2670" y="2981"/>
              <a:ext cx="300" cy="459"/>
            </a:xfrm>
            <a:custGeom>
              <a:avLst/>
              <a:gdLst>
                <a:gd name="T0" fmla="*/ 300 w 300"/>
                <a:gd name="T1" fmla="*/ 324 h 459"/>
                <a:gd name="T2" fmla="*/ 300 w 300"/>
                <a:gd name="T3" fmla="*/ 316 h 459"/>
                <a:gd name="T4" fmla="*/ 292 w 300"/>
                <a:gd name="T5" fmla="*/ 308 h 459"/>
                <a:gd name="T6" fmla="*/ 230 w 300"/>
                <a:gd name="T7" fmla="*/ 306 h 459"/>
                <a:gd name="T8" fmla="*/ 224 w 300"/>
                <a:gd name="T9" fmla="*/ 308 h 459"/>
                <a:gd name="T10" fmla="*/ 216 w 300"/>
                <a:gd name="T11" fmla="*/ 316 h 459"/>
                <a:gd name="T12" fmla="*/ 214 w 300"/>
                <a:gd name="T13" fmla="*/ 334 h 459"/>
                <a:gd name="T14" fmla="*/ 214 w 300"/>
                <a:gd name="T15" fmla="*/ 346 h 459"/>
                <a:gd name="T16" fmla="*/ 206 w 300"/>
                <a:gd name="T17" fmla="*/ 364 h 459"/>
                <a:gd name="T18" fmla="*/ 190 w 300"/>
                <a:gd name="T19" fmla="*/ 376 h 459"/>
                <a:gd name="T20" fmla="*/ 168 w 300"/>
                <a:gd name="T21" fmla="*/ 385 h 459"/>
                <a:gd name="T22" fmla="*/ 152 w 300"/>
                <a:gd name="T23" fmla="*/ 385 h 459"/>
                <a:gd name="T24" fmla="*/ 124 w 300"/>
                <a:gd name="T25" fmla="*/ 380 h 459"/>
                <a:gd name="T26" fmla="*/ 104 w 300"/>
                <a:gd name="T27" fmla="*/ 372 h 459"/>
                <a:gd name="T28" fmla="*/ 94 w 300"/>
                <a:gd name="T29" fmla="*/ 356 h 459"/>
                <a:gd name="T30" fmla="*/ 90 w 300"/>
                <a:gd name="T31" fmla="*/ 334 h 459"/>
                <a:gd name="T32" fmla="*/ 90 w 300"/>
                <a:gd name="T33" fmla="*/ 122 h 459"/>
                <a:gd name="T34" fmla="*/ 94 w 300"/>
                <a:gd name="T35" fmla="*/ 102 h 459"/>
                <a:gd name="T36" fmla="*/ 104 w 300"/>
                <a:gd name="T37" fmla="*/ 86 h 459"/>
                <a:gd name="T38" fmla="*/ 124 w 300"/>
                <a:gd name="T39" fmla="*/ 76 h 459"/>
                <a:gd name="T40" fmla="*/ 152 w 300"/>
                <a:gd name="T41" fmla="*/ 74 h 459"/>
                <a:gd name="T42" fmla="*/ 168 w 300"/>
                <a:gd name="T43" fmla="*/ 74 h 459"/>
                <a:gd name="T44" fmla="*/ 190 w 300"/>
                <a:gd name="T45" fmla="*/ 80 h 459"/>
                <a:gd name="T46" fmla="*/ 206 w 300"/>
                <a:gd name="T47" fmla="*/ 92 h 459"/>
                <a:gd name="T48" fmla="*/ 214 w 300"/>
                <a:gd name="T49" fmla="*/ 112 h 459"/>
                <a:gd name="T50" fmla="*/ 214 w 300"/>
                <a:gd name="T51" fmla="*/ 124 h 459"/>
                <a:gd name="T52" fmla="*/ 216 w 300"/>
                <a:gd name="T53" fmla="*/ 132 h 459"/>
                <a:gd name="T54" fmla="*/ 224 w 300"/>
                <a:gd name="T55" fmla="*/ 140 h 459"/>
                <a:gd name="T56" fmla="*/ 286 w 300"/>
                <a:gd name="T57" fmla="*/ 140 h 459"/>
                <a:gd name="T58" fmla="*/ 292 w 300"/>
                <a:gd name="T59" fmla="*/ 140 h 459"/>
                <a:gd name="T60" fmla="*/ 300 w 300"/>
                <a:gd name="T61" fmla="*/ 132 h 459"/>
                <a:gd name="T62" fmla="*/ 300 w 300"/>
                <a:gd name="T63" fmla="*/ 108 h 459"/>
                <a:gd name="T64" fmla="*/ 298 w 300"/>
                <a:gd name="T65" fmla="*/ 86 h 459"/>
                <a:gd name="T66" fmla="*/ 290 w 300"/>
                <a:gd name="T67" fmla="*/ 58 h 459"/>
                <a:gd name="T68" fmla="*/ 278 w 300"/>
                <a:gd name="T69" fmla="*/ 40 h 459"/>
                <a:gd name="T70" fmla="*/ 260 w 300"/>
                <a:gd name="T71" fmla="*/ 26 h 459"/>
                <a:gd name="T72" fmla="*/ 238 w 300"/>
                <a:gd name="T73" fmla="*/ 14 h 459"/>
                <a:gd name="T74" fmla="*/ 208 w 300"/>
                <a:gd name="T75" fmla="*/ 6 h 459"/>
                <a:gd name="T76" fmla="*/ 172 w 300"/>
                <a:gd name="T77" fmla="*/ 0 h 459"/>
                <a:gd name="T78" fmla="*/ 150 w 300"/>
                <a:gd name="T79" fmla="*/ 0 h 459"/>
                <a:gd name="T80" fmla="*/ 110 w 300"/>
                <a:gd name="T81" fmla="*/ 2 h 459"/>
                <a:gd name="T82" fmla="*/ 76 w 300"/>
                <a:gd name="T83" fmla="*/ 8 h 459"/>
                <a:gd name="T84" fmla="*/ 50 w 300"/>
                <a:gd name="T85" fmla="*/ 20 h 459"/>
                <a:gd name="T86" fmla="*/ 30 w 300"/>
                <a:gd name="T87" fmla="*/ 32 h 459"/>
                <a:gd name="T88" fmla="*/ 16 w 300"/>
                <a:gd name="T89" fmla="*/ 48 h 459"/>
                <a:gd name="T90" fmla="*/ 8 w 300"/>
                <a:gd name="T91" fmla="*/ 68 h 459"/>
                <a:gd name="T92" fmla="*/ 0 w 300"/>
                <a:gd name="T93" fmla="*/ 108 h 459"/>
                <a:gd name="T94" fmla="*/ 0 w 300"/>
                <a:gd name="T95" fmla="*/ 350 h 459"/>
                <a:gd name="T96" fmla="*/ 8 w 300"/>
                <a:gd name="T97" fmla="*/ 391 h 459"/>
                <a:gd name="T98" fmla="*/ 16 w 300"/>
                <a:gd name="T99" fmla="*/ 409 h 459"/>
                <a:gd name="T100" fmla="*/ 30 w 300"/>
                <a:gd name="T101" fmla="*/ 425 h 459"/>
                <a:gd name="T102" fmla="*/ 50 w 300"/>
                <a:gd name="T103" fmla="*/ 439 h 459"/>
                <a:gd name="T104" fmla="*/ 76 w 300"/>
                <a:gd name="T105" fmla="*/ 449 h 459"/>
                <a:gd name="T106" fmla="*/ 110 w 300"/>
                <a:gd name="T107" fmla="*/ 457 h 459"/>
                <a:gd name="T108" fmla="*/ 150 w 300"/>
                <a:gd name="T109" fmla="*/ 459 h 459"/>
                <a:gd name="T110" fmla="*/ 172 w 300"/>
                <a:gd name="T111" fmla="*/ 457 h 459"/>
                <a:gd name="T112" fmla="*/ 208 w 300"/>
                <a:gd name="T113" fmla="*/ 453 h 459"/>
                <a:gd name="T114" fmla="*/ 238 w 300"/>
                <a:gd name="T115" fmla="*/ 445 h 459"/>
                <a:gd name="T116" fmla="*/ 260 w 300"/>
                <a:gd name="T117" fmla="*/ 433 h 459"/>
                <a:gd name="T118" fmla="*/ 278 w 300"/>
                <a:gd name="T119" fmla="*/ 417 h 459"/>
                <a:gd name="T120" fmla="*/ 290 w 300"/>
                <a:gd name="T121" fmla="*/ 401 h 459"/>
                <a:gd name="T122" fmla="*/ 298 w 300"/>
                <a:gd name="T123" fmla="*/ 370 h 459"/>
                <a:gd name="T124" fmla="*/ 300 w 300"/>
                <a:gd name="T125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00" h="459">
                  <a:moveTo>
                    <a:pt x="300" y="350"/>
                  </a:moveTo>
                  <a:lnTo>
                    <a:pt x="300" y="324"/>
                  </a:lnTo>
                  <a:lnTo>
                    <a:pt x="300" y="324"/>
                  </a:lnTo>
                  <a:lnTo>
                    <a:pt x="300" y="316"/>
                  </a:lnTo>
                  <a:lnTo>
                    <a:pt x="298" y="310"/>
                  </a:lnTo>
                  <a:lnTo>
                    <a:pt x="292" y="308"/>
                  </a:lnTo>
                  <a:lnTo>
                    <a:pt x="286" y="306"/>
                  </a:lnTo>
                  <a:lnTo>
                    <a:pt x="230" y="306"/>
                  </a:lnTo>
                  <a:lnTo>
                    <a:pt x="230" y="306"/>
                  </a:lnTo>
                  <a:lnTo>
                    <a:pt x="224" y="308"/>
                  </a:lnTo>
                  <a:lnTo>
                    <a:pt x="218" y="310"/>
                  </a:lnTo>
                  <a:lnTo>
                    <a:pt x="216" y="316"/>
                  </a:lnTo>
                  <a:lnTo>
                    <a:pt x="214" y="324"/>
                  </a:lnTo>
                  <a:lnTo>
                    <a:pt x="214" y="334"/>
                  </a:lnTo>
                  <a:lnTo>
                    <a:pt x="214" y="334"/>
                  </a:lnTo>
                  <a:lnTo>
                    <a:pt x="214" y="346"/>
                  </a:lnTo>
                  <a:lnTo>
                    <a:pt x="210" y="356"/>
                  </a:lnTo>
                  <a:lnTo>
                    <a:pt x="206" y="364"/>
                  </a:lnTo>
                  <a:lnTo>
                    <a:pt x="200" y="372"/>
                  </a:lnTo>
                  <a:lnTo>
                    <a:pt x="190" y="376"/>
                  </a:lnTo>
                  <a:lnTo>
                    <a:pt x="180" y="380"/>
                  </a:lnTo>
                  <a:lnTo>
                    <a:pt x="168" y="385"/>
                  </a:lnTo>
                  <a:lnTo>
                    <a:pt x="152" y="385"/>
                  </a:lnTo>
                  <a:lnTo>
                    <a:pt x="152" y="385"/>
                  </a:lnTo>
                  <a:lnTo>
                    <a:pt x="136" y="385"/>
                  </a:lnTo>
                  <a:lnTo>
                    <a:pt x="124" y="380"/>
                  </a:lnTo>
                  <a:lnTo>
                    <a:pt x="112" y="376"/>
                  </a:lnTo>
                  <a:lnTo>
                    <a:pt x="104" y="372"/>
                  </a:lnTo>
                  <a:lnTo>
                    <a:pt x="98" y="364"/>
                  </a:lnTo>
                  <a:lnTo>
                    <a:pt x="94" y="356"/>
                  </a:lnTo>
                  <a:lnTo>
                    <a:pt x="90" y="346"/>
                  </a:lnTo>
                  <a:lnTo>
                    <a:pt x="90" y="334"/>
                  </a:lnTo>
                  <a:lnTo>
                    <a:pt x="90" y="122"/>
                  </a:lnTo>
                  <a:lnTo>
                    <a:pt x="90" y="122"/>
                  </a:lnTo>
                  <a:lnTo>
                    <a:pt x="90" y="112"/>
                  </a:lnTo>
                  <a:lnTo>
                    <a:pt x="94" y="102"/>
                  </a:lnTo>
                  <a:lnTo>
                    <a:pt x="98" y="92"/>
                  </a:lnTo>
                  <a:lnTo>
                    <a:pt x="104" y="86"/>
                  </a:lnTo>
                  <a:lnTo>
                    <a:pt x="112" y="80"/>
                  </a:lnTo>
                  <a:lnTo>
                    <a:pt x="124" y="76"/>
                  </a:lnTo>
                  <a:lnTo>
                    <a:pt x="136" y="74"/>
                  </a:lnTo>
                  <a:lnTo>
                    <a:pt x="152" y="74"/>
                  </a:lnTo>
                  <a:lnTo>
                    <a:pt x="152" y="74"/>
                  </a:lnTo>
                  <a:lnTo>
                    <a:pt x="168" y="74"/>
                  </a:lnTo>
                  <a:lnTo>
                    <a:pt x="180" y="76"/>
                  </a:lnTo>
                  <a:lnTo>
                    <a:pt x="190" y="80"/>
                  </a:lnTo>
                  <a:lnTo>
                    <a:pt x="200" y="86"/>
                  </a:lnTo>
                  <a:lnTo>
                    <a:pt x="206" y="92"/>
                  </a:lnTo>
                  <a:lnTo>
                    <a:pt x="210" y="102"/>
                  </a:lnTo>
                  <a:lnTo>
                    <a:pt x="214" y="112"/>
                  </a:lnTo>
                  <a:lnTo>
                    <a:pt x="214" y="122"/>
                  </a:lnTo>
                  <a:lnTo>
                    <a:pt x="214" y="124"/>
                  </a:lnTo>
                  <a:lnTo>
                    <a:pt x="214" y="124"/>
                  </a:lnTo>
                  <a:lnTo>
                    <a:pt x="216" y="132"/>
                  </a:lnTo>
                  <a:lnTo>
                    <a:pt x="218" y="136"/>
                  </a:lnTo>
                  <a:lnTo>
                    <a:pt x="224" y="140"/>
                  </a:lnTo>
                  <a:lnTo>
                    <a:pt x="230" y="140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292" y="140"/>
                  </a:lnTo>
                  <a:lnTo>
                    <a:pt x="298" y="136"/>
                  </a:lnTo>
                  <a:lnTo>
                    <a:pt x="300" y="132"/>
                  </a:lnTo>
                  <a:lnTo>
                    <a:pt x="300" y="124"/>
                  </a:lnTo>
                  <a:lnTo>
                    <a:pt x="300" y="108"/>
                  </a:lnTo>
                  <a:lnTo>
                    <a:pt x="300" y="108"/>
                  </a:lnTo>
                  <a:lnTo>
                    <a:pt x="298" y="86"/>
                  </a:lnTo>
                  <a:lnTo>
                    <a:pt x="294" y="68"/>
                  </a:lnTo>
                  <a:lnTo>
                    <a:pt x="290" y="58"/>
                  </a:lnTo>
                  <a:lnTo>
                    <a:pt x="284" y="48"/>
                  </a:lnTo>
                  <a:lnTo>
                    <a:pt x="278" y="40"/>
                  </a:lnTo>
                  <a:lnTo>
                    <a:pt x="270" y="32"/>
                  </a:lnTo>
                  <a:lnTo>
                    <a:pt x="260" y="26"/>
                  </a:lnTo>
                  <a:lnTo>
                    <a:pt x="250" y="20"/>
                  </a:lnTo>
                  <a:lnTo>
                    <a:pt x="238" y="14"/>
                  </a:lnTo>
                  <a:lnTo>
                    <a:pt x="224" y="8"/>
                  </a:lnTo>
                  <a:lnTo>
                    <a:pt x="208" y="6"/>
                  </a:lnTo>
                  <a:lnTo>
                    <a:pt x="192" y="2"/>
                  </a:lnTo>
                  <a:lnTo>
                    <a:pt x="172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30" y="0"/>
                  </a:lnTo>
                  <a:lnTo>
                    <a:pt x="110" y="2"/>
                  </a:lnTo>
                  <a:lnTo>
                    <a:pt x="92" y="6"/>
                  </a:lnTo>
                  <a:lnTo>
                    <a:pt x="76" y="8"/>
                  </a:lnTo>
                  <a:lnTo>
                    <a:pt x="62" y="14"/>
                  </a:lnTo>
                  <a:lnTo>
                    <a:pt x="50" y="20"/>
                  </a:lnTo>
                  <a:lnTo>
                    <a:pt x="40" y="26"/>
                  </a:lnTo>
                  <a:lnTo>
                    <a:pt x="30" y="32"/>
                  </a:lnTo>
                  <a:lnTo>
                    <a:pt x="22" y="40"/>
                  </a:lnTo>
                  <a:lnTo>
                    <a:pt x="16" y="48"/>
                  </a:lnTo>
                  <a:lnTo>
                    <a:pt x="12" y="58"/>
                  </a:lnTo>
                  <a:lnTo>
                    <a:pt x="8" y="68"/>
                  </a:lnTo>
                  <a:lnTo>
                    <a:pt x="2" y="86"/>
                  </a:lnTo>
                  <a:lnTo>
                    <a:pt x="0" y="108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6" y="409"/>
                  </a:lnTo>
                  <a:lnTo>
                    <a:pt x="22" y="417"/>
                  </a:lnTo>
                  <a:lnTo>
                    <a:pt x="30" y="425"/>
                  </a:lnTo>
                  <a:lnTo>
                    <a:pt x="40" y="433"/>
                  </a:lnTo>
                  <a:lnTo>
                    <a:pt x="50" y="439"/>
                  </a:lnTo>
                  <a:lnTo>
                    <a:pt x="62" y="445"/>
                  </a:lnTo>
                  <a:lnTo>
                    <a:pt x="76" y="449"/>
                  </a:lnTo>
                  <a:lnTo>
                    <a:pt x="92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lnTo>
                    <a:pt x="172" y="457"/>
                  </a:lnTo>
                  <a:lnTo>
                    <a:pt x="192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0" y="433"/>
                  </a:lnTo>
                  <a:lnTo>
                    <a:pt x="270" y="425"/>
                  </a:lnTo>
                  <a:lnTo>
                    <a:pt x="278" y="417"/>
                  </a:lnTo>
                  <a:lnTo>
                    <a:pt x="284" y="409"/>
                  </a:lnTo>
                  <a:lnTo>
                    <a:pt x="290" y="401"/>
                  </a:lnTo>
                  <a:lnTo>
                    <a:pt x="294" y="391"/>
                  </a:lnTo>
                  <a:lnTo>
                    <a:pt x="298" y="370"/>
                  </a:lnTo>
                  <a:lnTo>
                    <a:pt x="300" y="350"/>
                  </a:lnTo>
                  <a:lnTo>
                    <a:pt x="300" y="3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54" name="Freeform 35"/>
            <p:cNvSpPr>
              <a:spLocks noEditPoints="1"/>
            </p:cNvSpPr>
            <p:nvPr/>
          </p:nvSpPr>
          <p:spPr bwMode="auto">
            <a:xfrm>
              <a:off x="748" y="2987"/>
              <a:ext cx="348" cy="447"/>
            </a:xfrm>
            <a:custGeom>
              <a:avLst/>
              <a:gdLst>
                <a:gd name="T0" fmla="*/ 256 w 348"/>
                <a:gd name="T1" fmla="*/ 431 h 447"/>
                <a:gd name="T2" fmla="*/ 256 w 348"/>
                <a:gd name="T3" fmla="*/ 431 h 447"/>
                <a:gd name="T4" fmla="*/ 260 w 348"/>
                <a:gd name="T5" fmla="*/ 437 h 447"/>
                <a:gd name="T6" fmla="*/ 264 w 348"/>
                <a:gd name="T7" fmla="*/ 443 h 447"/>
                <a:gd name="T8" fmla="*/ 268 w 348"/>
                <a:gd name="T9" fmla="*/ 447 h 447"/>
                <a:gd name="T10" fmla="*/ 276 w 348"/>
                <a:gd name="T11" fmla="*/ 447 h 447"/>
                <a:gd name="T12" fmla="*/ 336 w 348"/>
                <a:gd name="T13" fmla="*/ 447 h 447"/>
                <a:gd name="T14" fmla="*/ 336 w 348"/>
                <a:gd name="T15" fmla="*/ 447 h 447"/>
                <a:gd name="T16" fmla="*/ 342 w 348"/>
                <a:gd name="T17" fmla="*/ 447 h 447"/>
                <a:gd name="T18" fmla="*/ 346 w 348"/>
                <a:gd name="T19" fmla="*/ 443 h 447"/>
                <a:gd name="T20" fmla="*/ 348 w 348"/>
                <a:gd name="T21" fmla="*/ 437 h 447"/>
                <a:gd name="T22" fmla="*/ 348 w 348"/>
                <a:gd name="T23" fmla="*/ 431 h 447"/>
                <a:gd name="T24" fmla="*/ 224 w 348"/>
                <a:gd name="T25" fmla="*/ 16 h 447"/>
                <a:gd name="T26" fmla="*/ 224 w 348"/>
                <a:gd name="T27" fmla="*/ 16 h 447"/>
                <a:gd name="T28" fmla="*/ 222 w 348"/>
                <a:gd name="T29" fmla="*/ 8 h 447"/>
                <a:gd name="T30" fmla="*/ 218 w 348"/>
                <a:gd name="T31" fmla="*/ 4 h 447"/>
                <a:gd name="T32" fmla="*/ 212 w 348"/>
                <a:gd name="T33" fmla="*/ 0 h 447"/>
                <a:gd name="T34" fmla="*/ 204 w 348"/>
                <a:gd name="T35" fmla="*/ 0 h 447"/>
                <a:gd name="T36" fmla="*/ 146 w 348"/>
                <a:gd name="T37" fmla="*/ 0 h 447"/>
                <a:gd name="T38" fmla="*/ 146 w 348"/>
                <a:gd name="T39" fmla="*/ 0 h 447"/>
                <a:gd name="T40" fmla="*/ 138 w 348"/>
                <a:gd name="T41" fmla="*/ 0 h 447"/>
                <a:gd name="T42" fmla="*/ 132 w 348"/>
                <a:gd name="T43" fmla="*/ 4 h 447"/>
                <a:gd name="T44" fmla="*/ 128 w 348"/>
                <a:gd name="T45" fmla="*/ 8 h 447"/>
                <a:gd name="T46" fmla="*/ 126 w 348"/>
                <a:gd name="T47" fmla="*/ 16 h 447"/>
                <a:gd name="T48" fmla="*/ 2 w 348"/>
                <a:gd name="T49" fmla="*/ 431 h 447"/>
                <a:gd name="T50" fmla="*/ 2 w 348"/>
                <a:gd name="T51" fmla="*/ 431 h 447"/>
                <a:gd name="T52" fmla="*/ 0 w 348"/>
                <a:gd name="T53" fmla="*/ 437 h 447"/>
                <a:gd name="T54" fmla="*/ 2 w 348"/>
                <a:gd name="T55" fmla="*/ 443 h 447"/>
                <a:gd name="T56" fmla="*/ 8 w 348"/>
                <a:gd name="T57" fmla="*/ 447 h 447"/>
                <a:gd name="T58" fmla="*/ 14 w 348"/>
                <a:gd name="T59" fmla="*/ 447 h 447"/>
                <a:gd name="T60" fmla="*/ 68 w 348"/>
                <a:gd name="T61" fmla="*/ 447 h 447"/>
                <a:gd name="T62" fmla="*/ 68 w 348"/>
                <a:gd name="T63" fmla="*/ 447 h 447"/>
                <a:gd name="T64" fmla="*/ 76 w 348"/>
                <a:gd name="T65" fmla="*/ 447 h 447"/>
                <a:gd name="T66" fmla="*/ 82 w 348"/>
                <a:gd name="T67" fmla="*/ 443 h 447"/>
                <a:gd name="T68" fmla="*/ 84 w 348"/>
                <a:gd name="T69" fmla="*/ 437 h 447"/>
                <a:gd name="T70" fmla="*/ 88 w 348"/>
                <a:gd name="T71" fmla="*/ 431 h 447"/>
                <a:gd name="T72" fmla="*/ 110 w 348"/>
                <a:gd name="T73" fmla="*/ 350 h 447"/>
                <a:gd name="T74" fmla="*/ 234 w 348"/>
                <a:gd name="T75" fmla="*/ 350 h 447"/>
                <a:gd name="T76" fmla="*/ 256 w 348"/>
                <a:gd name="T77" fmla="*/ 431 h 447"/>
                <a:gd name="T78" fmla="*/ 130 w 348"/>
                <a:gd name="T79" fmla="*/ 280 h 447"/>
                <a:gd name="T80" fmla="*/ 172 w 348"/>
                <a:gd name="T81" fmla="*/ 92 h 447"/>
                <a:gd name="T82" fmla="*/ 214 w 348"/>
                <a:gd name="T83" fmla="*/ 280 h 447"/>
                <a:gd name="T84" fmla="*/ 130 w 348"/>
                <a:gd name="T85" fmla="*/ 28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48" h="447">
                  <a:moveTo>
                    <a:pt x="256" y="431"/>
                  </a:moveTo>
                  <a:lnTo>
                    <a:pt x="256" y="431"/>
                  </a:lnTo>
                  <a:lnTo>
                    <a:pt x="260" y="437"/>
                  </a:lnTo>
                  <a:lnTo>
                    <a:pt x="264" y="443"/>
                  </a:lnTo>
                  <a:lnTo>
                    <a:pt x="268" y="447"/>
                  </a:lnTo>
                  <a:lnTo>
                    <a:pt x="276" y="447"/>
                  </a:lnTo>
                  <a:lnTo>
                    <a:pt x="336" y="447"/>
                  </a:lnTo>
                  <a:lnTo>
                    <a:pt x="336" y="447"/>
                  </a:lnTo>
                  <a:lnTo>
                    <a:pt x="342" y="447"/>
                  </a:lnTo>
                  <a:lnTo>
                    <a:pt x="346" y="443"/>
                  </a:lnTo>
                  <a:lnTo>
                    <a:pt x="348" y="437"/>
                  </a:lnTo>
                  <a:lnTo>
                    <a:pt x="348" y="431"/>
                  </a:lnTo>
                  <a:lnTo>
                    <a:pt x="224" y="16"/>
                  </a:lnTo>
                  <a:lnTo>
                    <a:pt x="224" y="16"/>
                  </a:lnTo>
                  <a:lnTo>
                    <a:pt x="222" y="8"/>
                  </a:lnTo>
                  <a:lnTo>
                    <a:pt x="218" y="4"/>
                  </a:lnTo>
                  <a:lnTo>
                    <a:pt x="212" y="0"/>
                  </a:lnTo>
                  <a:lnTo>
                    <a:pt x="204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38" y="0"/>
                  </a:lnTo>
                  <a:lnTo>
                    <a:pt x="132" y="4"/>
                  </a:lnTo>
                  <a:lnTo>
                    <a:pt x="128" y="8"/>
                  </a:lnTo>
                  <a:lnTo>
                    <a:pt x="126" y="16"/>
                  </a:lnTo>
                  <a:lnTo>
                    <a:pt x="2" y="431"/>
                  </a:lnTo>
                  <a:lnTo>
                    <a:pt x="2" y="431"/>
                  </a:lnTo>
                  <a:lnTo>
                    <a:pt x="0" y="437"/>
                  </a:lnTo>
                  <a:lnTo>
                    <a:pt x="2" y="443"/>
                  </a:lnTo>
                  <a:lnTo>
                    <a:pt x="8" y="447"/>
                  </a:lnTo>
                  <a:lnTo>
                    <a:pt x="14" y="447"/>
                  </a:lnTo>
                  <a:lnTo>
                    <a:pt x="68" y="447"/>
                  </a:lnTo>
                  <a:lnTo>
                    <a:pt x="68" y="447"/>
                  </a:lnTo>
                  <a:lnTo>
                    <a:pt x="76" y="447"/>
                  </a:lnTo>
                  <a:lnTo>
                    <a:pt x="82" y="443"/>
                  </a:lnTo>
                  <a:lnTo>
                    <a:pt x="84" y="437"/>
                  </a:lnTo>
                  <a:lnTo>
                    <a:pt x="88" y="431"/>
                  </a:lnTo>
                  <a:lnTo>
                    <a:pt x="110" y="350"/>
                  </a:lnTo>
                  <a:lnTo>
                    <a:pt x="234" y="350"/>
                  </a:lnTo>
                  <a:lnTo>
                    <a:pt x="256" y="431"/>
                  </a:lnTo>
                  <a:close/>
                  <a:moveTo>
                    <a:pt x="130" y="280"/>
                  </a:moveTo>
                  <a:lnTo>
                    <a:pt x="172" y="92"/>
                  </a:lnTo>
                  <a:lnTo>
                    <a:pt x="214" y="280"/>
                  </a:lnTo>
                  <a:lnTo>
                    <a:pt x="130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55" name="Freeform 36"/>
            <p:cNvSpPr>
              <a:spLocks/>
            </p:cNvSpPr>
            <p:nvPr/>
          </p:nvSpPr>
          <p:spPr bwMode="auto">
            <a:xfrm>
              <a:off x="78" y="2981"/>
              <a:ext cx="302" cy="459"/>
            </a:xfrm>
            <a:custGeom>
              <a:avLst/>
              <a:gdLst>
                <a:gd name="T0" fmla="*/ 172 w 302"/>
                <a:gd name="T1" fmla="*/ 457 h 459"/>
                <a:gd name="T2" fmla="*/ 224 w 302"/>
                <a:gd name="T3" fmla="*/ 449 h 459"/>
                <a:gd name="T4" fmla="*/ 262 w 302"/>
                <a:gd name="T5" fmla="*/ 433 h 459"/>
                <a:gd name="T6" fmla="*/ 286 w 302"/>
                <a:gd name="T7" fmla="*/ 409 h 459"/>
                <a:gd name="T8" fmla="*/ 300 w 302"/>
                <a:gd name="T9" fmla="*/ 370 h 459"/>
                <a:gd name="T10" fmla="*/ 302 w 302"/>
                <a:gd name="T11" fmla="*/ 300 h 459"/>
                <a:gd name="T12" fmla="*/ 290 w 302"/>
                <a:gd name="T13" fmla="*/ 252 h 459"/>
                <a:gd name="T14" fmla="*/ 256 w 302"/>
                <a:gd name="T15" fmla="*/ 220 h 459"/>
                <a:gd name="T16" fmla="*/ 122 w 302"/>
                <a:gd name="T17" fmla="*/ 164 h 459"/>
                <a:gd name="T18" fmla="*/ 104 w 302"/>
                <a:gd name="T19" fmla="*/ 154 h 459"/>
                <a:gd name="T20" fmla="*/ 96 w 302"/>
                <a:gd name="T21" fmla="*/ 136 h 459"/>
                <a:gd name="T22" fmla="*/ 96 w 302"/>
                <a:gd name="T23" fmla="*/ 120 h 459"/>
                <a:gd name="T24" fmla="*/ 102 w 302"/>
                <a:gd name="T25" fmla="*/ 90 h 459"/>
                <a:gd name="T26" fmla="*/ 126 w 302"/>
                <a:gd name="T27" fmla="*/ 74 h 459"/>
                <a:gd name="T28" fmla="*/ 152 w 302"/>
                <a:gd name="T29" fmla="*/ 72 h 459"/>
                <a:gd name="T30" fmla="*/ 190 w 302"/>
                <a:gd name="T31" fmla="*/ 78 h 459"/>
                <a:gd name="T32" fmla="*/ 208 w 302"/>
                <a:gd name="T33" fmla="*/ 98 h 459"/>
                <a:gd name="T34" fmla="*/ 210 w 302"/>
                <a:gd name="T35" fmla="*/ 124 h 459"/>
                <a:gd name="T36" fmla="*/ 214 w 302"/>
                <a:gd name="T37" fmla="*/ 136 h 459"/>
                <a:gd name="T38" fmla="*/ 282 w 302"/>
                <a:gd name="T39" fmla="*/ 140 h 459"/>
                <a:gd name="T40" fmla="*/ 294 w 302"/>
                <a:gd name="T41" fmla="*/ 136 h 459"/>
                <a:gd name="T42" fmla="*/ 298 w 302"/>
                <a:gd name="T43" fmla="*/ 108 h 459"/>
                <a:gd name="T44" fmla="*/ 292 w 302"/>
                <a:gd name="T45" fmla="*/ 68 h 459"/>
                <a:gd name="T46" fmla="*/ 276 w 302"/>
                <a:gd name="T47" fmla="*/ 40 h 459"/>
                <a:gd name="T48" fmla="*/ 248 w 302"/>
                <a:gd name="T49" fmla="*/ 20 h 459"/>
                <a:gd name="T50" fmla="*/ 208 w 302"/>
                <a:gd name="T51" fmla="*/ 6 h 459"/>
                <a:gd name="T52" fmla="*/ 150 w 302"/>
                <a:gd name="T53" fmla="*/ 0 h 459"/>
                <a:gd name="T54" fmla="*/ 112 w 302"/>
                <a:gd name="T55" fmla="*/ 2 h 459"/>
                <a:gd name="T56" fmla="*/ 66 w 302"/>
                <a:gd name="T57" fmla="*/ 14 h 459"/>
                <a:gd name="T58" fmla="*/ 36 w 302"/>
                <a:gd name="T59" fmla="*/ 34 h 459"/>
                <a:gd name="T60" fmla="*/ 14 w 302"/>
                <a:gd name="T61" fmla="*/ 68 h 459"/>
                <a:gd name="T62" fmla="*/ 8 w 302"/>
                <a:gd name="T63" fmla="*/ 146 h 459"/>
                <a:gd name="T64" fmla="*/ 14 w 302"/>
                <a:gd name="T65" fmla="*/ 174 h 459"/>
                <a:gd name="T66" fmla="*/ 36 w 302"/>
                <a:gd name="T67" fmla="*/ 210 h 459"/>
                <a:gd name="T68" fmla="*/ 70 w 302"/>
                <a:gd name="T69" fmla="*/ 230 h 459"/>
                <a:gd name="T70" fmla="*/ 184 w 302"/>
                <a:gd name="T71" fmla="*/ 278 h 459"/>
                <a:gd name="T72" fmla="*/ 210 w 302"/>
                <a:gd name="T73" fmla="*/ 300 h 459"/>
                <a:gd name="T74" fmla="*/ 214 w 302"/>
                <a:gd name="T75" fmla="*/ 338 h 459"/>
                <a:gd name="T76" fmla="*/ 210 w 302"/>
                <a:gd name="T77" fmla="*/ 360 h 459"/>
                <a:gd name="T78" fmla="*/ 190 w 302"/>
                <a:gd name="T79" fmla="*/ 380 h 459"/>
                <a:gd name="T80" fmla="*/ 150 w 302"/>
                <a:gd name="T81" fmla="*/ 387 h 459"/>
                <a:gd name="T82" fmla="*/ 120 w 302"/>
                <a:gd name="T83" fmla="*/ 385 h 459"/>
                <a:gd name="T84" fmla="*/ 96 w 302"/>
                <a:gd name="T85" fmla="*/ 368 h 459"/>
                <a:gd name="T86" fmla="*/ 88 w 302"/>
                <a:gd name="T87" fmla="*/ 338 h 459"/>
                <a:gd name="T88" fmla="*/ 86 w 302"/>
                <a:gd name="T89" fmla="*/ 316 h 459"/>
                <a:gd name="T90" fmla="*/ 72 w 302"/>
                <a:gd name="T91" fmla="*/ 306 h 459"/>
                <a:gd name="T92" fmla="*/ 8 w 302"/>
                <a:gd name="T93" fmla="*/ 308 h 459"/>
                <a:gd name="T94" fmla="*/ 0 w 302"/>
                <a:gd name="T95" fmla="*/ 324 h 459"/>
                <a:gd name="T96" fmla="*/ 2 w 302"/>
                <a:gd name="T97" fmla="*/ 370 h 459"/>
                <a:gd name="T98" fmla="*/ 16 w 302"/>
                <a:gd name="T99" fmla="*/ 409 h 459"/>
                <a:gd name="T100" fmla="*/ 40 w 302"/>
                <a:gd name="T101" fmla="*/ 433 h 459"/>
                <a:gd name="T102" fmla="*/ 78 w 302"/>
                <a:gd name="T103" fmla="*/ 449 h 459"/>
                <a:gd name="T104" fmla="*/ 130 w 302"/>
                <a:gd name="T105" fmla="*/ 457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" h="459">
                  <a:moveTo>
                    <a:pt x="150" y="459"/>
                  </a:moveTo>
                  <a:lnTo>
                    <a:pt x="150" y="459"/>
                  </a:lnTo>
                  <a:lnTo>
                    <a:pt x="172" y="457"/>
                  </a:lnTo>
                  <a:lnTo>
                    <a:pt x="190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2" y="433"/>
                  </a:lnTo>
                  <a:lnTo>
                    <a:pt x="270" y="425"/>
                  </a:lnTo>
                  <a:lnTo>
                    <a:pt x="278" y="417"/>
                  </a:lnTo>
                  <a:lnTo>
                    <a:pt x="286" y="409"/>
                  </a:lnTo>
                  <a:lnTo>
                    <a:pt x="290" y="401"/>
                  </a:lnTo>
                  <a:lnTo>
                    <a:pt x="294" y="391"/>
                  </a:lnTo>
                  <a:lnTo>
                    <a:pt x="300" y="370"/>
                  </a:lnTo>
                  <a:lnTo>
                    <a:pt x="302" y="350"/>
                  </a:lnTo>
                  <a:lnTo>
                    <a:pt x="302" y="300"/>
                  </a:lnTo>
                  <a:lnTo>
                    <a:pt x="302" y="300"/>
                  </a:lnTo>
                  <a:lnTo>
                    <a:pt x="300" y="282"/>
                  </a:lnTo>
                  <a:lnTo>
                    <a:pt x="296" y="266"/>
                  </a:lnTo>
                  <a:lnTo>
                    <a:pt x="290" y="252"/>
                  </a:lnTo>
                  <a:lnTo>
                    <a:pt x="280" y="240"/>
                  </a:lnTo>
                  <a:lnTo>
                    <a:pt x="268" y="230"/>
                  </a:lnTo>
                  <a:lnTo>
                    <a:pt x="256" y="220"/>
                  </a:lnTo>
                  <a:lnTo>
                    <a:pt x="240" y="212"/>
                  </a:lnTo>
                  <a:lnTo>
                    <a:pt x="224" y="206"/>
                  </a:lnTo>
                  <a:lnTo>
                    <a:pt x="122" y="164"/>
                  </a:lnTo>
                  <a:lnTo>
                    <a:pt x="122" y="164"/>
                  </a:lnTo>
                  <a:lnTo>
                    <a:pt x="114" y="160"/>
                  </a:lnTo>
                  <a:lnTo>
                    <a:pt x="104" y="154"/>
                  </a:lnTo>
                  <a:lnTo>
                    <a:pt x="102" y="150"/>
                  </a:lnTo>
                  <a:lnTo>
                    <a:pt x="98" y="144"/>
                  </a:lnTo>
                  <a:lnTo>
                    <a:pt x="96" y="136"/>
                  </a:lnTo>
                  <a:lnTo>
                    <a:pt x="96" y="128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08"/>
                  </a:lnTo>
                  <a:lnTo>
                    <a:pt x="98" y="98"/>
                  </a:lnTo>
                  <a:lnTo>
                    <a:pt x="102" y="90"/>
                  </a:lnTo>
                  <a:lnTo>
                    <a:pt x="108" y="84"/>
                  </a:lnTo>
                  <a:lnTo>
                    <a:pt x="116" y="78"/>
                  </a:lnTo>
                  <a:lnTo>
                    <a:pt x="126" y="74"/>
                  </a:lnTo>
                  <a:lnTo>
                    <a:pt x="138" y="72"/>
                  </a:lnTo>
                  <a:lnTo>
                    <a:pt x="152" y="72"/>
                  </a:lnTo>
                  <a:lnTo>
                    <a:pt x="152" y="72"/>
                  </a:lnTo>
                  <a:lnTo>
                    <a:pt x="166" y="72"/>
                  </a:lnTo>
                  <a:lnTo>
                    <a:pt x="180" y="74"/>
                  </a:lnTo>
                  <a:lnTo>
                    <a:pt x="190" y="78"/>
                  </a:lnTo>
                  <a:lnTo>
                    <a:pt x="198" y="84"/>
                  </a:lnTo>
                  <a:lnTo>
                    <a:pt x="204" y="90"/>
                  </a:lnTo>
                  <a:lnTo>
                    <a:pt x="208" y="98"/>
                  </a:lnTo>
                  <a:lnTo>
                    <a:pt x="210" y="108"/>
                  </a:lnTo>
                  <a:lnTo>
                    <a:pt x="210" y="120"/>
                  </a:lnTo>
                  <a:lnTo>
                    <a:pt x="210" y="124"/>
                  </a:lnTo>
                  <a:lnTo>
                    <a:pt x="210" y="124"/>
                  </a:lnTo>
                  <a:lnTo>
                    <a:pt x="212" y="132"/>
                  </a:lnTo>
                  <a:lnTo>
                    <a:pt x="214" y="136"/>
                  </a:lnTo>
                  <a:lnTo>
                    <a:pt x="218" y="140"/>
                  </a:lnTo>
                  <a:lnTo>
                    <a:pt x="226" y="140"/>
                  </a:lnTo>
                  <a:lnTo>
                    <a:pt x="282" y="140"/>
                  </a:lnTo>
                  <a:lnTo>
                    <a:pt x="282" y="140"/>
                  </a:lnTo>
                  <a:lnTo>
                    <a:pt x="290" y="140"/>
                  </a:lnTo>
                  <a:lnTo>
                    <a:pt x="294" y="136"/>
                  </a:lnTo>
                  <a:lnTo>
                    <a:pt x="298" y="132"/>
                  </a:lnTo>
                  <a:lnTo>
                    <a:pt x="298" y="124"/>
                  </a:lnTo>
                  <a:lnTo>
                    <a:pt x="298" y="108"/>
                  </a:lnTo>
                  <a:lnTo>
                    <a:pt x="298" y="108"/>
                  </a:lnTo>
                  <a:lnTo>
                    <a:pt x="296" y="86"/>
                  </a:lnTo>
                  <a:lnTo>
                    <a:pt x="292" y="68"/>
                  </a:lnTo>
                  <a:lnTo>
                    <a:pt x="288" y="58"/>
                  </a:lnTo>
                  <a:lnTo>
                    <a:pt x="282" y="50"/>
                  </a:lnTo>
                  <a:lnTo>
                    <a:pt x="276" y="40"/>
                  </a:lnTo>
                  <a:lnTo>
                    <a:pt x="268" y="34"/>
                  </a:lnTo>
                  <a:lnTo>
                    <a:pt x="258" y="26"/>
                  </a:lnTo>
                  <a:lnTo>
                    <a:pt x="248" y="20"/>
                  </a:lnTo>
                  <a:lnTo>
                    <a:pt x="236" y="14"/>
                  </a:lnTo>
                  <a:lnTo>
                    <a:pt x="222" y="10"/>
                  </a:lnTo>
                  <a:lnTo>
                    <a:pt x="208" y="6"/>
                  </a:lnTo>
                  <a:lnTo>
                    <a:pt x="190" y="2"/>
                  </a:lnTo>
                  <a:lnTo>
                    <a:pt x="172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30" y="0"/>
                  </a:lnTo>
                  <a:lnTo>
                    <a:pt x="112" y="2"/>
                  </a:lnTo>
                  <a:lnTo>
                    <a:pt x="94" y="6"/>
                  </a:lnTo>
                  <a:lnTo>
                    <a:pt x="80" y="10"/>
                  </a:lnTo>
                  <a:lnTo>
                    <a:pt x="66" y="14"/>
                  </a:lnTo>
                  <a:lnTo>
                    <a:pt x="56" y="20"/>
                  </a:lnTo>
                  <a:lnTo>
                    <a:pt x="46" y="26"/>
                  </a:lnTo>
                  <a:lnTo>
                    <a:pt x="36" y="34"/>
                  </a:lnTo>
                  <a:lnTo>
                    <a:pt x="30" y="40"/>
                  </a:lnTo>
                  <a:lnTo>
                    <a:pt x="24" y="50"/>
                  </a:lnTo>
                  <a:lnTo>
                    <a:pt x="14" y="68"/>
                  </a:lnTo>
                  <a:lnTo>
                    <a:pt x="10" y="86"/>
                  </a:lnTo>
                  <a:lnTo>
                    <a:pt x="8" y="108"/>
                  </a:lnTo>
                  <a:lnTo>
                    <a:pt x="8" y="146"/>
                  </a:lnTo>
                  <a:lnTo>
                    <a:pt x="8" y="146"/>
                  </a:lnTo>
                  <a:lnTo>
                    <a:pt x="10" y="160"/>
                  </a:lnTo>
                  <a:lnTo>
                    <a:pt x="14" y="174"/>
                  </a:lnTo>
                  <a:lnTo>
                    <a:pt x="20" y="188"/>
                  </a:lnTo>
                  <a:lnTo>
                    <a:pt x="28" y="198"/>
                  </a:lnTo>
                  <a:lnTo>
                    <a:pt x="36" y="210"/>
                  </a:lnTo>
                  <a:lnTo>
                    <a:pt x="46" y="218"/>
                  </a:lnTo>
                  <a:lnTo>
                    <a:pt x="58" y="226"/>
                  </a:lnTo>
                  <a:lnTo>
                    <a:pt x="70" y="230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84" y="278"/>
                  </a:lnTo>
                  <a:lnTo>
                    <a:pt x="200" y="288"/>
                  </a:lnTo>
                  <a:lnTo>
                    <a:pt x="206" y="294"/>
                  </a:lnTo>
                  <a:lnTo>
                    <a:pt x="210" y="300"/>
                  </a:lnTo>
                  <a:lnTo>
                    <a:pt x="214" y="308"/>
                  </a:lnTo>
                  <a:lnTo>
                    <a:pt x="214" y="318"/>
                  </a:lnTo>
                  <a:lnTo>
                    <a:pt x="214" y="338"/>
                  </a:lnTo>
                  <a:lnTo>
                    <a:pt x="214" y="338"/>
                  </a:lnTo>
                  <a:lnTo>
                    <a:pt x="214" y="350"/>
                  </a:lnTo>
                  <a:lnTo>
                    <a:pt x="210" y="360"/>
                  </a:lnTo>
                  <a:lnTo>
                    <a:pt x="206" y="368"/>
                  </a:lnTo>
                  <a:lnTo>
                    <a:pt x="198" y="374"/>
                  </a:lnTo>
                  <a:lnTo>
                    <a:pt x="190" y="380"/>
                  </a:lnTo>
                  <a:lnTo>
                    <a:pt x="178" y="385"/>
                  </a:lnTo>
                  <a:lnTo>
                    <a:pt x="166" y="387"/>
                  </a:lnTo>
                  <a:lnTo>
                    <a:pt x="150" y="387"/>
                  </a:lnTo>
                  <a:lnTo>
                    <a:pt x="150" y="387"/>
                  </a:lnTo>
                  <a:lnTo>
                    <a:pt x="134" y="387"/>
                  </a:lnTo>
                  <a:lnTo>
                    <a:pt x="120" y="385"/>
                  </a:lnTo>
                  <a:lnTo>
                    <a:pt x="110" y="380"/>
                  </a:lnTo>
                  <a:lnTo>
                    <a:pt x="102" y="374"/>
                  </a:lnTo>
                  <a:lnTo>
                    <a:pt x="96" y="368"/>
                  </a:lnTo>
                  <a:lnTo>
                    <a:pt x="90" y="360"/>
                  </a:lnTo>
                  <a:lnTo>
                    <a:pt x="88" y="350"/>
                  </a:lnTo>
                  <a:lnTo>
                    <a:pt x="88" y="338"/>
                  </a:lnTo>
                  <a:lnTo>
                    <a:pt x="88" y="324"/>
                  </a:lnTo>
                  <a:lnTo>
                    <a:pt x="88" y="324"/>
                  </a:lnTo>
                  <a:lnTo>
                    <a:pt x="86" y="316"/>
                  </a:lnTo>
                  <a:lnTo>
                    <a:pt x="84" y="310"/>
                  </a:lnTo>
                  <a:lnTo>
                    <a:pt x="80" y="308"/>
                  </a:lnTo>
                  <a:lnTo>
                    <a:pt x="72" y="306"/>
                  </a:lnTo>
                  <a:lnTo>
                    <a:pt x="16" y="306"/>
                  </a:lnTo>
                  <a:lnTo>
                    <a:pt x="16" y="306"/>
                  </a:lnTo>
                  <a:lnTo>
                    <a:pt x="8" y="308"/>
                  </a:lnTo>
                  <a:lnTo>
                    <a:pt x="4" y="310"/>
                  </a:lnTo>
                  <a:lnTo>
                    <a:pt x="2" y="316"/>
                  </a:lnTo>
                  <a:lnTo>
                    <a:pt x="0" y="324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6" y="409"/>
                  </a:lnTo>
                  <a:lnTo>
                    <a:pt x="24" y="417"/>
                  </a:lnTo>
                  <a:lnTo>
                    <a:pt x="32" y="425"/>
                  </a:lnTo>
                  <a:lnTo>
                    <a:pt x="40" y="433"/>
                  </a:lnTo>
                  <a:lnTo>
                    <a:pt x="52" y="439"/>
                  </a:lnTo>
                  <a:lnTo>
                    <a:pt x="64" y="445"/>
                  </a:lnTo>
                  <a:lnTo>
                    <a:pt x="78" y="449"/>
                  </a:lnTo>
                  <a:lnTo>
                    <a:pt x="92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56" name="Freeform 37"/>
            <p:cNvSpPr>
              <a:spLocks/>
            </p:cNvSpPr>
            <p:nvPr/>
          </p:nvSpPr>
          <p:spPr bwMode="auto">
            <a:xfrm>
              <a:off x="1696" y="2981"/>
              <a:ext cx="302" cy="459"/>
            </a:xfrm>
            <a:custGeom>
              <a:avLst/>
              <a:gdLst>
                <a:gd name="T0" fmla="*/ 302 w 302"/>
                <a:gd name="T1" fmla="*/ 300 h 459"/>
                <a:gd name="T2" fmla="*/ 290 w 302"/>
                <a:gd name="T3" fmla="*/ 252 h 459"/>
                <a:gd name="T4" fmla="*/ 256 w 302"/>
                <a:gd name="T5" fmla="*/ 220 h 459"/>
                <a:gd name="T6" fmla="*/ 122 w 302"/>
                <a:gd name="T7" fmla="*/ 164 h 459"/>
                <a:gd name="T8" fmla="*/ 106 w 302"/>
                <a:gd name="T9" fmla="*/ 154 h 459"/>
                <a:gd name="T10" fmla="*/ 96 w 302"/>
                <a:gd name="T11" fmla="*/ 136 h 459"/>
                <a:gd name="T12" fmla="*/ 96 w 302"/>
                <a:gd name="T13" fmla="*/ 120 h 459"/>
                <a:gd name="T14" fmla="*/ 102 w 302"/>
                <a:gd name="T15" fmla="*/ 90 h 459"/>
                <a:gd name="T16" fmla="*/ 126 w 302"/>
                <a:gd name="T17" fmla="*/ 74 h 459"/>
                <a:gd name="T18" fmla="*/ 152 w 302"/>
                <a:gd name="T19" fmla="*/ 72 h 459"/>
                <a:gd name="T20" fmla="*/ 190 w 302"/>
                <a:gd name="T21" fmla="*/ 78 h 459"/>
                <a:gd name="T22" fmla="*/ 208 w 302"/>
                <a:gd name="T23" fmla="*/ 98 h 459"/>
                <a:gd name="T24" fmla="*/ 212 w 302"/>
                <a:gd name="T25" fmla="*/ 124 h 459"/>
                <a:gd name="T26" fmla="*/ 214 w 302"/>
                <a:gd name="T27" fmla="*/ 136 h 459"/>
                <a:gd name="T28" fmla="*/ 282 w 302"/>
                <a:gd name="T29" fmla="*/ 140 h 459"/>
                <a:gd name="T30" fmla="*/ 294 w 302"/>
                <a:gd name="T31" fmla="*/ 136 h 459"/>
                <a:gd name="T32" fmla="*/ 298 w 302"/>
                <a:gd name="T33" fmla="*/ 108 h 459"/>
                <a:gd name="T34" fmla="*/ 292 w 302"/>
                <a:gd name="T35" fmla="*/ 68 h 459"/>
                <a:gd name="T36" fmla="*/ 276 w 302"/>
                <a:gd name="T37" fmla="*/ 40 h 459"/>
                <a:gd name="T38" fmla="*/ 248 w 302"/>
                <a:gd name="T39" fmla="*/ 20 h 459"/>
                <a:gd name="T40" fmla="*/ 208 w 302"/>
                <a:gd name="T41" fmla="*/ 6 h 459"/>
                <a:gd name="T42" fmla="*/ 152 w 302"/>
                <a:gd name="T43" fmla="*/ 0 h 459"/>
                <a:gd name="T44" fmla="*/ 112 w 302"/>
                <a:gd name="T45" fmla="*/ 2 h 459"/>
                <a:gd name="T46" fmla="*/ 68 w 302"/>
                <a:gd name="T47" fmla="*/ 14 h 459"/>
                <a:gd name="T48" fmla="*/ 38 w 302"/>
                <a:gd name="T49" fmla="*/ 34 h 459"/>
                <a:gd name="T50" fmla="*/ 16 w 302"/>
                <a:gd name="T51" fmla="*/ 68 h 459"/>
                <a:gd name="T52" fmla="*/ 10 w 302"/>
                <a:gd name="T53" fmla="*/ 146 h 459"/>
                <a:gd name="T54" fmla="*/ 14 w 302"/>
                <a:gd name="T55" fmla="*/ 174 h 459"/>
                <a:gd name="T56" fmla="*/ 36 w 302"/>
                <a:gd name="T57" fmla="*/ 210 h 459"/>
                <a:gd name="T58" fmla="*/ 70 w 302"/>
                <a:gd name="T59" fmla="*/ 230 h 459"/>
                <a:gd name="T60" fmla="*/ 184 w 302"/>
                <a:gd name="T61" fmla="*/ 278 h 459"/>
                <a:gd name="T62" fmla="*/ 210 w 302"/>
                <a:gd name="T63" fmla="*/ 300 h 459"/>
                <a:gd name="T64" fmla="*/ 214 w 302"/>
                <a:gd name="T65" fmla="*/ 338 h 459"/>
                <a:gd name="T66" fmla="*/ 210 w 302"/>
                <a:gd name="T67" fmla="*/ 360 h 459"/>
                <a:gd name="T68" fmla="*/ 190 w 302"/>
                <a:gd name="T69" fmla="*/ 380 h 459"/>
                <a:gd name="T70" fmla="*/ 150 w 302"/>
                <a:gd name="T71" fmla="*/ 387 h 459"/>
                <a:gd name="T72" fmla="*/ 122 w 302"/>
                <a:gd name="T73" fmla="*/ 385 h 459"/>
                <a:gd name="T74" fmla="*/ 96 w 302"/>
                <a:gd name="T75" fmla="*/ 368 h 459"/>
                <a:gd name="T76" fmla="*/ 88 w 302"/>
                <a:gd name="T77" fmla="*/ 338 h 459"/>
                <a:gd name="T78" fmla="*/ 88 w 302"/>
                <a:gd name="T79" fmla="*/ 316 h 459"/>
                <a:gd name="T80" fmla="*/ 72 w 302"/>
                <a:gd name="T81" fmla="*/ 306 h 459"/>
                <a:gd name="T82" fmla="*/ 10 w 302"/>
                <a:gd name="T83" fmla="*/ 308 h 459"/>
                <a:gd name="T84" fmla="*/ 0 w 302"/>
                <a:gd name="T85" fmla="*/ 324 h 459"/>
                <a:gd name="T86" fmla="*/ 2 w 302"/>
                <a:gd name="T87" fmla="*/ 370 h 459"/>
                <a:gd name="T88" fmla="*/ 18 w 302"/>
                <a:gd name="T89" fmla="*/ 409 h 459"/>
                <a:gd name="T90" fmla="*/ 42 w 302"/>
                <a:gd name="T91" fmla="*/ 433 h 459"/>
                <a:gd name="T92" fmla="*/ 78 w 302"/>
                <a:gd name="T93" fmla="*/ 449 h 459"/>
                <a:gd name="T94" fmla="*/ 130 w 302"/>
                <a:gd name="T95" fmla="*/ 457 h 459"/>
                <a:gd name="T96" fmla="*/ 172 w 302"/>
                <a:gd name="T97" fmla="*/ 457 h 459"/>
                <a:gd name="T98" fmla="*/ 224 w 302"/>
                <a:gd name="T99" fmla="*/ 449 h 459"/>
                <a:gd name="T100" fmla="*/ 262 w 302"/>
                <a:gd name="T101" fmla="*/ 433 h 459"/>
                <a:gd name="T102" fmla="*/ 286 w 302"/>
                <a:gd name="T103" fmla="*/ 409 h 459"/>
                <a:gd name="T104" fmla="*/ 300 w 302"/>
                <a:gd name="T105" fmla="*/ 37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" h="459">
                  <a:moveTo>
                    <a:pt x="302" y="350"/>
                  </a:moveTo>
                  <a:lnTo>
                    <a:pt x="302" y="300"/>
                  </a:lnTo>
                  <a:lnTo>
                    <a:pt x="302" y="300"/>
                  </a:lnTo>
                  <a:lnTo>
                    <a:pt x="300" y="282"/>
                  </a:lnTo>
                  <a:lnTo>
                    <a:pt x="296" y="266"/>
                  </a:lnTo>
                  <a:lnTo>
                    <a:pt x="290" y="252"/>
                  </a:lnTo>
                  <a:lnTo>
                    <a:pt x="280" y="240"/>
                  </a:lnTo>
                  <a:lnTo>
                    <a:pt x="268" y="230"/>
                  </a:lnTo>
                  <a:lnTo>
                    <a:pt x="256" y="220"/>
                  </a:lnTo>
                  <a:lnTo>
                    <a:pt x="240" y="212"/>
                  </a:lnTo>
                  <a:lnTo>
                    <a:pt x="224" y="206"/>
                  </a:lnTo>
                  <a:lnTo>
                    <a:pt x="122" y="164"/>
                  </a:lnTo>
                  <a:lnTo>
                    <a:pt x="122" y="164"/>
                  </a:lnTo>
                  <a:lnTo>
                    <a:pt x="114" y="160"/>
                  </a:lnTo>
                  <a:lnTo>
                    <a:pt x="106" y="154"/>
                  </a:lnTo>
                  <a:lnTo>
                    <a:pt x="102" y="150"/>
                  </a:lnTo>
                  <a:lnTo>
                    <a:pt x="98" y="144"/>
                  </a:lnTo>
                  <a:lnTo>
                    <a:pt x="96" y="136"/>
                  </a:lnTo>
                  <a:lnTo>
                    <a:pt x="96" y="128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08"/>
                  </a:lnTo>
                  <a:lnTo>
                    <a:pt x="98" y="98"/>
                  </a:lnTo>
                  <a:lnTo>
                    <a:pt x="102" y="90"/>
                  </a:lnTo>
                  <a:lnTo>
                    <a:pt x="108" y="84"/>
                  </a:lnTo>
                  <a:lnTo>
                    <a:pt x="116" y="78"/>
                  </a:lnTo>
                  <a:lnTo>
                    <a:pt x="126" y="74"/>
                  </a:lnTo>
                  <a:lnTo>
                    <a:pt x="138" y="72"/>
                  </a:lnTo>
                  <a:lnTo>
                    <a:pt x="152" y="72"/>
                  </a:lnTo>
                  <a:lnTo>
                    <a:pt x="152" y="72"/>
                  </a:lnTo>
                  <a:lnTo>
                    <a:pt x="168" y="72"/>
                  </a:lnTo>
                  <a:lnTo>
                    <a:pt x="180" y="74"/>
                  </a:lnTo>
                  <a:lnTo>
                    <a:pt x="190" y="78"/>
                  </a:lnTo>
                  <a:lnTo>
                    <a:pt x="198" y="84"/>
                  </a:lnTo>
                  <a:lnTo>
                    <a:pt x="204" y="90"/>
                  </a:lnTo>
                  <a:lnTo>
                    <a:pt x="208" y="98"/>
                  </a:lnTo>
                  <a:lnTo>
                    <a:pt x="210" y="108"/>
                  </a:lnTo>
                  <a:lnTo>
                    <a:pt x="212" y="120"/>
                  </a:lnTo>
                  <a:lnTo>
                    <a:pt x="212" y="124"/>
                  </a:lnTo>
                  <a:lnTo>
                    <a:pt x="212" y="124"/>
                  </a:lnTo>
                  <a:lnTo>
                    <a:pt x="212" y="132"/>
                  </a:lnTo>
                  <a:lnTo>
                    <a:pt x="214" y="136"/>
                  </a:lnTo>
                  <a:lnTo>
                    <a:pt x="220" y="140"/>
                  </a:lnTo>
                  <a:lnTo>
                    <a:pt x="226" y="140"/>
                  </a:lnTo>
                  <a:lnTo>
                    <a:pt x="282" y="140"/>
                  </a:lnTo>
                  <a:lnTo>
                    <a:pt x="282" y="140"/>
                  </a:lnTo>
                  <a:lnTo>
                    <a:pt x="290" y="140"/>
                  </a:lnTo>
                  <a:lnTo>
                    <a:pt x="294" y="136"/>
                  </a:lnTo>
                  <a:lnTo>
                    <a:pt x="298" y="132"/>
                  </a:lnTo>
                  <a:lnTo>
                    <a:pt x="298" y="124"/>
                  </a:lnTo>
                  <a:lnTo>
                    <a:pt x="298" y="108"/>
                  </a:lnTo>
                  <a:lnTo>
                    <a:pt x="298" y="108"/>
                  </a:lnTo>
                  <a:lnTo>
                    <a:pt x="296" y="86"/>
                  </a:lnTo>
                  <a:lnTo>
                    <a:pt x="292" y="68"/>
                  </a:lnTo>
                  <a:lnTo>
                    <a:pt x="288" y="58"/>
                  </a:lnTo>
                  <a:lnTo>
                    <a:pt x="282" y="50"/>
                  </a:lnTo>
                  <a:lnTo>
                    <a:pt x="276" y="40"/>
                  </a:lnTo>
                  <a:lnTo>
                    <a:pt x="268" y="34"/>
                  </a:lnTo>
                  <a:lnTo>
                    <a:pt x="260" y="26"/>
                  </a:lnTo>
                  <a:lnTo>
                    <a:pt x="248" y="20"/>
                  </a:lnTo>
                  <a:lnTo>
                    <a:pt x="236" y="14"/>
                  </a:lnTo>
                  <a:lnTo>
                    <a:pt x="224" y="10"/>
                  </a:lnTo>
                  <a:lnTo>
                    <a:pt x="208" y="6"/>
                  </a:lnTo>
                  <a:lnTo>
                    <a:pt x="190" y="2"/>
                  </a:lnTo>
                  <a:lnTo>
                    <a:pt x="172" y="0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30" y="0"/>
                  </a:lnTo>
                  <a:lnTo>
                    <a:pt x="112" y="2"/>
                  </a:lnTo>
                  <a:lnTo>
                    <a:pt x="96" y="6"/>
                  </a:lnTo>
                  <a:lnTo>
                    <a:pt x="80" y="10"/>
                  </a:lnTo>
                  <a:lnTo>
                    <a:pt x="68" y="14"/>
                  </a:lnTo>
                  <a:lnTo>
                    <a:pt x="56" y="20"/>
                  </a:lnTo>
                  <a:lnTo>
                    <a:pt x="46" y="26"/>
                  </a:lnTo>
                  <a:lnTo>
                    <a:pt x="38" y="34"/>
                  </a:lnTo>
                  <a:lnTo>
                    <a:pt x="30" y="40"/>
                  </a:lnTo>
                  <a:lnTo>
                    <a:pt x="24" y="50"/>
                  </a:lnTo>
                  <a:lnTo>
                    <a:pt x="16" y="68"/>
                  </a:lnTo>
                  <a:lnTo>
                    <a:pt x="10" y="86"/>
                  </a:lnTo>
                  <a:lnTo>
                    <a:pt x="10" y="108"/>
                  </a:lnTo>
                  <a:lnTo>
                    <a:pt x="10" y="146"/>
                  </a:lnTo>
                  <a:lnTo>
                    <a:pt x="10" y="146"/>
                  </a:lnTo>
                  <a:lnTo>
                    <a:pt x="10" y="160"/>
                  </a:lnTo>
                  <a:lnTo>
                    <a:pt x="14" y="174"/>
                  </a:lnTo>
                  <a:lnTo>
                    <a:pt x="20" y="188"/>
                  </a:lnTo>
                  <a:lnTo>
                    <a:pt x="28" y="198"/>
                  </a:lnTo>
                  <a:lnTo>
                    <a:pt x="36" y="210"/>
                  </a:lnTo>
                  <a:lnTo>
                    <a:pt x="46" y="218"/>
                  </a:lnTo>
                  <a:lnTo>
                    <a:pt x="58" y="226"/>
                  </a:lnTo>
                  <a:lnTo>
                    <a:pt x="70" y="230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84" y="278"/>
                  </a:lnTo>
                  <a:lnTo>
                    <a:pt x="200" y="288"/>
                  </a:lnTo>
                  <a:lnTo>
                    <a:pt x="206" y="294"/>
                  </a:lnTo>
                  <a:lnTo>
                    <a:pt x="210" y="300"/>
                  </a:lnTo>
                  <a:lnTo>
                    <a:pt x="214" y="308"/>
                  </a:lnTo>
                  <a:lnTo>
                    <a:pt x="214" y="318"/>
                  </a:lnTo>
                  <a:lnTo>
                    <a:pt x="214" y="338"/>
                  </a:lnTo>
                  <a:lnTo>
                    <a:pt x="214" y="338"/>
                  </a:lnTo>
                  <a:lnTo>
                    <a:pt x="214" y="350"/>
                  </a:lnTo>
                  <a:lnTo>
                    <a:pt x="210" y="360"/>
                  </a:lnTo>
                  <a:lnTo>
                    <a:pt x="206" y="368"/>
                  </a:lnTo>
                  <a:lnTo>
                    <a:pt x="198" y="374"/>
                  </a:lnTo>
                  <a:lnTo>
                    <a:pt x="190" y="380"/>
                  </a:lnTo>
                  <a:lnTo>
                    <a:pt x="178" y="385"/>
                  </a:lnTo>
                  <a:lnTo>
                    <a:pt x="166" y="387"/>
                  </a:lnTo>
                  <a:lnTo>
                    <a:pt x="150" y="387"/>
                  </a:lnTo>
                  <a:lnTo>
                    <a:pt x="150" y="387"/>
                  </a:lnTo>
                  <a:lnTo>
                    <a:pt x="134" y="387"/>
                  </a:lnTo>
                  <a:lnTo>
                    <a:pt x="122" y="385"/>
                  </a:lnTo>
                  <a:lnTo>
                    <a:pt x="110" y="380"/>
                  </a:lnTo>
                  <a:lnTo>
                    <a:pt x="102" y="374"/>
                  </a:lnTo>
                  <a:lnTo>
                    <a:pt x="96" y="368"/>
                  </a:lnTo>
                  <a:lnTo>
                    <a:pt x="92" y="360"/>
                  </a:lnTo>
                  <a:lnTo>
                    <a:pt x="88" y="350"/>
                  </a:lnTo>
                  <a:lnTo>
                    <a:pt x="88" y="338"/>
                  </a:lnTo>
                  <a:lnTo>
                    <a:pt x="88" y="324"/>
                  </a:lnTo>
                  <a:lnTo>
                    <a:pt x="88" y="324"/>
                  </a:lnTo>
                  <a:lnTo>
                    <a:pt x="88" y="316"/>
                  </a:lnTo>
                  <a:lnTo>
                    <a:pt x="84" y="310"/>
                  </a:lnTo>
                  <a:lnTo>
                    <a:pt x="80" y="308"/>
                  </a:lnTo>
                  <a:lnTo>
                    <a:pt x="72" y="306"/>
                  </a:lnTo>
                  <a:lnTo>
                    <a:pt x="16" y="306"/>
                  </a:lnTo>
                  <a:lnTo>
                    <a:pt x="16" y="306"/>
                  </a:lnTo>
                  <a:lnTo>
                    <a:pt x="10" y="308"/>
                  </a:lnTo>
                  <a:lnTo>
                    <a:pt x="4" y="310"/>
                  </a:lnTo>
                  <a:lnTo>
                    <a:pt x="2" y="316"/>
                  </a:lnTo>
                  <a:lnTo>
                    <a:pt x="0" y="324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8" y="409"/>
                  </a:lnTo>
                  <a:lnTo>
                    <a:pt x="24" y="417"/>
                  </a:lnTo>
                  <a:lnTo>
                    <a:pt x="32" y="425"/>
                  </a:lnTo>
                  <a:lnTo>
                    <a:pt x="42" y="433"/>
                  </a:lnTo>
                  <a:lnTo>
                    <a:pt x="52" y="439"/>
                  </a:lnTo>
                  <a:lnTo>
                    <a:pt x="64" y="445"/>
                  </a:lnTo>
                  <a:lnTo>
                    <a:pt x="78" y="449"/>
                  </a:lnTo>
                  <a:lnTo>
                    <a:pt x="94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lnTo>
                    <a:pt x="172" y="457"/>
                  </a:lnTo>
                  <a:lnTo>
                    <a:pt x="192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2" y="433"/>
                  </a:lnTo>
                  <a:lnTo>
                    <a:pt x="270" y="425"/>
                  </a:lnTo>
                  <a:lnTo>
                    <a:pt x="278" y="417"/>
                  </a:lnTo>
                  <a:lnTo>
                    <a:pt x="286" y="409"/>
                  </a:lnTo>
                  <a:lnTo>
                    <a:pt x="292" y="401"/>
                  </a:lnTo>
                  <a:lnTo>
                    <a:pt x="296" y="391"/>
                  </a:lnTo>
                  <a:lnTo>
                    <a:pt x="300" y="370"/>
                  </a:lnTo>
                  <a:lnTo>
                    <a:pt x="302" y="350"/>
                  </a:lnTo>
                  <a:lnTo>
                    <a:pt x="302" y="3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57" name="Freeform 38"/>
            <p:cNvSpPr>
              <a:spLocks/>
            </p:cNvSpPr>
            <p:nvPr/>
          </p:nvSpPr>
          <p:spPr bwMode="auto">
            <a:xfrm>
              <a:off x="3050" y="2981"/>
              <a:ext cx="302" cy="459"/>
            </a:xfrm>
            <a:custGeom>
              <a:avLst/>
              <a:gdLst>
                <a:gd name="T0" fmla="*/ 124 w 302"/>
                <a:gd name="T1" fmla="*/ 164 h 459"/>
                <a:gd name="T2" fmla="*/ 102 w 302"/>
                <a:gd name="T3" fmla="*/ 150 h 459"/>
                <a:gd name="T4" fmla="*/ 96 w 302"/>
                <a:gd name="T5" fmla="*/ 128 h 459"/>
                <a:gd name="T6" fmla="*/ 96 w 302"/>
                <a:gd name="T7" fmla="*/ 108 h 459"/>
                <a:gd name="T8" fmla="*/ 108 w 302"/>
                <a:gd name="T9" fmla="*/ 84 h 459"/>
                <a:gd name="T10" fmla="*/ 138 w 302"/>
                <a:gd name="T11" fmla="*/ 72 h 459"/>
                <a:gd name="T12" fmla="*/ 168 w 302"/>
                <a:gd name="T13" fmla="*/ 72 h 459"/>
                <a:gd name="T14" fmla="*/ 198 w 302"/>
                <a:gd name="T15" fmla="*/ 84 h 459"/>
                <a:gd name="T16" fmla="*/ 210 w 302"/>
                <a:gd name="T17" fmla="*/ 108 h 459"/>
                <a:gd name="T18" fmla="*/ 212 w 302"/>
                <a:gd name="T19" fmla="*/ 124 h 459"/>
                <a:gd name="T20" fmla="*/ 220 w 302"/>
                <a:gd name="T21" fmla="*/ 140 h 459"/>
                <a:gd name="T22" fmla="*/ 282 w 302"/>
                <a:gd name="T23" fmla="*/ 140 h 459"/>
                <a:gd name="T24" fmla="*/ 298 w 302"/>
                <a:gd name="T25" fmla="*/ 132 h 459"/>
                <a:gd name="T26" fmla="*/ 298 w 302"/>
                <a:gd name="T27" fmla="*/ 108 h 459"/>
                <a:gd name="T28" fmla="*/ 288 w 302"/>
                <a:gd name="T29" fmla="*/ 58 h 459"/>
                <a:gd name="T30" fmla="*/ 268 w 302"/>
                <a:gd name="T31" fmla="*/ 34 h 459"/>
                <a:gd name="T32" fmla="*/ 236 w 302"/>
                <a:gd name="T33" fmla="*/ 14 h 459"/>
                <a:gd name="T34" fmla="*/ 192 w 302"/>
                <a:gd name="T35" fmla="*/ 2 h 459"/>
                <a:gd name="T36" fmla="*/ 152 w 302"/>
                <a:gd name="T37" fmla="*/ 0 h 459"/>
                <a:gd name="T38" fmla="*/ 96 w 302"/>
                <a:gd name="T39" fmla="*/ 6 h 459"/>
                <a:gd name="T40" fmla="*/ 56 w 302"/>
                <a:gd name="T41" fmla="*/ 20 h 459"/>
                <a:gd name="T42" fmla="*/ 30 w 302"/>
                <a:gd name="T43" fmla="*/ 40 h 459"/>
                <a:gd name="T44" fmla="*/ 10 w 302"/>
                <a:gd name="T45" fmla="*/ 86 h 459"/>
                <a:gd name="T46" fmla="*/ 10 w 302"/>
                <a:gd name="T47" fmla="*/ 146 h 459"/>
                <a:gd name="T48" fmla="*/ 20 w 302"/>
                <a:gd name="T49" fmla="*/ 188 h 459"/>
                <a:gd name="T50" fmla="*/ 46 w 302"/>
                <a:gd name="T51" fmla="*/ 218 h 459"/>
                <a:gd name="T52" fmla="*/ 164 w 302"/>
                <a:gd name="T53" fmla="*/ 268 h 459"/>
                <a:gd name="T54" fmla="*/ 200 w 302"/>
                <a:gd name="T55" fmla="*/ 288 h 459"/>
                <a:gd name="T56" fmla="*/ 214 w 302"/>
                <a:gd name="T57" fmla="*/ 308 h 459"/>
                <a:gd name="T58" fmla="*/ 214 w 302"/>
                <a:gd name="T59" fmla="*/ 338 h 459"/>
                <a:gd name="T60" fmla="*/ 206 w 302"/>
                <a:gd name="T61" fmla="*/ 368 h 459"/>
                <a:gd name="T62" fmla="*/ 180 w 302"/>
                <a:gd name="T63" fmla="*/ 385 h 459"/>
                <a:gd name="T64" fmla="*/ 150 w 302"/>
                <a:gd name="T65" fmla="*/ 387 h 459"/>
                <a:gd name="T66" fmla="*/ 110 w 302"/>
                <a:gd name="T67" fmla="*/ 380 h 459"/>
                <a:gd name="T68" fmla="*/ 92 w 302"/>
                <a:gd name="T69" fmla="*/ 360 h 459"/>
                <a:gd name="T70" fmla="*/ 88 w 302"/>
                <a:gd name="T71" fmla="*/ 324 h 459"/>
                <a:gd name="T72" fmla="*/ 84 w 302"/>
                <a:gd name="T73" fmla="*/ 310 h 459"/>
                <a:gd name="T74" fmla="*/ 16 w 302"/>
                <a:gd name="T75" fmla="*/ 306 h 459"/>
                <a:gd name="T76" fmla="*/ 4 w 302"/>
                <a:gd name="T77" fmla="*/ 310 h 459"/>
                <a:gd name="T78" fmla="*/ 0 w 302"/>
                <a:gd name="T79" fmla="*/ 350 h 459"/>
                <a:gd name="T80" fmla="*/ 8 w 302"/>
                <a:gd name="T81" fmla="*/ 391 h 459"/>
                <a:gd name="T82" fmla="*/ 24 w 302"/>
                <a:gd name="T83" fmla="*/ 417 h 459"/>
                <a:gd name="T84" fmla="*/ 52 w 302"/>
                <a:gd name="T85" fmla="*/ 439 h 459"/>
                <a:gd name="T86" fmla="*/ 94 w 302"/>
                <a:gd name="T87" fmla="*/ 453 h 459"/>
                <a:gd name="T88" fmla="*/ 150 w 302"/>
                <a:gd name="T89" fmla="*/ 459 h 459"/>
                <a:gd name="T90" fmla="*/ 192 w 302"/>
                <a:gd name="T91" fmla="*/ 457 h 459"/>
                <a:gd name="T92" fmla="*/ 238 w 302"/>
                <a:gd name="T93" fmla="*/ 445 h 459"/>
                <a:gd name="T94" fmla="*/ 272 w 302"/>
                <a:gd name="T95" fmla="*/ 425 h 459"/>
                <a:gd name="T96" fmla="*/ 292 w 302"/>
                <a:gd name="T97" fmla="*/ 401 h 459"/>
                <a:gd name="T98" fmla="*/ 302 w 302"/>
                <a:gd name="T99" fmla="*/ 350 h 459"/>
                <a:gd name="T100" fmla="*/ 302 w 302"/>
                <a:gd name="T101" fmla="*/ 282 h 459"/>
                <a:gd name="T102" fmla="*/ 280 w 302"/>
                <a:gd name="T103" fmla="*/ 240 h 459"/>
                <a:gd name="T104" fmla="*/ 240 w 302"/>
                <a:gd name="T105" fmla="*/ 212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" h="459">
                  <a:moveTo>
                    <a:pt x="224" y="206"/>
                  </a:moveTo>
                  <a:lnTo>
                    <a:pt x="124" y="164"/>
                  </a:lnTo>
                  <a:lnTo>
                    <a:pt x="124" y="164"/>
                  </a:lnTo>
                  <a:lnTo>
                    <a:pt x="114" y="160"/>
                  </a:lnTo>
                  <a:lnTo>
                    <a:pt x="106" y="154"/>
                  </a:lnTo>
                  <a:lnTo>
                    <a:pt x="102" y="150"/>
                  </a:lnTo>
                  <a:lnTo>
                    <a:pt x="98" y="144"/>
                  </a:lnTo>
                  <a:lnTo>
                    <a:pt x="96" y="136"/>
                  </a:lnTo>
                  <a:lnTo>
                    <a:pt x="96" y="128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08"/>
                  </a:lnTo>
                  <a:lnTo>
                    <a:pt x="98" y="98"/>
                  </a:lnTo>
                  <a:lnTo>
                    <a:pt x="102" y="90"/>
                  </a:lnTo>
                  <a:lnTo>
                    <a:pt x="108" y="84"/>
                  </a:lnTo>
                  <a:lnTo>
                    <a:pt x="116" y="78"/>
                  </a:lnTo>
                  <a:lnTo>
                    <a:pt x="126" y="74"/>
                  </a:lnTo>
                  <a:lnTo>
                    <a:pt x="138" y="72"/>
                  </a:lnTo>
                  <a:lnTo>
                    <a:pt x="154" y="72"/>
                  </a:lnTo>
                  <a:lnTo>
                    <a:pt x="154" y="72"/>
                  </a:lnTo>
                  <a:lnTo>
                    <a:pt x="168" y="72"/>
                  </a:lnTo>
                  <a:lnTo>
                    <a:pt x="180" y="74"/>
                  </a:lnTo>
                  <a:lnTo>
                    <a:pt x="190" y="78"/>
                  </a:lnTo>
                  <a:lnTo>
                    <a:pt x="198" y="84"/>
                  </a:lnTo>
                  <a:lnTo>
                    <a:pt x="204" y="90"/>
                  </a:lnTo>
                  <a:lnTo>
                    <a:pt x="208" y="98"/>
                  </a:lnTo>
                  <a:lnTo>
                    <a:pt x="210" y="108"/>
                  </a:lnTo>
                  <a:lnTo>
                    <a:pt x="212" y="120"/>
                  </a:lnTo>
                  <a:lnTo>
                    <a:pt x="212" y="124"/>
                  </a:lnTo>
                  <a:lnTo>
                    <a:pt x="212" y="124"/>
                  </a:lnTo>
                  <a:lnTo>
                    <a:pt x="212" y="132"/>
                  </a:lnTo>
                  <a:lnTo>
                    <a:pt x="214" y="136"/>
                  </a:lnTo>
                  <a:lnTo>
                    <a:pt x="220" y="140"/>
                  </a:lnTo>
                  <a:lnTo>
                    <a:pt x="226" y="140"/>
                  </a:lnTo>
                  <a:lnTo>
                    <a:pt x="282" y="140"/>
                  </a:lnTo>
                  <a:lnTo>
                    <a:pt x="282" y="140"/>
                  </a:lnTo>
                  <a:lnTo>
                    <a:pt x="290" y="140"/>
                  </a:lnTo>
                  <a:lnTo>
                    <a:pt x="294" y="136"/>
                  </a:lnTo>
                  <a:lnTo>
                    <a:pt x="298" y="132"/>
                  </a:lnTo>
                  <a:lnTo>
                    <a:pt x="298" y="124"/>
                  </a:lnTo>
                  <a:lnTo>
                    <a:pt x="298" y="108"/>
                  </a:lnTo>
                  <a:lnTo>
                    <a:pt x="298" y="108"/>
                  </a:lnTo>
                  <a:lnTo>
                    <a:pt x="298" y="86"/>
                  </a:lnTo>
                  <a:lnTo>
                    <a:pt x="292" y="68"/>
                  </a:lnTo>
                  <a:lnTo>
                    <a:pt x="288" y="58"/>
                  </a:lnTo>
                  <a:lnTo>
                    <a:pt x="282" y="50"/>
                  </a:lnTo>
                  <a:lnTo>
                    <a:pt x="276" y="40"/>
                  </a:lnTo>
                  <a:lnTo>
                    <a:pt x="268" y="34"/>
                  </a:lnTo>
                  <a:lnTo>
                    <a:pt x="260" y="26"/>
                  </a:lnTo>
                  <a:lnTo>
                    <a:pt x="248" y="20"/>
                  </a:lnTo>
                  <a:lnTo>
                    <a:pt x="236" y="14"/>
                  </a:lnTo>
                  <a:lnTo>
                    <a:pt x="224" y="10"/>
                  </a:lnTo>
                  <a:lnTo>
                    <a:pt x="208" y="6"/>
                  </a:lnTo>
                  <a:lnTo>
                    <a:pt x="192" y="2"/>
                  </a:lnTo>
                  <a:lnTo>
                    <a:pt x="172" y="0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30" y="0"/>
                  </a:lnTo>
                  <a:lnTo>
                    <a:pt x="112" y="2"/>
                  </a:lnTo>
                  <a:lnTo>
                    <a:pt x="96" y="6"/>
                  </a:lnTo>
                  <a:lnTo>
                    <a:pt x="80" y="10"/>
                  </a:lnTo>
                  <a:lnTo>
                    <a:pt x="68" y="14"/>
                  </a:lnTo>
                  <a:lnTo>
                    <a:pt x="56" y="20"/>
                  </a:lnTo>
                  <a:lnTo>
                    <a:pt x="46" y="26"/>
                  </a:lnTo>
                  <a:lnTo>
                    <a:pt x="38" y="34"/>
                  </a:lnTo>
                  <a:lnTo>
                    <a:pt x="30" y="40"/>
                  </a:lnTo>
                  <a:lnTo>
                    <a:pt x="24" y="50"/>
                  </a:lnTo>
                  <a:lnTo>
                    <a:pt x="16" y="68"/>
                  </a:lnTo>
                  <a:lnTo>
                    <a:pt x="10" y="86"/>
                  </a:lnTo>
                  <a:lnTo>
                    <a:pt x="10" y="108"/>
                  </a:lnTo>
                  <a:lnTo>
                    <a:pt x="10" y="146"/>
                  </a:lnTo>
                  <a:lnTo>
                    <a:pt x="10" y="146"/>
                  </a:lnTo>
                  <a:lnTo>
                    <a:pt x="10" y="160"/>
                  </a:lnTo>
                  <a:lnTo>
                    <a:pt x="14" y="174"/>
                  </a:lnTo>
                  <a:lnTo>
                    <a:pt x="20" y="188"/>
                  </a:lnTo>
                  <a:lnTo>
                    <a:pt x="28" y="198"/>
                  </a:lnTo>
                  <a:lnTo>
                    <a:pt x="36" y="210"/>
                  </a:lnTo>
                  <a:lnTo>
                    <a:pt x="46" y="218"/>
                  </a:lnTo>
                  <a:lnTo>
                    <a:pt x="58" y="226"/>
                  </a:lnTo>
                  <a:lnTo>
                    <a:pt x="70" y="230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84" y="278"/>
                  </a:lnTo>
                  <a:lnTo>
                    <a:pt x="200" y="288"/>
                  </a:lnTo>
                  <a:lnTo>
                    <a:pt x="206" y="294"/>
                  </a:lnTo>
                  <a:lnTo>
                    <a:pt x="212" y="300"/>
                  </a:lnTo>
                  <a:lnTo>
                    <a:pt x="214" y="308"/>
                  </a:lnTo>
                  <a:lnTo>
                    <a:pt x="214" y="318"/>
                  </a:lnTo>
                  <a:lnTo>
                    <a:pt x="214" y="338"/>
                  </a:lnTo>
                  <a:lnTo>
                    <a:pt x="214" y="338"/>
                  </a:lnTo>
                  <a:lnTo>
                    <a:pt x="214" y="350"/>
                  </a:lnTo>
                  <a:lnTo>
                    <a:pt x="210" y="360"/>
                  </a:lnTo>
                  <a:lnTo>
                    <a:pt x="206" y="368"/>
                  </a:lnTo>
                  <a:lnTo>
                    <a:pt x="200" y="374"/>
                  </a:lnTo>
                  <a:lnTo>
                    <a:pt x="190" y="380"/>
                  </a:lnTo>
                  <a:lnTo>
                    <a:pt x="180" y="385"/>
                  </a:lnTo>
                  <a:lnTo>
                    <a:pt x="166" y="387"/>
                  </a:lnTo>
                  <a:lnTo>
                    <a:pt x="150" y="387"/>
                  </a:lnTo>
                  <a:lnTo>
                    <a:pt x="150" y="387"/>
                  </a:lnTo>
                  <a:lnTo>
                    <a:pt x="134" y="387"/>
                  </a:lnTo>
                  <a:lnTo>
                    <a:pt x="122" y="385"/>
                  </a:lnTo>
                  <a:lnTo>
                    <a:pt x="110" y="380"/>
                  </a:lnTo>
                  <a:lnTo>
                    <a:pt x="102" y="374"/>
                  </a:lnTo>
                  <a:lnTo>
                    <a:pt x="96" y="368"/>
                  </a:lnTo>
                  <a:lnTo>
                    <a:pt x="92" y="360"/>
                  </a:lnTo>
                  <a:lnTo>
                    <a:pt x="88" y="350"/>
                  </a:lnTo>
                  <a:lnTo>
                    <a:pt x="88" y="338"/>
                  </a:lnTo>
                  <a:lnTo>
                    <a:pt x="88" y="324"/>
                  </a:lnTo>
                  <a:lnTo>
                    <a:pt x="88" y="324"/>
                  </a:lnTo>
                  <a:lnTo>
                    <a:pt x="88" y="316"/>
                  </a:lnTo>
                  <a:lnTo>
                    <a:pt x="84" y="310"/>
                  </a:lnTo>
                  <a:lnTo>
                    <a:pt x="80" y="308"/>
                  </a:lnTo>
                  <a:lnTo>
                    <a:pt x="72" y="306"/>
                  </a:lnTo>
                  <a:lnTo>
                    <a:pt x="16" y="306"/>
                  </a:lnTo>
                  <a:lnTo>
                    <a:pt x="16" y="306"/>
                  </a:lnTo>
                  <a:lnTo>
                    <a:pt x="10" y="308"/>
                  </a:lnTo>
                  <a:lnTo>
                    <a:pt x="4" y="310"/>
                  </a:lnTo>
                  <a:lnTo>
                    <a:pt x="2" y="316"/>
                  </a:lnTo>
                  <a:lnTo>
                    <a:pt x="0" y="324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2" y="370"/>
                  </a:lnTo>
                  <a:lnTo>
                    <a:pt x="8" y="391"/>
                  </a:lnTo>
                  <a:lnTo>
                    <a:pt x="12" y="401"/>
                  </a:lnTo>
                  <a:lnTo>
                    <a:pt x="18" y="409"/>
                  </a:lnTo>
                  <a:lnTo>
                    <a:pt x="24" y="417"/>
                  </a:lnTo>
                  <a:lnTo>
                    <a:pt x="32" y="425"/>
                  </a:lnTo>
                  <a:lnTo>
                    <a:pt x="42" y="433"/>
                  </a:lnTo>
                  <a:lnTo>
                    <a:pt x="52" y="439"/>
                  </a:lnTo>
                  <a:lnTo>
                    <a:pt x="64" y="445"/>
                  </a:lnTo>
                  <a:lnTo>
                    <a:pt x="78" y="449"/>
                  </a:lnTo>
                  <a:lnTo>
                    <a:pt x="94" y="453"/>
                  </a:lnTo>
                  <a:lnTo>
                    <a:pt x="110" y="457"/>
                  </a:lnTo>
                  <a:lnTo>
                    <a:pt x="130" y="457"/>
                  </a:lnTo>
                  <a:lnTo>
                    <a:pt x="150" y="459"/>
                  </a:lnTo>
                  <a:lnTo>
                    <a:pt x="150" y="459"/>
                  </a:lnTo>
                  <a:lnTo>
                    <a:pt x="172" y="457"/>
                  </a:lnTo>
                  <a:lnTo>
                    <a:pt x="192" y="457"/>
                  </a:lnTo>
                  <a:lnTo>
                    <a:pt x="208" y="453"/>
                  </a:lnTo>
                  <a:lnTo>
                    <a:pt x="224" y="449"/>
                  </a:lnTo>
                  <a:lnTo>
                    <a:pt x="238" y="445"/>
                  </a:lnTo>
                  <a:lnTo>
                    <a:pt x="250" y="439"/>
                  </a:lnTo>
                  <a:lnTo>
                    <a:pt x="262" y="433"/>
                  </a:lnTo>
                  <a:lnTo>
                    <a:pt x="272" y="425"/>
                  </a:lnTo>
                  <a:lnTo>
                    <a:pt x="280" y="417"/>
                  </a:lnTo>
                  <a:lnTo>
                    <a:pt x="286" y="409"/>
                  </a:lnTo>
                  <a:lnTo>
                    <a:pt x="292" y="401"/>
                  </a:lnTo>
                  <a:lnTo>
                    <a:pt x="296" y="391"/>
                  </a:lnTo>
                  <a:lnTo>
                    <a:pt x="300" y="370"/>
                  </a:lnTo>
                  <a:lnTo>
                    <a:pt x="302" y="350"/>
                  </a:lnTo>
                  <a:lnTo>
                    <a:pt x="302" y="300"/>
                  </a:lnTo>
                  <a:lnTo>
                    <a:pt x="302" y="300"/>
                  </a:lnTo>
                  <a:lnTo>
                    <a:pt x="302" y="282"/>
                  </a:lnTo>
                  <a:lnTo>
                    <a:pt x="296" y="266"/>
                  </a:lnTo>
                  <a:lnTo>
                    <a:pt x="290" y="252"/>
                  </a:lnTo>
                  <a:lnTo>
                    <a:pt x="280" y="240"/>
                  </a:lnTo>
                  <a:lnTo>
                    <a:pt x="270" y="230"/>
                  </a:lnTo>
                  <a:lnTo>
                    <a:pt x="256" y="220"/>
                  </a:lnTo>
                  <a:lnTo>
                    <a:pt x="240" y="212"/>
                  </a:lnTo>
                  <a:lnTo>
                    <a:pt x="224" y="206"/>
                  </a:lnTo>
                  <a:lnTo>
                    <a:pt x="224" y="2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58" name="Freeform 39"/>
            <p:cNvSpPr>
              <a:spLocks/>
            </p:cNvSpPr>
            <p:nvPr/>
          </p:nvSpPr>
          <p:spPr bwMode="auto">
            <a:xfrm>
              <a:off x="442" y="2987"/>
              <a:ext cx="310" cy="447"/>
            </a:xfrm>
            <a:custGeom>
              <a:avLst/>
              <a:gdLst>
                <a:gd name="T0" fmla="*/ 110 w 310"/>
                <a:gd name="T1" fmla="*/ 431 h 447"/>
                <a:gd name="T2" fmla="*/ 110 w 310"/>
                <a:gd name="T3" fmla="*/ 431 h 447"/>
                <a:gd name="T4" fmla="*/ 112 w 310"/>
                <a:gd name="T5" fmla="*/ 437 h 447"/>
                <a:gd name="T6" fmla="*/ 114 w 310"/>
                <a:gd name="T7" fmla="*/ 443 h 447"/>
                <a:gd name="T8" fmla="*/ 120 w 310"/>
                <a:gd name="T9" fmla="*/ 447 h 447"/>
                <a:gd name="T10" fmla="*/ 128 w 310"/>
                <a:gd name="T11" fmla="*/ 447 h 447"/>
                <a:gd name="T12" fmla="*/ 184 w 310"/>
                <a:gd name="T13" fmla="*/ 447 h 447"/>
                <a:gd name="T14" fmla="*/ 184 w 310"/>
                <a:gd name="T15" fmla="*/ 447 h 447"/>
                <a:gd name="T16" fmla="*/ 192 w 310"/>
                <a:gd name="T17" fmla="*/ 447 h 447"/>
                <a:gd name="T18" fmla="*/ 196 w 310"/>
                <a:gd name="T19" fmla="*/ 443 h 447"/>
                <a:gd name="T20" fmla="*/ 200 w 310"/>
                <a:gd name="T21" fmla="*/ 437 h 447"/>
                <a:gd name="T22" fmla="*/ 200 w 310"/>
                <a:gd name="T23" fmla="*/ 431 h 447"/>
                <a:gd name="T24" fmla="*/ 200 w 310"/>
                <a:gd name="T25" fmla="*/ 74 h 447"/>
                <a:gd name="T26" fmla="*/ 294 w 310"/>
                <a:gd name="T27" fmla="*/ 74 h 447"/>
                <a:gd name="T28" fmla="*/ 294 w 310"/>
                <a:gd name="T29" fmla="*/ 74 h 447"/>
                <a:gd name="T30" fmla="*/ 302 w 310"/>
                <a:gd name="T31" fmla="*/ 72 h 447"/>
                <a:gd name="T32" fmla="*/ 306 w 310"/>
                <a:gd name="T33" fmla="*/ 70 h 447"/>
                <a:gd name="T34" fmla="*/ 310 w 310"/>
                <a:gd name="T35" fmla="*/ 64 h 447"/>
                <a:gd name="T36" fmla="*/ 310 w 310"/>
                <a:gd name="T37" fmla="*/ 56 h 447"/>
                <a:gd name="T38" fmla="*/ 310 w 310"/>
                <a:gd name="T39" fmla="*/ 16 h 447"/>
                <a:gd name="T40" fmla="*/ 310 w 310"/>
                <a:gd name="T41" fmla="*/ 16 h 447"/>
                <a:gd name="T42" fmla="*/ 310 w 310"/>
                <a:gd name="T43" fmla="*/ 8 h 447"/>
                <a:gd name="T44" fmla="*/ 306 w 310"/>
                <a:gd name="T45" fmla="*/ 2 h 447"/>
                <a:gd name="T46" fmla="*/ 302 w 310"/>
                <a:gd name="T47" fmla="*/ 0 h 447"/>
                <a:gd name="T48" fmla="*/ 294 w 310"/>
                <a:gd name="T49" fmla="*/ 0 h 447"/>
                <a:gd name="T50" fmla="*/ 16 w 310"/>
                <a:gd name="T51" fmla="*/ 0 h 447"/>
                <a:gd name="T52" fmla="*/ 16 w 310"/>
                <a:gd name="T53" fmla="*/ 0 h 447"/>
                <a:gd name="T54" fmla="*/ 10 w 310"/>
                <a:gd name="T55" fmla="*/ 0 h 447"/>
                <a:gd name="T56" fmla="*/ 4 w 310"/>
                <a:gd name="T57" fmla="*/ 2 h 447"/>
                <a:gd name="T58" fmla="*/ 2 w 310"/>
                <a:gd name="T59" fmla="*/ 8 h 447"/>
                <a:gd name="T60" fmla="*/ 0 w 310"/>
                <a:gd name="T61" fmla="*/ 16 h 447"/>
                <a:gd name="T62" fmla="*/ 0 w 310"/>
                <a:gd name="T63" fmla="*/ 56 h 447"/>
                <a:gd name="T64" fmla="*/ 0 w 310"/>
                <a:gd name="T65" fmla="*/ 56 h 447"/>
                <a:gd name="T66" fmla="*/ 2 w 310"/>
                <a:gd name="T67" fmla="*/ 64 h 447"/>
                <a:gd name="T68" fmla="*/ 4 w 310"/>
                <a:gd name="T69" fmla="*/ 70 h 447"/>
                <a:gd name="T70" fmla="*/ 10 w 310"/>
                <a:gd name="T71" fmla="*/ 72 h 447"/>
                <a:gd name="T72" fmla="*/ 16 w 310"/>
                <a:gd name="T73" fmla="*/ 74 h 447"/>
                <a:gd name="T74" fmla="*/ 110 w 310"/>
                <a:gd name="T75" fmla="*/ 74 h 447"/>
                <a:gd name="T76" fmla="*/ 110 w 310"/>
                <a:gd name="T77" fmla="*/ 43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0" h="447">
                  <a:moveTo>
                    <a:pt x="110" y="431"/>
                  </a:moveTo>
                  <a:lnTo>
                    <a:pt x="110" y="431"/>
                  </a:lnTo>
                  <a:lnTo>
                    <a:pt x="112" y="437"/>
                  </a:lnTo>
                  <a:lnTo>
                    <a:pt x="114" y="443"/>
                  </a:lnTo>
                  <a:lnTo>
                    <a:pt x="120" y="447"/>
                  </a:lnTo>
                  <a:lnTo>
                    <a:pt x="128" y="447"/>
                  </a:lnTo>
                  <a:lnTo>
                    <a:pt x="184" y="447"/>
                  </a:lnTo>
                  <a:lnTo>
                    <a:pt x="184" y="447"/>
                  </a:lnTo>
                  <a:lnTo>
                    <a:pt x="192" y="447"/>
                  </a:lnTo>
                  <a:lnTo>
                    <a:pt x="196" y="443"/>
                  </a:lnTo>
                  <a:lnTo>
                    <a:pt x="200" y="437"/>
                  </a:lnTo>
                  <a:lnTo>
                    <a:pt x="200" y="431"/>
                  </a:lnTo>
                  <a:lnTo>
                    <a:pt x="200" y="74"/>
                  </a:lnTo>
                  <a:lnTo>
                    <a:pt x="294" y="74"/>
                  </a:lnTo>
                  <a:lnTo>
                    <a:pt x="294" y="74"/>
                  </a:lnTo>
                  <a:lnTo>
                    <a:pt x="302" y="72"/>
                  </a:lnTo>
                  <a:lnTo>
                    <a:pt x="306" y="70"/>
                  </a:lnTo>
                  <a:lnTo>
                    <a:pt x="310" y="64"/>
                  </a:lnTo>
                  <a:lnTo>
                    <a:pt x="310" y="56"/>
                  </a:lnTo>
                  <a:lnTo>
                    <a:pt x="310" y="16"/>
                  </a:lnTo>
                  <a:lnTo>
                    <a:pt x="310" y="16"/>
                  </a:lnTo>
                  <a:lnTo>
                    <a:pt x="310" y="8"/>
                  </a:lnTo>
                  <a:lnTo>
                    <a:pt x="306" y="2"/>
                  </a:lnTo>
                  <a:lnTo>
                    <a:pt x="302" y="0"/>
                  </a:lnTo>
                  <a:lnTo>
                    <a:pt x="29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0" y="0"/>
                  </a:lnTo>
                  <a:lnTo>
                    <a:pt x="4" y="2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2" y="64"/>
                  </a:lnTo>
                  <a:lnTo>
                    <a:pt x="4" y="70"/>
                  </a:lnTo>
                  <a:lnTo>
                    <a:pt x="10" y="72"/>
                  </a:lnTo>
                  <a:lnTo>
                    <a:pt x="16" y="74"/>
                  </a:lnTo>
                  <a:lnTo>
                    <a:pt x="110" y="74"/>
                  </a:lnTo>
                  <a:lnTo>
                    <a:pt x="110" y="4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59" name="Freeform 40"/>
            <p:cNvSpPr>
              <a:spLocks/>
            </p:cNvSpPr>
            <p:nvPr/>
          </p:nvSpPr>
          <p:spPr bwMode="auto">
            <a:xfrm>
              <a:off x="1092" y="2987"/>
              <a:ext cx="312" cy="449"/>
            </a:xfrm>
            <a:custGeom>
              <a:avLst/>
              <a:gdLst>
                <a:gd name="T0" fmla="*/ 312 w 312"/>
                <a:gd name="T1" fmla="*/ 58 h 449"/>
                <a:gd name="T2" fmla="*/ 312 w 312"/>
                <a:gd name="T3" fmla="*/ 16 h 449"/>
                <a:gd name="T4" fmla="*/ 312 w 312"/>
                <a:gd name="T5" fmla="*/ 16 h 449"/>
                <a:gd name="T6" fmla="*/ 310 w 312"/>
                <a:gd name="T7" fmla="*/ 8 h 449"/>
                <a:gd name="T8" fmla="*/ 308 w 312"/>
                <a:gd name="T9" fmla="*/ 4 h 449"/>
                <a:gd name="T10" fmla="*/ 302 w 312"/>
                <a:gd name="T11" fmla="*/ 2 h 449"/>
                <a:gd name="T12" fmla="*/ 294 w 312"/>
                <a:gd name="T13" fmla="*/ 0 h 449"/>
                <a:gd name="T14" fmla="*/ 18 w 312"/>
                <a:gd name="T15" fmla="*/ 0 h 449"/>
                <a:gd name="T16" fmla="*/ 18 w 312"/>
                <a:gd name="T17" fmla="*/ 0 h 449"/>
                <a:gd name="T18" fmla="*/ 10 w 312"/>
                <a:gd name="T19" fmla="*/ 2 h 449"/>
                <a:gd name="T20" fmla="*/ 4 w 312"/>
                <a:gd name="T21" fmla="*/ 4 h 449"/>
                <a:gd name="T22" fmla="*/ 2 w 312"/>
                <a:gd name="T23" fmla="*/ 8 h 449"/>
                <a:gd name="T24" fmla="*/ 0 w 312"/>
                <a:gd name="T25" fmla="*/ 16 h 449"/>
                <a:gd name="T26" fmla="*/ 0 w 312"/>
                <a:gd name="T27" fmla="*/ 58 h 449"/>
                <a:gd name="T28" fmla="*/ 0 w 312"/>
                <a:gd name="T29" fmla="*/ 58 h 449"/>
                <a:gd name="T30" fmla="*/ 2 w 312"/>
                <a:gd name="T31" fmla="*/ 66 h 449"/>
                <a:gd name="T32" fmla="*/ 4 w 312"/>
                <a:gd name="T33" fmla="*/ 70 h 449"/>
                <a:gd name="T34" fmla="*/ 10 w 312"/>
                <a:gd name="T35" fmla="*/ 74 h 449"/>
                <a:gd name="T36" fmla="*/ 18 w 312"/>
                <a:gd name="T37" fmla="*/ 74 h 449"/>
                <a:gd name="T38" fmla="*/ 112 w 312"/>
                <a:gd name="T39" fmla="*/ 74 h 449"/>
                <a:gd name="T40" fmla="*/ 112 w 312"/>
                <a:gd name="T41" fmla="*/ 431 h 449"/>
                <a:gd name="T42" fmla="*/ 112 w 312"/>
                <a:gd name="T43" fmla="*/ 431 h 449"/>
                <a:gd name="T44" fmla="*/ 112 w 312"/>
                <a:gd name="T45" fmla="*/ 439 h 449"/>
                <a:gd name="T46" fmla="*/ 114 w 312"/>
                <a:gd name="T47" fmla="*/ 445 h 449"/>
                <a:gd name="T48" fmla="*/ 120 w 312"/>
                <a:gd name="T49" fmla="*/ 447 h 449"/>
                <a:gd name="T50" fmla="*/ 128 w 312"/>
                <a:gd name="T51" fmla="*/ 449 h 449"/>
                <a:gd name="T52" fmla="*/ 186 w 312"/>
                <a:gd name="T53" fmla="*/ 449 h 449"/>
                <a:gd name="T54" fmla="*/ 186 w 312"/>
                <a:gd name="T55" fmla="*/ 449 h 449"/>
                <a:gd name="T56" fmla="*/ 192 w 312"/>
                <a:gd name="T57" fmla="*/ 447 h 449"/>
                <a:gd name="T58" fmla="*/ 198 w 312"/>
                <a:gd name="T59" fmla="*/ 445 h 449"/>
                <a:gd name="T60" fmla="*/ 200 w 312"/>
                <a:gd name="T61" fmla="*/ 439 h 449"/>
                <a:gd name="T62" fmla="*/ 200 w 312"/>
                <a:gd name="T63" fmla="*/ 431 h 449"/>
                <a:gd name="T64" fmla="*/ 200 w 312"/>
                <a:gd name="T65" fmla="*/ 74 h 449"/>
                <a:gd name="T66" fmla="*/ 294 w 312"/>
                <a:gd name="T67" fmla="*/ 74 h 449"/>
                <a:gd name="T68" fmla="*/ 294 w 312"/>
                <a:gd name="T69" fmla="*/ 74 h 449"/>
                <a:gd name="T70" fmla="*/ 302 w 312"/>
                <a:gd name="T71" fmla="*/ 74 h 449"/>
                <a:gd name="T72" fmla="*/ 308 w 312"/>
                <a:gd name="T73" fmla="*/ 70 h 449"/>
                <a:gd name="T74" fmla="*/ 310 w 312"/>
                <a:gd name="T75" fmla="*/ 66 h 449"/>
                <a:gd name="T76" fmla="*/ 312 w 312"/>
                <a:gd name="T77" fmla="*/ 58 h 449"/>
                <a:gd name="T78" fmla="*/ 312 w 312"/>
                <a:gd name="T79" fmla="*/ 58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12" h="449">
                  <a:moveTo>
                    <a:pt x="312" y="58"/>
                  </a:moveTo>
                  <a:lnTo>
                    <a:pt x="312" y="16"/>
                  </a:lnTo>
                  <a:lnTo>
                    <a:pt x="312" y="16"/>
                  </a:lnTo>
                  <a:lnTo>
                    <a:pt x="310" y="8"/>
                  </a:lnTo>
                  <a:lnTo>
                    <a:pt x="308" y="4"/>
                  </a:lnTo>
                  <a:lnTo>
                    <a:pt x="302" y="2"/>
                  </a:lnTo>
                  <a:lnTo>
                    <a:pt x="294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10" y="74"/>
                  </a:lnTo>
                  <a:lnTo>
                    <a:pt x="18" y="74"/>
                  </a:lnTo>
                  <a:lnTo>
                    <a:pt x="112" y="74"/>
                  </a:lnTo>
                  <a:lnTo>
                    <a:pt x="112" y="431"/>
                  </a:lnTo>
                  <a:lnTo>
                    <a:pt x="112" y="431"/>
                  </a:lnTo>
                  <a:lnTo>
                    <a:pt x="112" y="439"/>
                  </a:lnTo>
                  <a:lnTo>
                    <a:pt x="114" y="445"/>
                  </a:lnTo>
                  <a:lnTo>
                    <a:pt x="120" y="447"/>
                  </a:lnTo>
                  <a:lnTo>
                    <a:pt x="128" y="449"/>
                  </a:lnTo>
                  <a:lnTo>
                    <a:pt x="186" y="449"/>
                  </a:lnTo>
                  <a:lnTo>
                    <a:pt x="186" y="449"/>
                  </a:lnTo>
                  <a:lnTo>
                    <a:pt x="192" y="447"/>
                  </a:lnTo>
                  <a:lnTo>
                    <a:pt x="198" y="445"/>
                  </a:lnTo>
                  <a:lnTo>
                    <a:pt x="200" y="439"/>
                  </a:lnTo>
                  <a:lnTo>
                    <a:pt x="200" y="431"/>
                  </a:lnTo>
                  <a:lnTo>
                    <a:pt x="200" y="74"/>
                  </a:lnTo>
                  <a:lnTo>
                    <a:pt x="294" y="74"/>
                  </a:lnTo>
                  <a:lnTo>
                    <a:pt x="294" y="74"/>
                  </a:lnTo>
                  <a:lnTo>
                    <a:pt x="302" y="74"/>
                  </a:lnTo>
                  <a:lnTo>
                    <a:pt x="308" y="70"/>
                  </a:lnTo>
                  <a:lnTo>
                    <a:pt x="310" y="66"/>
                  </a:lnTo>
                  <a:lnTo>
                    <a:pt x="312" y="58"/>
                  </a:lnTo>
                  <a:lnTo>
                    <a:pt x="312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60" name="Freeform 41"/>
            <p:cNvSpPr>
              <a:spLocks/>
            </p:cNvSpPr>
            <p:nvPr/>
          </p:nvSpPr>
          <p:spPr bwMode="auto">
            <a:xfrm>
              <a:off x="1496" y="2987"/>
              <a:ext cx="90" cy="449"/>
            </a:xfrm>
            <a:custGeom>
              <a:avLst/>
              <a:gdLst>
                <a:gd name="T0" fmla="*/ 16 w 90"/>
                <a:gd name="T1" fmla="*/ 449 h 449"/>
                <a:gd name="T2" fmla="*/ 74 w 90"/>
                <a:gd name="T3" fmla="*/ 449 h 449"/>
                <a:gd name="T4" fmla="*/ 74 w 90"/>
                <a:gd name="T5" fmla="*/ 449 h 449"/>
                <a:gd name="T6" fmla="*/ 80 w 90"/>
                <a:gd name="T7" fmla="*/ 447 h 449"/>
                <a:gd name="T8" fmla="*/ 86 w 90"/>
                <a:gd name="T9" fmla="*/ 445 h 449"/>
                <a:gd name="T10" fmla="*/ 88 w 90"/>
                <a:gd name="T11" fmla="*/ 439 h 449"/>
                <a:gd name="T12" fmla="*/ 90 w 90"/>
                <a:gd name="T13" fmla="*/ 431 h 449"/>
                <a:gd name="T14" fmla="*/ 90 w 90"/>
                <a:gd name="T15" fmla="*/ 18 h 449"/>
                <a:gd name="T16" fmla="*/ 90 w 90"/>
                <a:gd name="T17" fmla="*/ 18 h 449"/>
                <a:gd name="T18" fmla="*/ 88 w 90"/>
                <a:gd name="T19" fmla="*/ 10 h 449"/>
                <a:gd name="T20" fmla="*/ 86 w 90"/>
                <a:gd name="T21" fmla="*/ 4 h 449"/>
                <a:gd name="T22" fmla="*/ 80 w 90"/>
                <a:gd name="T23" fmla="*/ 2 h 449"/>
                <a:gd name="T24" fmla="*/ 74 w 90"/>
                <a:gd name="T25" fmla="*/ 0 h 449"/>
                <a:gd name="T26" fmla="*/ 16 w 90"/>
                <a:gd name="T27" fmla="*/ 0 h 449"/>
                <a:gd name="T28" fmla="*/ 16 w 90"/>
                <a:gd name="T29" fmla="*/ 0 h 449"/>
                <a:gd name="T30" fmla="*/ 8 w 90"/>
                <a:gd name="T31" fmla="*/ 2 h 449"/>
                <a:gd name="T32" fmla="*/ 4 w 90"/>
                <a:gd name="T33" fmla="*/ 4 h 449"/>
                <a:gd name="T34" fmla="*/ 0 w 90"/>
                <a:gd name="T35" fmla="*/ 10 h 449"/>
                <a:gd name="T36" fmla="*/ 0 w 90"/>
                <a:gd name="T37" fmla="*/ 18 h 449"/>
                <a:gd name="T38" fmla="*/ 0 w 90"/>
                <a:gd name="T39" fmla="*/ 431 h 449"/>
                <a:gd name="T40" fmla="*/ 0 w 90"/>
                <a:gd name="T41" fmla="*/ 431 h 449"/>
                <a:gd name="T42" fmla="*/ 0 w 90"/>
                <a:gd name="T43" fmla="*/ 439 h 449"/>
                <a:gd name="T44" fmla="*/ 4 w 90"/>
                <a:gd name="T45" fmla="*/ 445 h 449"/>
                <a:gd name="T46" fmla="*/ 8 w 90"/>
                <a:gd name="T47" fmla="*/ 447 h 449"/>
                <a:gd name="T48" fmla="*/ 16 w 90"/>
                <a:gd name="T49" fmla="*/ 449 h 449"/>
                <a:gd name="T50" fmla="*/ 16 w 90"/>
                <a:gd name="T51" fmla="*/ 449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0" h="449">
                  <a:moveTo>
                    <a:pt x="16" y="449"/>
                  </a:moveTo>
                  <a:lnTo>
                    <a:pt x="74" y="449"/>
                  </a:lnTo>
                  <a:lnTo>
                    <a:pt x="74" y="449"/>
                  </a:lnTo>
                  <a:lnTo>
                    <a:pt x="80" y="447"/>
                  </a:lnTo>
                  <a:lnTo>
                    <a:pt x="86" y="445"/>
                  </a:lnTo>
                  <a:lnTo>
                    <a:pt x="88" y="439"/>
                  </a:lnTo>
                  <a:lnTo>
                    <a:pt x="90" y="431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88" y="10"/>
                  </a:lnTo>
                  <a:lnTo>
                    <a:pt x="86" y="4"/>
                  </a:lnTo>
                  <a:lnTo>
                    <a:pt x="80" y="2"/>
                  </a:lnTo>
                  <a:lnTo>
                    <a:pt x="7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0" y="10"/>
                  </a:lnTo>
                  <a:lnTo>
                    <a:pt x="0" y="18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4" y="445"/>
                  </a:lnTo>
                  <a:lnTo>
                    <a:pt x="8" y="447"/>
                  </a:lnTo>
                  <a:lnTo>
                    <a:pt x="16" y="449"/>
                  </a:lnTo>
                  <a:lnTo>
                    <a:pt x="16" y="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61" name="Freeform 42"/>
            <p:cNvSpPr>
              <a:spLocks/>
            </p:cNvSpPr>
            <p:nvPr/>
          </p:nvSpPr>
          <p:spPr bwMode="auto">
            <a:xfrm>
              <a:off x="2058" y="2987"/>
              <a:ext cx="312" cy="449"/>
            </a:xfrm>
            <a:custGeom>
              <a:avLst/>
              <a:gdLst>
                <a:gd name="T0" fmla="*/ 312 w 312"/>
                <a:gd name="T1" fmla="*/ 58 h 449"/>
                <a:gd name="T2" fmla="*/ 312 w 312"/>
                <a:gd name="T3" fmla="*/ 16 h 449"/>
                <a:gd name="T4" fmla="*/ 312 w 312"/>
                <a:gd name="T5" fmla="*/ 16 h 449"/>
                <a:gd name="T6" fmla="*/ 310 w 312"/>
                <a:gd name="T7" fmla="*/ 8 h 449"/>
                <a:gd name="T8" fmla="*/ 308 w 312"/>
                <a:gd name="T9" fmla="*/ 4 h 449"/>
                <a:gd name="T10" fmla="*/ 302 w 312"/>
                <a:gd name="T11" fmla="*/ 2 h 449"/>
                <a:gd name="T12" fmla="*/ 294 w 312"/>
                <a:gd name="T13" fmla="*/ 0 h 449"/>
                <a:gd name="T14" fmla="*/ 18 w 312"/>
                <a:gd name="T15" fmla="*/ 0 h 449"/>
                <a:gd name="T16" fmla="*/ 18 w 312"/>
                <a:gd name="T17" fmla="*/ 0 h 449"/>
                <a:gd name="T18" fmla="*/ 10 w 312"/>
                <a:gd name="T19" fmla="*/ 2 h 449"/>
                <a:gd name="T20" fmla="*/ 4 w 312"/>
                <a:gd name="T21" fmla="*/ 4 h 449"/>
                <a:gd name="T22" fmla="*/ 2 w 312"/>
                <a:gd name="T23" fmla="*/ 8 h 449"/>
                <a:gd name="T24" fmla="*/ 0 w 312"/>
                <a:gd name="T25" fmla="*/ 16 h 449"/>
                <a:gd name="T26" fmla="*/ 0 w 312"/>
                <a:gd name="T27" fmla="*/ 58 h 449"/>
                <a:gd name="T28" fmla="*/ 0 w 312"/>
                <a:gd name="T29" fmla="*/ 58 h 449"/>
                <a:gd name="T30" fmla="*/ 2 w 312"/>
                <a:gd name="T31" fmla="*/ 66 h 449"/>
                <a:gd name="T32" fmla="*/ 4 w 312"/>
                <a:gd name="T33" fmla="*/ 70 h 449"/>
                <a:gd name="T34" fmla="*/ 10 w 312"/>
                <a:gd name="T35" fmla="*/ 74 h 449"/>
                <a:gd name="T36" fmla="*/ 18 w 312"/>
                <a:gd name="T37" fmla="*/ 74 h 449"/>
                <a:gd name="T38" fmla="*/ 112 w 312"/>
                <a:gd name="T39" fmla="*/ 74 h 449"/>
                <a:gd name="T40" fmla="*/ 112 w 312"/>
                <a:gd name="T41" fmla="*/ 431 h 449"/>
                <a:gd name="T42" fmla="*/ 112 w 312"/>
                <a:gd name="T43" fmla="*/ 431 h 449"/>
                <a:gd name="T44" fmla="*/ 112 w 312"/>
                <a:gd name="T45" fmla="*/ 439 h 449"/>
                <a:gd name="T46" fmla="*/ 116 w 312"/>
                <a:gd name="T47" fmla="*/ 445 h 449"/>
                <a:gd name="T48" fmla="*/ 120 w 312"/>
                <a:gd name="T49" fmla="*/ 447 h 449"/>
                <a:gd name="T50" fmla="*/ 128 w 312"/>
                <a:gd name="T51" fmla="*/ 449 h 449"/>
                <a:gd name="T52" fmla="*/ 186 w 312"/>
                <a:gd name="T53" fmla="*/ 449 h 449"/>
                <a:gd name="T54" fmla="*/ 186 w 312"/>
                <a:gd name="T55" fmla="*/ 449 h 449"/>
                <a:gd name="T56" fmla="*/ 192 w 312"/>
                <a:gd name="T57" fmla="*/ 447 h 449"/>
                <a:gd name="T58" fmla="*/ 198 w 312"/>
                <a:gd name="T59" fmla="*/ 445 h 449"/>
                <a:gd name="T60" fmla="*/ 200 w 312"/>
                <a:gd name="T61" fmla="*/ 439 h 449"/>
                <a:gd name="T62" fmla="*/ 202 w 312"/>
                <a:gd name="T63" fmla="*/ 431 h 449"/>
                <a:gd name="T64" fmla="*/ 202 w 312"/>
                <a:gd name="T65" fmla="*/ 74 h 449"/>
                <a:gd name="T66" fmla="*/ 294 w 312"/>
                <a:gd name="T67" fmla="*/ 74 h 449"/>
                <a:gd name="T68" fmla="*/ 294 w 312"/>
                <a:gd name="T69" fmla="*/ 74 h 449"/>
                <a:gd name="T70" fmla="*/ 302 w 312"/>
                <a:gd name="T71" fmla="*/ 74 h 449"/>
                <a:gd name="T72" fmla="*/ 308 w 312"/>
                <a:gd name="T73" fmla="*/ 70 h 449"/>
                <a:gd name="T74" fmla="*/ 310 w 312"/>
                <a:gd name="T75" fmla="*/ 66 h 449"/>
                <a:gd name="T76" fmla="*/ 312 w 312"/>
                <a:gd name="T77" fmla="*/ 58 h 449"/>
                <a:gd name="T78" fmla="*/ 312 w 312"/>
                <a:gd name="T79" fmla="*/ 58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12" h="449">
                  <a:moveTo>
                    <a:pt x="312" y="58"/>
                  </a:moveTo>
                  <a:lnTo>
                    <a:pt x="312" y="16"/>
                  </a:lnTo>
                  <a:lnTo>
                    <a:pt x="312" y="16"/>
                  </a:lnTo>
                  <a:lnTo>
                    <a:pt x="310" y="8"/>
                  </a:lnTo>
                  <a:lnTo>
                    <a:pt x="308" y="4"/>
                  </a:lnTo>
                  <a:lnTo>
                    <a:pt x="302" y="2"/>
                  </a:lnTo>
                  <a:lnTo>
                    <a:pt x="294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10" y="74"/>
                  </a:lnTo>
                  <a:lnTo>
                    <a:pt x="18" y="74"/>
                  </a:lnTo>
                  <a:lnTo>
                    <a:pt x="112" y="74"/>
                  </a:lnTo>
                  <a:lnTo>
                    <a:pt x="112" y="431"/>
                  </a:lnTo>
                  <a:lnTo>
                    <a:pt x="112" y="431"/>
                  </a:lnTo>
                  <a:lnTo>
                    <a:pt x="112" y="439"/>
                  </a:lnTo>
                  <a:lnTo>
                    <a:pt x="116" y="445"/>
                  </a:lnTo>
                  <a:lnTo>
                    <a:pt x="120" y="447"/>
                  </a:lnTo>
                  <a:lnTo>
                    <a:pt x="128" y="449"/>
                  </a:lnTo>
                  <a:lnTo>
                    <a:pt x="186" y="449"/>
                  </a:lnTo>
                  <a:lnTo>
                    <a:pt x="186" y="449"/>
                  </a:lnTo>
                  <a:lnTo>
                    <a:pt x="192" y="447"/>
                  </a:lnTo>
                  <a:lnTo>
                    <a:pt x="198" y="445"/>
                  </a:lnTo>
                  <a:lnTo>
                    <a:pt x="200" y="439"/>
                  </a:lnTo>
                  <a:lnTo>
                    <a:pt x="202" y="431"/>
                  </a:lnTo>
                  <a:lnTo>
                    <a:pt x="202" y="74"/>
                  </a:lnTo>
                  <a:lnTo>
                    <a:pt x="294" y="74"/>
                  </a:lnTo>
                  <a:lnTo>
                    <a:pt x="294" y="74"/>
                  </a:lnTo>
                  <a:lnTo>
                    <a:pt x="302" y="74"/>
                  </a:lnTo>
                  <a:lnTo>
                    <a:pt x="308" y="70"/>
                  </a:lnTo>
                  <a:lnTo>
                    <a:pt x="310" y="66"/>
                  </a:lnTo>
                  <a:lnTo>
                    <a:pt x="312" y="58"/>
                  </a:lnTo>
                  <a:lnTo>
                    <a:pt x="312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62" name="Freeform 43"/>
            <p:cNvSpPr>
              <a:spLocks/>
            </p:cNvSpPr>
            <p:nvPr/>
          </p:nvSpPr>
          <p:spPr bwMode="auto">
            <a:xfrm>
              <a:off x="2456" y="2987"/>
              <a:ext cx="88" cy="449"/>
            </a:xfrm>
            <a:custGeom>
              <a:avLst/>
              <a:gdLst>
                <a:gd name="T0" fmla="*/ 16 w 88"/>
                <a:gd name="T1" fmla="*/ 449 h 449"/>
                <a:gd name="T2" fmla="*/ 72 w 88"/>
                <a:gd name="T3" fmla="*/ 449 h 449"/>
                <a:gd name="T4" fmla="*/ 72 w 88"/>
                <a:gd name="T5" fmla="*/ 449 h 449"/>
                <a:gd name="T6" fmla="*/ 80 w 88"/>
                <a:gd name="T7" fmla="*/ 447 h 449"/>
                <a:gd name="T8" fmla="*/ 86 w 88"/>
                <a:gd name="T9" fmla="*/ 445 h 449"/>
                <a:gd name="T10" fmla="*/ 88 w 88"/>
                <a:gd name="T11" fmla="*/ 439 h 449"/>
                <a:gd name="T12" fmla="*/ 88 w 88"/>
                <a:gd name="T13" fmla="*/ 431 h 449"/>
                <a:gd name="T14" fmla="*/ 88 w 88"/>
                <a:gd name="T15" fmla="*/ 18 h 449"/>
                <a:gd name="T16" fmla="*/ 88 w 88"/>
                <a:gd name="T17" fmla="*/ 18 h 449"/>
                <a:gd name="T18" fmla="*/ 88 w 88"/>
                <a:gd name="T19" fmla="*/ 10 h 449"/>
                <a:gd name="T20" fmla="*/ 86 w 88"/>
                <a:gd name="T21" fmla="*/ 4 h 449"/>
                <a:gd name="T22" fmla="*/ 80 w 88"/>
                <a:gd name="T23" fmla="*/ 2 h 449"/>
                <a:gd name="T24" fmla="*/ 72 w 88"/>
                <a:gd name="T25" fmla="*/ 0 h 449"/>
                <a:gd name="T26" fmla="*/ 16 w 88"/>
                <a:gd name="T27" fmla="*/ 0 h 449"/>
                <a:gd name="T28" fmla="*/ 16 w 88"/>
                <a:gd name="T29" fmla="*/ 0 h 449"/>
                <a:gd name="T30" fmla="*/ 8 w 88"/>
                <a:gd name="T31" fmla="*/ 2 h 449"/>
                <a:gd name="T32" fmla="*/ 4 w 88"/>
                <a:gd name="T33" fmla="*/ 4 h 449"/>
                <a:gd name="T34" fmla="*/ 0 w 88"/>
                <a:gd name="T35" fmla="*/ 10 h 449"/>
                <a:gd name="T36" fmla="*/ 0 w 88"/>
                <a:gd name="T37" fmla="*/ 18 h 449"/>
                <a:gd name="T38" fmla="*/ 0 w 88"/>
                <a:gd name="T39" fmla="*/ 431 h 449"/>
                <a:gd name="T40" fmla="*/ 0 w 88"/>
                <a:gd name="T41" fmla="*/ 431 h 449"/>
                <a:gd name="T42" fmla="*/ 0 w 88"/>
                <a:gd name="T43" fmla="*/ 439 h 449"/>
                <a:gd name="T44" fmla="*/ 4 w 88"/>
                <a:gd name="T45" fmla="*/ 445 h 449"/>
                <a:gd name="T46" fmla="*/ 8 w 88"/>
                <a:gd name="T47" fmla="*/ 447 h 449"/>
                <a:gd name="T48" fmla="*/ 16 w 88"/>
                <a:gd name="T49" fmla="*/ 449 h 449"/>
                <a:gd name="T50" fmla="*/ 16 w 88"/>
                <a:gd name="T51" fmla="*/ 449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8" h="449">
                  <a:moveTo>
                    <a:pt x="16" y="449"/>
                  </a:moveTo>
                  <a:lnTo>
                    <a:pt x="72" y="449"/>
                  </a:lnTo>
                  <a:lnTo>
                    <a:pt x="72" y="449"/>
                  </a:lnTo>
                  <a:lnTo>
                    <a:pt x="80" y="447"/>
                  </a:lnTo>
                  <a:lnTo>
                    <a:pt x="86" y="445"/>
                  </a:lnTo>
                  <a:lnTo>
                    <a:pt x="88" y="439"/>
                  </a:lnTo>
                  <a:lnTo>
                    <a:pt x="88" y="431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8" y="10"/>
                  </a:lnTo>
                  <a:lnTo>
                    <a:pt x="86" y="4"/>
                  </a:lnTo>
                  <a:lnTo>
                    <a:pt x="80" y="2"/>
                  </a:lnTo>
                  <a:lnTo>
                    <a:pt x="72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0" y="10"/>
                  </a:lnTo>
                  <a:lnTo>
                    <a:pt x="0" y="18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9"/>
                  </a:lnTo>
                  <a:lnTo>
                    <a:pt x="4" y="445"/>
                  </a:lnTo>
                  <a:lnTo>
                    <a:pt x="8" y="447"/>
                  </a:lnTo>
                  <a:lnTo>
                    <a:pt x="16" y="449"/>
                  </a:lnTo>
                  <a:lnTo>
                    <a:pt x="16" y="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63" name="Freeform 44"/>
            <p:cNvSpPr>
              <a:spLocks noEditPoints="1"/>
            </p:cNvSpPr>
            <p:nvPr/>
          </p:nvSpPr>
          <p:spPr bwMode="auto">
            <a:xfrm>
              <a:off x="0" y="2247"/>
              <a:ext cx="640" cy="483"/>
            </a:xfrm>
            <a:custGeom>
              <a:avLst/>
              <a:gdLst>
                <a:gd name="T0" fmla="*/ 552 w 640"/>
                <a:gd name="T1" fmla="*/ 483 h 483"/>
                <a:gd name="T2" fmla="*/ 570 w 640"/>
                <a:gd name="T3" fmla="*/ 409 h 483"/>
                <a:gd name="T4" fmla="*/ 630 w 640"/>
                <a:gd name="T5" fmla="*/ 303 h 483"/>
                <a:gd name="T6" fmla="*/ 624 w 640"/>
                <a:gd name="T7" fmla="*/ 214 h 483"/>
                <a:gd name="T8" fmla="*/ 562 w 640"/>
                <a:gd name="T9" fmla="*/ 184 h 483"/>
                <a:gd name="T10" fmla="*/ 484 w 640"/>
                <a:gd name="T11" fmla="*/ 168 h 483"/>
                <a:gd name="T12" fmla="*/ 374 w 640"/>
                <a:gd name="T13" fmla="*/ 206 h 483"/>
                <a:gd name="T14" fmla="*/ 340 w 640"/>
                <a:gd name="T15" fmla="*/ 190 h 483"/>
                <a:gd name="T16" fmla="*/ 370 w 640"/>
                <a:gd name="T17" fmla="*/ 144 h 483"/>
                <a:gd name="T18" fmla="*/ 344 w 640"/>
                <a:gd name="T19" fmla="*/ 100 h 483"/>
                <a:gd name="T20" fmla="*/ 356 w 640"/>
                <a:gd name="T21" fmla="*/ 76 h 483"/>
                <a:gd name="T22" fmla="*/ 382 w 640"/>
                <a:gd name="T23" fmla="*/ 60 h 483"/>
                <a:gd name="T24" fmla="*/ 360 w 640"/>
                <a:gd name="T25" fmla="*/ 44 h 483"/>
                <a:gd name="T26" fmla="*/ 334 w 640"/>
                <a:gd name="T27" fmla="*/ 26 h 483"/>
                <a:gd name="T28" fmla="*/ 320 w 640"/>
                <a:gd name="T29" fmla="*/ 0 h 483"/>
                <a:gd name="T30" fmla="*/ 304 w 640"/>
                <a:gd name="T31" fmla="*/ 22 h 483"/>
                <a:gd name="T32" fmla="*/ 286 w 640"/>
                <a:gd name="T33" fmla="*/ 46 h 483"/>
                <a:gd name="T34" fmla="*/ 260 w 640"/>
                <a:gd name="T35" fmla="*/ 60 h 483"/>
                <a:gd name="T36" fmla="*/ 280 w 640"/>
                <a:gd name="T37" fmla="*/ 78 h 483"/>
                <a:gd name="T38" fmla="*/ 296 w 640"/>
                <a:gd name="T39" fmla="*/ 100 h 483"/>
                <a:gd name="T40" fmla="*/ 270 w 640"/>
                <a:gd name="T41" fmla="*/ 144 h 483"/>
                <a:gd name="T42" fmla="*/ 300 w 640"/>
                <a:gd name="T43" fmla="*/ 190 h 483"/>
                <a:gd name="T44" fmla="*/ 266 w 640"/>
                <a:gd name="T45" fmla="*/ 206 h 483"/>
                <a:gd name="T46" fmla="*/ 156 w 640"/>
                <a:gd name="T47" fmla="*/ 168 h 483"/>
                <a:gd name="T48" fmla="*/ 78 w 640"/>
                <a:gd name="T49" fmla="*/ 184 h 483"/>
                <a:gd name="T50" fmla="*/ 16 w 640"/>
                <a:gd name="T51" fmla="*/ 214 h 483"/>
                <a:gd name="T52" fmla="*/ 10 w 640"/>
                <a:gd name="T53" fmla="*/ 303 h 483"/>
                <a:gd name="T54" fmla="*/ 70 w 640"/>
                <a:gd name="T55" fmla="*/ 409 h 483"/>
                <a:gd name="T56" fmla="*/ 564 w 640"/>
                <a:gd name="T57" fmla="*/ 216 h 483"/>
                <a:gd name="T58" fmla="*/ 598 w 640"/>
                <a:gd name="T59" fmla="*/ 267 h 483"/>
                <a:gd name="T60" fmla="*/ 540 w 640"/>
                <a:gd name="T61" fmla="*/ 371 h 483"/>
                <a:gd name="T62" fmla="*/ 512 w 640"/>
                <a:gd name="T63" fmla="*/ 403 h 483"/>
                <a:gd name="T64" fmla="*/ 520 w 640"/>
                <a:gd name="T65" fmla="*/ 439 h 483"/>
                <a:gd name="T66" fmla="*/ 464 w 640"/>
                <a:gd name="T67" fmla="*/ 403 h 483"/>
                <a:gd name="T68" fmla="*/ 528 w 640"/>
                <a:gd name="T69" fmla="*/ 301 h 483"/>
                <a:gd name="T70" fmla="*/ 540 w 640"/>
                <a:gd name="T71" fmla="*/ 216 h 483"/>
                <a:gd name="T72" fmla="*/ 370 w 640"/>
                <a:gd name="T73" fmla="*/ 347 h 483"/>
                <a:gd name="T74" fmla="*/ 346 w 640"/>
                <a:gd name="T75" fmla="*/ 245 h 483"/>
                <a:gd name="T76" fmla="*/ 444 w 640"/>
                <a:gd name="T77" fmla="*/ 204 h 483"/>
                <a:gd name="T78" fmla="*/ 490 w 640"/>
                <a:gd name="T79" fmla="*/ 212 h 483"/>
                <a:gd name="T80" fmla="*/ 488 w 640"/>
                <a:gd name="T81" fmla="*/ 279 h 483"/>
                <a:gd name="T82" fmla="*/ 404 w 640"/>
                <a:gd name="T83" fmla="*/ 331 h 483"/>
                <a:gd name="T84" fmla="*/ 416 w 640"/>
                <a:gd name="T85" fmla="*/ 407 h 483"/>
                <a:gd name="T86" fmla="*/ 344 w 640"/>
                <a:gd name="T87" fmla="*/ 407 h 483"/>
                <a:gd name="T88" fmla="*/ 158 w 640"/>
                <a:gd name="T89" fmla="*/ 206 h 483"/>
                <a:gd name="T90" fmla="*/ 232 w 640"/>
                <a:gd name="T91" fmla="*/ 222 h 483"/>
                <a:gd name="T92" fmla="*/ 288 w 640"/>
                <a:gd name="T93" fmla="*/ 305 h 483"/>
                <a:gd name="T94" fmla="*/ 286 w 640"/>
                <a:gd name="T95" fmla="*/ 387 h 483"/>
                <a:gd name="T96" fmla="*/ 296 w 640"/>
                <a:gd name="T97" fmla="*/ 407 h 483"/>
                <a:gd name="T98" fmla="*/ 224 w 640"/>
                <a:gd name="T99" fmla="*/ 407 h 483"/>
                <a:gd name="T100" fmla="*/ 210 w 640"/>
                <a:gd name="T101" fmla="*/ 337 h 483"/>
                <a:gd name="T102" fmla="*/ 144 w 640"/>
                <a:gd name="T103" fmla="*/ 263 h 483"/>
                <a:gd name="T104" fmla="*/ 150 w 640"/>
                <a:gd name="T105" fmla="*/ 212 h 483"/>
                <a:gd name="T106" fmla="*/ 100 w 640"/>
                <a:gd name="T107" fmla="*/ 216 h 483"/>
                <a:gd name="T108" fmla="*/ 114 w 640"/>
                <a:gd name="T109" fmla="*/ 301 h 483"/>
                <a:gd name="T110" fmla="*/ 176 w 640"/>
                <a:gd name="T111" fmla="*/ 403 h 483"/>
                <a:gd name="T112" fmla="*/ 120 w 640"/>
                <a:gd name="T113" fmla="*/ 439 h 483"/>
                <a:gd name="T114" fmla="*/ 128 w 640"/>
                <a:gd name="T115" fmla="*/ 403 h 483"/>
                <a:gd name="T116" fmla="*/ 100 w 640"/>
                <a:gd name="T117" fmla="*/ 371 h 483"/>
                <a:gd name="T118" fmla="*/ 42 w 640"/>
                <a:gd name="T119" fmla="*/ 267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0" h="483">
                  <a:moveTo>
                    <a:pt x="80" y="475"/>
                  </a:moveTo>
                  <a:lnTo>
                    <a:pt x="80" y="475"/>
                  </a:lnTo>
                  <a:lnTo>
                    <a:pt x="80" y="479"/>
                  </a:lnTo>
                  <a:lnTo>
                    <a:pt x="82" y="481"/>
                  </a:lnTo>
                  <a:lnTo>
                    <a:pt x="88" y="483"/>
                  </a:lnTo>
                  <a:lnTo>
                    <a:pt x="552" y="483"/>
                  </a:lnTo>
                  <a:lnTo>
                    <a:pt x="552" y="483"/>
                  </a:lnTo>
                  <a:lnTo>
                    <a:pt x="558" y="481"/>
                  </a:lnTo>
                  <a:lnTo>
                    <a:pt x="560" y="479"/>
                  </a:lnTo>
                  <a:lnTo>
                    <a:pt x="560" y="475"/>
                  </a:lnTo>
                  <a:lnTo>
                    <a:pt x="560" y="455"/>
                  </a:lnTo>
                  <a:lnTo>
                    <a:pt x="560" y="455"/>
                  </a:lnTo>
                  <a:lnTo>
                    <a:pt x="562" y="433"/>
                  </a:lnTo>
                  <a:lnTo>
                    <a:pt x="570" y="409"/>
                  </a:lnTo>
                  <a:lnTo>
                    <a:pt x="576" y="395"/>
                  </a:lnTo>
                  <a:lnTo>
                    <a:pt x="582" y="381"/>
                  </a:lnTo>
                  <a:lnTo>
                    <a:pt x="592" y="365"/>
                  </a:lnTo>
                  <a:lnTo>
                    <a:pt x="606" y="347"/>
                  </a:lnTo>
                  <a:lnTo>
                    <a:pt x="606" y="347"/>
                  </a:lnTo>
                  <a:lnTo>
                    <a:pt x="620" y="325"/>
                  </a:lnTo>
                  <a:lnTo>
                    <a:pt x="630" y="303"/>
                  </a:lnTo>
                  <a:lnTo>
                    <a:pt x="638" y="283"/>
                  </a:lnTo>
                  <a:lnTo>
                    <a:pt x="640" y="261"/>
                  </a:lnTo>
                  <a:lnTo>
                    <a:pt x="640" y="251"/>
                  </a:lnTo>
                  <a:lnTo>
                    <a:pt x="638" y="241"/>
                  </a:lnTo>
                  <a:lnTo>
                    <a:pt x="634" y="233"/>
                  </a:lnTo>
                  <a:lnTo>
                    <a:pt x="630" y="222"/>
                  </a:lnTo>
                  <a:lnTo>
                    <a:pt x="624" y="214"/>
                  </a:lnTo>
                  <a:lnTo>
                    <a:pt x="618" y="206"/>
                  </a:lnTo>
                  <a:lnTo>
                    <a:pt x="610" y="200"/>
                  </a:lnTo>
                  <a:lnTo>
                    <a:pt x="600" y="194"/>
                  </a:lnTo>
                  <a:lnTo>
                    <a:pt x="600" y="194"/>
                  </a:lnTo>
                  <a:lnTo>
                    <a:pt x="590" y="190"/>
                  </a:lnTo>
                  <a:lnTo>
                    <a:pt x="580" y="186"/>
                  </a:lnTo>
                  <a:lnTo>
                    <a:pt x="562" y="184"/>
                  </a:lnTo>
                  <a:lnTo>
                    <a:pt x="544" y="186"/>
                  </a:lnTo>
                  <a:lnTo>
                    <a:pt x="526" y="192"/>
                  </a:lnTo>
                  <a:lnTo>
                    <a:pt x="526" y="192"/>
                  </a:lnTo>
                  <a:lnTo>
                    <a:pt x="516" y="184"/>
                  </a:lnTo>
                  <a:lnTo>
                    <a:pt x="506" y="176"/>
                  </a:lnTo>
                  <a:lnTo>
                    <a:pt x="496" y="172"/>
                  </a:lnTo>
                  <a:lnTo>
                    <a:pt x="484" y="168"/>
                  </a:lnTo>
                  <a:lnTo>
                    <a:pt x="484" y="168"/>
                  </a:lnTo>
                  <a:lnTo>
                    <a:pt x="474" y="166"/>
                  </a:lnTo>
                  <a:lnTo>
                    <a:pt x="464" y="166"/>
                  </a:lnTo>
                  <a:lnTo>
                    <a:pt x="444" y="170"/>
                  </a:lnTo>
                  <a:lnTo>
                    <a:pt x="426" y="178"/>
                  </a:lnTo>
                  <a:lnTo>
                    <a:pt x="408" y="188"/>
                  </a:lnTo>
                  <a:lnTo>
                    <a:pt x="374" y="206"/>
                  </a:lnTo>
                  <a:lnTo>
                    <a:pt x="356" y="212"/>
                  </a:lnTo>
                  <a:lnTo>
                    <a:pt x="348" y="214"/>
                  </a:lnTo>
                  <a:lnTo>
                    <a:pt x="340" y="216"/>
                  </a:lnTo>
                  <a:lnTo>
                    <a:pt x="340" y="216"/>
                  </a:lnTo>
                  <a:lnTo>
                    <a:pt x="332" y="192"/>
                  </a:lnTo>
                  <a:lnTo>
                    <a:pt x="332" y="192"/>
                  </a:lnTo>
                  <a:lnTo>
                    <a:pt x="340" y="190"/>
                  </a:lnTo>
                  <a:lnTo>
                    <a:pt x="348" y="186"/>
                  </a:lnTo>
                  <a:lnTo>
                    <a:pt x="354" y="180"/>
                  </a:lnTo>
                  <a:lnTo>
                    <a:pt x="360" y="174"/>
                  </a:lnTo>
                  <a:lnTo>
                    <a:pt x="364" y="168"/>
                  </a:lnTo>
                  <a:lnTo>
                    <a:pt x="368" y="160"/>
                  </a:lnTo>
                  <a:lnTo>
                    <a:pt x="370" y="152"/>
                  </a:lnTo>
                  <a:lnTo>
                    <a:pt x="370" y="144"/>
                  </a:lnTo>
                  <a:lnTo>
                    <a:pt x="370" y="144"/>
                  </a:lnTo>
                  <a:lnTo>
                    <a:pt x="370" y="134"/>
                  </a:lnTo>
                  <a:lnTo>
                    <a:pt x="366" y="126"/>
                  </a:lnTo>
                  <a:lnTo>
                    <a:pt x="364" y="118"/>
                  </a:lnTo>
                  <a:lnTo>
                    <a:pt x="358" y="112"/>
                  </a:lnTo>
                  <a:lnTo>
                    <a:pt x="352" y="106"/>
                  </a:lnTo>
                  <a:lnTo>
                    <a:pt x="344" y="100"/>
                  </a:lnTo>
                  <a:lnTo>
                    <a:pt x="338" y="96"/>
                  </a:lnTo>
                  <a:lnTo>
                    <a:pt x="328" y="94"/>
                  </a:lnTo>
                  <a:lnTo>
                    <a:pt x="328" y="68"/>
                  </a:lnTo>
                  <a:lnTo>
                    <a:pt x="348" y="68"/>
                  </a:lnTo>
                  <a:lnTo>
                    <a:pt x="348" y="68"/>
                  </a:lnTo>
                  <a:lnTo>
                    <a:pt x="352" y="72"/>
                  </a:lnTo>
                  <a:lnTo>
                    <a:pt x="356" y="76"/>
                  </a:lnTo>
                  <a:lnTo>
                    <a:pt x="360" y="78"/>
                  </a:lnTo>
                  <a:lnTo>
                    <a:pt x="364" y="78"/>
                  </a:lnTo>
                  <a:lnTo>
                    <a:pt x="364" y="78"/>
                  </a:lnTo>
                  <a:lnTo>
                    <a:pt x="370" y="76"/>
                  </a:lnTo>
                  <a:lnTo>
                    <a:pt x="376" y="72"/>
                  </a:lnTo>
                  <a:lnTo>
                    <a:pt x="380" y="68"/>
                  </a:lnTo>
                  <a:lnTo>
                    <a:pt x="382" y="60"/>
                  </a:lnTo>
                  <a:lnTo>
                    <a:pt x="382" y="60"/>
                  </a:lnTo>
                  <a:lnTo>
                    <a:pt x="380" y="54"/>
                  </a:lnTo>
                  <a:lnTo>
                    <a:pt x="376" y="48"/>
                  </a:lnTo>
                  <a:lnTo>
                    <a:pt x="370" y="44"/>
                  </a:lnTo>
                  <a:lnTo>
                    <a:pt x="364" y="44"/>
                  </a:lnTo>
                  <a:lnTo>
                    <a:pt x="364" y="44"/>
                  </a:lnTo>
                  <a:lnTo>
                    <a:pt x="360" y="44"/>
                  </a:lnTo>
                  <a:lnTo>
                    <a:pt x="356" y="46"/>
                  </a:lnTo>
                  <a:lnTo>
                    <a:pt x="352" y="50"/>
                  </a:lnTo>
                  <a:lnTo>
                    <a:pt x="348" y="52"/>
                  </a:lnTo>
                  <a:lnTo>
                    <a:pt x="328" y="52"/>
                  </a:lnTo>
                  <a:lnTo>
                    <a:pt x="328" y="32"/>
                  </a:lnTo>
                  <a:lnTo>
                    <a:pt x="328" y="32"/>
                  </a:lnTo>
                  <a:lnTo>
                    <a:pt x="334" y="26"/>
                  </a:lnTo>
                  <a:lnTo>
                    <a:pt x="336" y="22"/>
                  </a:lnTo>
                  <a:lnTo>
                    <a:pt x="338" y="18"/>
                  </a:lnTo>
                  <a:lnTo>
                    <a:pt x="338" y="18"/>
                  </a:lnTo>
                  <a:lnTo>
                    <a:pt x="336" y="10"/>
                  </a:lnTo>
                  <a:lnTo>
                    <a:pt x="332" y="6"/>
                  </a:lnTo>
                  <a:lnTo>
                    <a:pt x="326" y="2"/>
                  </a:lnTo>
                  <a:lnTo>
                    <a:pt x="320" y="0"/>
                  </a:lnTo>
                  <a:lnTo>
                    <a:pt x="320" y="0"/>
                  </a:lnTo>
                  <a:lnTo>
                    <a:pt x="314" y="2"/>
                  </a:lnTo>
                  <a:lnTo>
                    <a:pt x="308" y="6"/>
                  </a:lnTo>
                  <a:lnTo>
                    <a:pt x="304" y="10"/>
                  </a:lnTo>
                  <a:lnTo>
                    <a:pt x="302" y="18"/>
                  </a:lnTo>
                  <a:lnTo>
                    <a:pt x="302" y="18"/>
                  </a:lnTo>
                  <a:lnTo>
                    <a:pt x="304" y="22"/>
                  </a:lnTo>
                  <a:lnTo>
                    <a:pt x="306" y="26"/>
                  </a:lnTo>
                  <a:lnTo>
                    <a:pt x="312" y="32"/>
                  </a:lnTo>
                  <a:lnTo>
                    <a:pt x="312" y="52"/>
                  </a:lnTo>
                  <a:lnTo>
                    <a:pt x="292" y="52"/>
                  </a:lnTo>
                  <a:lnTo>
                    <a:pt x="292" y="52"/>
                  </a:lnTo>
                  <a:lnTo>
                    <a:pt x="288" y="50"/>
                  </a:lnTo>
                  <a:lnTo>
                    <a:pt x="286" y="46"/>
                  </a:lnTo>
                  <a:lnTo>
                    <a:pt x="282" y="44"/>
                  </a:lnTo>
                  <a:lnTo>
                    <a:pt x="276" y="44"/>
                  </a:lnTo>
                  <a:lnTo>
                    <a:pt x="276" y="44"/>
                  </a:lnTo>
                  <a:lnTo>
                    <a:pt x="270" y="44"/>
                  </a:lnTo>
                  <a:lnTo>
                    <a:pt x="264" y="48"/>
                  </a:lnTo>
                  <a:lnTo>
                    <a:pt x="260" y="54"/>
                  </a:lnTo>
                  <a:lnTo>
                    <a:pt x="260" y="60"/>
                  </a:lnTo>
                  <a:lnTo>
                    <a:pt x="260" y="60"/>
                  </a:lnTo>
                  <a:lnTo>
                    <a:pt x="260" y="68"/>
                  </a:lnTo>
                  <a:lnTo>
                    <a:pt x="264" y="72"/>
                  </a:lnTo>
                  <a:lnTo>
                    <a:pt x="270" y="76"/>
                  </a:lnTo>
                  <a:lnTo>
                    <a:pt x="276" y="78"/>
                  </a:lnTo>
                  <a:lnTo>
                    <a:pt x="276" y="78"/>
                  </a:lnTo>
                  <a:lnTo>
                    <a:pt x="280" y="78"/>
                  </a:lnTo>
                  <a:lnTo>
                    <a:pt x="286" y="76"/>
                  </a:lnTo>
                  <a:lnTo>
                    <a:pt x="292" y="68"/>
                  </a:lnTo>
                  <a:lnTo>
                    <a:pt x="312" y="68"/>
                  </a:lnTo>
                  <a:lnTo>
                    <a:pt x="312" y="94"/>
                  </a:lnTo>
                  <a:lnTo>
                    <a:pt x="312" y="94"/>
                  </a:lnTo>
                  <a:lnTo>
                    <a:pt x="304" y="98"/>
                  </a:lnTo>
                  <a:lnTo>
                    <a:pt x="296" y="100"/>
                  </a:lnTo>
                  <a:lnTo>
                    <a:pt x="288" y="106"/>
                  </a:lnTo>
                  <a:lnTo>
                    <a:pt x="282" y="112"/>
                  </a:lnTo>
                  <a:lnTo>
                    <a:pt x="278" y="118"/>
                  </a:lnTo>
                  <a:lnTo>
                    <a:pt x="274" y="126"/>
                  </a:lnTo>
                  <a:lnTo>
                    <a:pt x="272" y="134"/>
                  </a:lnTo>
                  <a:lnTo>
                    <a:pt x="270" y="144"/>
                  </a:lnTo>
                  <a:lnTo>
                    <a:pt x="270" y="144"/>
                  </a:lnTo>
                  <a:lnTo>
                    <a:pt x="272" y="152"/>
                  </a:lnTo>
                  <a:lnTo>
                    <a:pt x="274" y="160"/>
                  </a:lnTo>
                  <a:lnTo>
                    <a:pt x="276" y="168"/>
                  </a:lnTo>
                  <a:lnTo>
                    <a:pt x="282" y="174"/>
                  </a:lnTo>
                  <a:lnTo>
                    <a:pt x="286" y="180"/>
                  </a:lnTo>
                  <a:lnTo>
                    <a:pt x="292" y="186"/>
                  </a:lnTo>
                  <a:lnTo>
                    <a:pt x="300" y="190"/>
                  </a:lnTo>
                  <a:lnTo>
                    <a:pt x="308" y="192"/>
                  </a:lnTo>
                  <a:lnTo>
                    <a:pt x="308" y="192"/>
                  </a:lnTo>
                  <a:lnTo>
                    <a:pt x="300" y="216"/>
                  </a:lnTo>
                  <a:lnTo>
                    <a:pt x="300" y="216"/>
                  </a:lnTo>
                  <a:lnTo>
                    <a:pt x="292" y="214"/>
                  </a:lnTo>
                  <a:lnTo>
                    <a:pt x="284" y="212"/>
                  </a:lnTo>
                  <a:lnTo>
                    <a:pt x="266" y="206"/>
                  </a:lnTo>
                  <a:lnTo>
                    <a:pt x="232" y="188"/>
                  </a:lnTo>
                  <a:lnTo>
                    <a:pt x="214" y="178"/>
                  </a:lnTo>
                  <a:lnTo>
                    <a:pt x="196" y="170"/>
                  </a:lnTo>
                  <a:lnTo>
                    <a:pt x="176" y="166"/>
                  </a:lnTo>
                  <a:lnTo>
                    <a:pt x="166" y="166"/>
                  </a:lnTo>
                  <a:lnTo>
                    <a:pt x="156" y="168"/>
                  </a:lnTo>
                  <a:lnTo>
                    <a:pt x="156" y="168"/>
                  </a:lnTo>
                  <a:lnTo>
                    <a:pt x="144" y="172"/>
                  </a:lnTo>
                  <a:lnTo>
                    <a:pt x="134" y="176"/>
                  </a:lnTo>
                  <a:lnTo>
                    <a:pt x="124" y="184"/>
                  </a:lnTo>
                  <a:lnTo>
                    <a:pt x="116" y="192"/>
                  </a:lnTo>
                  <a:lnTo>
                    <a:pt x="116" y="192"/>
                  </a:lnTo>
                  <a:lnTo>
                    <a:pt x="96" y="186"/>
                  </a:lnTo>
                  <a:lnTo>
                    <a:pt x="78" y="184"/>
                  </a:lnTo>
                  <a:lnTo>
                    <a:pt x="60" y="186"/>
                  </a:lnTo>
                  <a:lnTo>
                    <a:pt x="50" y="190"/>
                  </a:lnTo>
                  <a:lnTo>
                    <a:pt x="42" y="194"/>
                  </a:lnTo>
                  <a:lnTo>
                    <a:pt x="42" y="194"/>
                  </a:lnTo>
                  <a:lnTo>
                    <a:pt x="32" y="200"/>
                  </a:lnTo>
                  <a:lnTo>
                    <a:pt x="22" y="206"/>
                  </a:lnTo>
                  <a:lnTo>
                    <a:pt x="16" y="214"/>
                  </a:lnTo>
                  <a:lnTo>
                    <a:pt x="10" y="222"/>
                  </a:lnTo>
                  <a:lnTo>
                    <a:pt x="6" y="233"/>
                  </a:lnTo>
                  <a:lnTo>
                    <a:pt x="2" y="241"/>
                  </a:lnTo>
                  <a:lnTo>
                    <a:pt x="0" y="251"/>
                  </a:lnTo>
                  <a:lnTo>
                    <a:pt x="0" y="261"/>
                  </a:lnTo>
                  <a:lnTo>
                    <a:pt x="2" y="283"/>
                  </a:lnTo>
                  <a:lnTo>
                    <a:pt x="10" y="303"/>
                  </a:lnTo>
                  <a:lnTo>
                    <a:pt x="20" y="325"/>
                  </a:lnTo>
                  <a:lnTo>
                    <a:pt x="36" y="347"/>
                  </a:lnTo>
                  <a:lnTo>
                    <a:pt x="36" y="347"/>
                  </a:lnTo>
                  <a:lnTo>
                    <a:pt x="48" y="365"/>
                  </a:lnTo>
                  <a:lnTo>
                    <a:pt x="58" y="381"/>
                  </a:lnTo>
                  <a:lnTo>
                    <a:pt x="66" y="395"/>
                  </a:lnTo>
                  <a:lnTo>
                    <a:pt x="70" y="409"/>
                  </a:lnTo>
                  <a:lnTo>
                    <a:pt x="78" y="435"/>
                  </a:lnTo>
                  <a:lnTo>
                    <a:pt x="80" y="455"/>
                  </a:lnTo>
                  <a:lnTo>
                    <a:pt x="80" y="475"/>
                  </a:lnTo>
                  <a:close/>
                  <a:moveTo>
                    <a:pt x="540" y="216"/>
                  </a:moveTo>
                  <a:lnTo>
                    <a:pt x="540" y="216"/>
                  </a:lnTo>
                  <a:lnTo>
                    <a:pt x="552" y="216"/>
                  </a:lnTo>
                  <a:lnTo>
                    <a:pt x="564" y="216"/>
                  </a:lnTo>
                  <a:lnTo>
                    <a:pt x="574" y="220"/>
                  </a:lnTo>
                  <a:lnTo>
                    <a:pt x="584" y="227"/>
                  </a:lnTo>
                  <a:lnTo>
                    <a:pt x="584" y="227"/>
                  </a:lnTo>
                  <a:lnTo>
                    <a:pt x="592" y="237"/>
                  </a:lnTo>
                  <a:lnTo>
                    <a:pt x="596" y="247"/>
                  </a:lnTo>
                  <a:lnTo>
                    <a:pt x="598" y="257"/>
                  </a:lnTo>
                  <a:lnTo>
                    <a:pt x="598" y="267"/>
                  </a:lnTo>
                  <a:lnTo>
                    <a:pt x="596" y="277"/>
                  </a:lnTo>
                  <a:lnTo>
                    <a:pt x="594" y="287"/>
                  </a:lnTo>
                  <a:lnTo>
                    <a:pt x="584" y="307"/>
                  </a:lnTo>
                  <a:lnTo>
                    <a:pt x="570" y="325"/>
                  </a:lnTo>
                  <a:lnTo>
                    <a:pt x="558" y="343"/>
                  </a:lnTo>
                  <a:lnTo>
                    <a:pt x="546" y="357"/>
                  </a:lnTo>
                  <a:lnTo>
                    <a:pt x="540" y="371"/>
                  </a:lnTo>
                  <a:lnTo>
                    <a:pt x="540" y="371"/>
                  </a:lnTo>
                  <a:lnTo>
                    <a:pt x="516" y="361"/>
                  </a:lnTo>
                  <a:lnTo>
                    <a:pt x="516" y="361"/>
                  </a:lnTo>
                  <a:lnTo>
                    <a:pt x="514" y="371"/>
                  </a:lnTo>
                  <a:lnTo>
                    <a:pt x="512" y="383"/>
                  </a:lnTo>
                  <a:lnTo>
                    <a:pt x="512" y="393"/>
                  </a:lnTo>
                  <a:lnTo>
                    <a:pt x="512" y="403"/>
                  </a:lnTo>
                  <a:lnTo>
                    <a:pt x="516" y="423"/>
                  </a:lnTo>
                  <a:lnTo>
                    <a:pt x="522" y="435"/>
                  </a:lnTo>
                  <a:lnTo>
                    <a:pt x="522" y="435"/>
                  </a:lnTo>
                  <a:lnTo>
                    <a:pt x="522" y="439"/>
                  </a:lnTo>
                  <a:lnTo>
                    <a:pt x="522" y="439"/>
                  </a:lnTo>
                  <a:lnTo>
                    <a:pt x="520" y="439"/>
                  </a:lnTo>
                  <a:lnTo>
                    <a:pt x="520" y="439"/>
                  </a:lnTo>
                  <a:lnTo>
                    <a:pt x="496" y="431"/>
                  </a:lnTo>
                  <a:lnTo>
                    <a:pt x="464" y="421"/>
                  </a:lnTo>
                  <a:lnTo>
                    <a:pt x="464" y="421"/>
                  </a:lnTo>
                  <a:lnTo>
                    <a:pt x="462" y="419"/>
                  </a:lnTo>
                  <a:lnTo>
                    <a:pt x="462" y="417"/>
                  </a:lnTo>
                  <a:lnTo>
                    <a:pt x="462" y="417"/>
                  </a:lnTo>
                  <a:lnTo>
                    <a:pt x="464" y="403"/>
                  </a:lnTo>
                  <a:lnTo>
                    <a:pt x="468" y="389"/>
                  </a:lnTo>
                  <a:lnTo>
                    <a:pt x="476" y="375"/>
                  </a:lnTo>
                  <a:lnTo>
                    <a:pt x="482" y="361"/>
                  </a:lnTo>
                  <a:lnTo>
                    <a:pt x="500" y="337"/>
                  </a:lnTo>
                  <a:lnTo>
                    <a:pt x="518" y="313"/>
                  </a:lnTo>
                  <a:lnTo>
                    <a:pt x="518" y="313"/>
                  </a:lnTo>
                  <a:lnTo>
                    <a:pt x="528" y="301"/>
                  </a:lnTo>
                  <a:lnTo>
                    <a:pt x="534" y="287"/>
                  </a:lnTo>
                  <a:lnTo>
                    <a:pt x="538" y="275"/>
                  </a:lnTo>
                  <a:lnTo>
                    <a:pt x="542" y="263"/>
                  </a:lnTo>
                  <a:lnTo>
                    <a:pt x="544" y="251"/>
                  </a:lnTo>
                  <a:lnTo>
                    <a:pt x="544" y="239"/>
                  </a:lnTo>
                  <a:lnTo>
                    <a:pt x="542" y="229"/>
                  </a:lnTo>
                  <a:lnTo>
                    <a:pt x="540" y="216"/>
                  </a:lnTo>
                  <a:lnTo>
                    <a:pt x="540" y="216"/>
                  </a:lnTo>
                  <a:close/>
                  <a:moveTo>
                    <a:pt x="342" y="401"/>
                  </a:moveTo>
                  <a:lnTo>
                    <a:pt x="342" y="401"/>
                  </a:lnTo>
                  <a:lnTo>
                    <a:pt x="350" y="395"/>
                  </a:lnTo>
                  <a:lnTo>
                    <a:pt x="354" y="387"/>
                  </a:lnTo>
                  <a:lnTo>
                    <a:pt x="364" y="367"/>
                  </a:lnTo>
                  <a:lnTo>
                    <a:pt x="370" y="347"/>
                  </a:lnTo>
                  <a:lnTo>
                    <a:pt x="372" y="329"/>
                  </a:lnTo>
                  <a:lnTo>
                    <a:pt x="372" y="329"/>
                  </a:lnTo>
                  <a:lnTo>
                    <a:pt x="352" y="327"/>
                  </a:lnTo>
                  <a:lnTo>
                    <a:pt x="352" y="327"/>
                  </a:lnTo>
                  <a:lnTo>
                    <a:pt x="352" y="305"/>
                  </a:lnTo>
                  <a:lnTo>
                    <a:pt x="350" y="285"/>
                  </a:lnTo>
                  <a:lnTo>
                    <a:pt x="346" y="245"/>
                  </a:lnTo>
                  <a:lnTo>
                    <a:pt x="346" y="245"/>
                  </a:lnTo>
                  <a:lnTo>
                    <a:pt x="356" y="245"/>
                  </a:lnTo>
                  <a:lnTo>
                    <a:pt x="368" y="241"/>
                  </a:lnTo>
                  <a:lnTo>
                    <a:pt x="390" y="233"/>
                  </a:lnTo>
                  <a:lnTo>
                    <a:pt x="410" y="222"/>
                  </a:lnTo>
                  <a:lnTo>
                    <a:pt x="428" y="212"/>
                  </a:lnTo>
                  <a:lnTo>
                    <a:pt x="444" y="204"/>
                  </a:lnTo>
                  <a:lnTo>
                    <a:pt x="452" y="202"/>
                  </a:lnTo>
                  <a:lnTo>
                    <a:pt x="460" y="200"/>
                  </a:lnTo>
                  <a:lnTo>
                    <a:pt x="468" y="200"/>
                  </a:lnTo>
                  <a:lnTo>
                    <a:pt x="476" y="202"/>
                  </a:lnTo>
                  <a:lnTo>
                    <a:pt x="484" y="206"/>
                  </a:lnTo>
                  <a:lnTo>
                    <a:pt x="490" y="212"/>
                  </a:lnTo>
                  <a:lnTo>
                    <a:pt x="490" y="212"/>
                  </a:lnTo>
                  <a:lnTo>
                    <a:pt x="496" y="220"/>
                  </a:lnTo>
                  <a:lnTo>
                    <a:pt x="500" y="229"/>
                  </a:lnTo>
                  <a:lnTo>
                    <a:pt x="502" y="237"/>
                  </a:lnTo>
                  <a:lnTo>
                    <a:pt x="502" y="247"/>
                  </a:lnTo>
                  <a:lnTo>
                    <a:pt x="500" y="255"/>
                  </a:lnTo>
                  <a:lnTo>
                    <a:pt x="496" y="263"/>
                  </a:lnTo>
                  <a:lnTo>
                    <a:pt x="488" y="279"/>
                  </a:lnTo>
                  <a:lnTo>
                    <a:pt x="476" y="295"/>
                  </a:lnTo>
                  <a:lnTo>
                    <a:pt x="462" y="311"/>
                  </a:lnTo>
                  <a:lnTo>
                    <a:pt x="452" y="325"/>
                  </a:lnTo>
                  <a:lnTo>
                    <a:pt x="446" y="339"/>
                  </a:lnTo>
                  <a:lnTo>
                    <a:pt x="446" y="339"/>
                  </a:lnTo>
                  <a:lnTo>
                    <a:pt x="432" y="337"/>
                  </a:lnTo>
                  <a:lnTo>
                    <a:pt x="404" y="331"/>
                  </a:lnTo>
                  <a:lnTo>
                    <a:pt x="404" y="331"/>
                  </a:lnTo>
                  <a:lnTo>
                    <a:pt x="402" y="341"/>
                  </a:lnTo>
                  <a:lnTo>
                    <a:pt x="402" y="351"/>
                  </a:lnTo>
                  <a:lnTo>
                    <a:pt x="404" y="373"/>
                  </a:lnTo>
                  <a:lnTo>
                    <a:pt x="410" y="393"/>
                  </a:lnTo>
                  <a:lnTo>
                    <a:pt x="416" y="407"/>
                  </a:lnTo>
                  <a:lnTo>
                    <a:pt x="416" y="407"/>
                  </a:lnTo>
                  <a:lnTo>
                    <a:pt x="418" y="409"/>
                  </a:lnTo>
                  <a:lnTo>
                    <a:pt x="416" y="411"/>
                  </a:lnTo>
                  <a:lnTo>
                    <a:pt x="412" y="413"/>
                  </a:lnTo>
                  <a:lnTo>
                    <a:pt x="412" y="413"/>
                  </a:lnTo>
                  <a:lnTo>
                    <a:pt x="382" y="409"/>
                  </a:lnTo>
                  <a:lnTo>
                    <a:pt x="344" y="407"/>
                  </a:lnTo>
                  <a:lnTo>
                    <a:pt x="344" y="407"/>
                  </a:lnTo>
                  <a:lnTo>
                    <a:pt x="340" y="405"/>
                  </a:lnTo>
                  <a:lnTo>
                    <a:pt x="340" y="403"/>
                  </a:lnTo>
                  <a:lnTo>
                    <a:pt x="342" y="401"/>
                  </a:lnTo>
                  <a:lnTo>
                    <a:pt x="342" y="401"/>
                  </a:lnTo>
                  <a:close/>
                  <a:moveTo>
                    <a:pt x="150" y="212"/>
                  </a:moveTo>
                  <a:lnTo>
                    <a:pt x="150" y="212"/>
                  </a:lnTo>
                  <a:lnTo>
                    <a:pt x="158" y="206"/>
                  </a:lnTo>
                  <a:lnTo>
                    <a:pt x="164" y="202"/>
                  </a:lnTo>
                  <a:lnTo>
                    <a:pt x="172" y="200"/>
                  </a:lnTo>
                  <a:lnTo>
                    <a:pt x="180" y="200"/>
                  </a:lnTo>
                  <a:lnTo>
                    <a:pt x="188" y="202"/>
                  </a:lnTo>
                  <a:lnTo>
                    <a:pt x="196" y="204"/>
                  </a:lnTo>
                  <a:lnTo>
                    <a:pt x="212" y="212"/>
                  </a:lnTo>
                  <a:lnTo>
                    <a:pt x="232" y="222"/>
                  </a:lnTo>
                  <a:lnTo>
                    <a:pt x="252" y="233"/>
                  </a:lnTo>
                  <a:lnTo>
                    <a:pt x="272" y="241"/>
                  </a:lnTo>
                  <a:lnTo>
                    <a:pt x="284" y="245"/>
                  </a:lnTo>
                  <a:lnTo>
                    <a:pt x="296" y="245"/>
                  </a:lnTo>
                  <a:lnTo>
                    <a:pt x="296" y="245"/>
                  </a:lnTo>
                  <a:lnTo>
                    <a:pt x="290" y="285"/>
                  </a:lnTo>
                  <a:lnTo>
                    <a:pt x="288" y="305"/>
                  </a:lnTo>
                  <a:lnTo>
                    <a:pt x="288" y="327"/>
                  </a:lnTo>
                  <a:lnTo>
                    <a:pt x="288" y="327"/>
                  </a:lnTo>
                  <a:lnTo>
                    <a:pt x="268" y="329"/>
                  </a:lnTo>
                  <a:lnTo>
                    <a:pt x="268" y="329"/>
                  </a:lnTo>
                  <a:lnTo>
                    <a:pt x="270" y="347"/>
                  </a:lnTo>
                  <a:lnTo>
                    <a:pt x="276" y="367"/>
                  </a:lnTo>
                  <a:lnTo>
                    <a:pt x="286" y="387"/>
                  </a:lnTo>
                  <a:lnTo>
                    <a:pt x="292" y="395"/>
                  </a:lnTo>
                  <a:lnTo>
                    <a:pt x="298" y="401"/>
                  </a:lnTo>
                  <a:lnTo>
                    <a:pt x="298" y="401"/>
                  </a:lnTo>
                  <a:lnTo>
                    <a:pt x="300" y="403"/>
                  </a:lnTo>
                  <a:lnTo>
                    <a:pt x="300" y="405"/>
                  </a:lnTo>
                  <a:lnTo>
                    <a:pt x="296" y="407"/>
                  </a:lnTo>
                  <a:lnTo>
                    <a:pt x="296" y="407"/>
                  </a:lnTo>
                  <a:lnTo>
                    <a:pt x="258" y="409"/>
                  </a:lnTo>
                  <a:lnTo>
                    <a:pt x="228" y="413"/>
                  </a:lnTo>
                  <a:lnTo>
                    <a:pt x="228" y="413"/>
                  </a:lnTo>
                  <a:lnTo>
                    <a:pt x="224" y="411"/>
                  </a:lnTo>
                  <a:lnTo>
                    <a:pt x="222" y="409"/>
                  </a:lnTo>
                  <a:lnTo>
                    <a:pt x="224" y="407"/>
                  </a:lnTo>
                  <a:lnTo>
                    <a:pt x="224" y="407"/>
                  </a:lnTo>
                  <a:lnTo>
                    <a:pt x="232" y="393"/>
                  </a:lnTo>
                  <a:lnTo>
                    <a:pt x="236" y="373"/>
                  </a:lnTo>
                  <a:lnTo>
                    <a:pt x="238" y="351"/>
                  </a:lnTo>
                  <a:lnTo>
                    <a:pt x="238" y="341"/>
                  </a:lnTo>
                  <a:lnTo>
                    <a:pt x="236" y="331"/>
                  </a:lnTo>
                  <a:lnTo>
                    <a:pt x="236" y="331"/>
                  </a:lnTo>
                  <a:lnTo>
                    <a:pt x="210" y="337"/>
                  </a:lnTo>
                  <a:lnTo>
                    <a:pt x="194" y="339"/>
                  </a:lnTo>
                  <a:lnTo>
                    <a:pt x="194" y="339"/>
                  </a:lnTo>
                  <a:lnTo>
                    <a:pt x="188" y="325"/>
                  </a:lnTo>
                  <a:lnTo>
                    <a:pt x="178" y="311"/>
                  </a:lnTo>
                  <a:lnTo>
                    <a:pt x="166" y="295"/>
                  </a:lnTo>
                  <a:lnTo>
                    <a:pt x="154" y="279"/>
                  </a:lnTo>
                  <a:lnTo>
                    <a:pt x="144" y="263"/>
                  </a:lnTo>
                  <a:lnTo>
                    <a:pt x="140" y="255"/>
                  </a:lnTo>
                  <a:lnTo>
                    <a:pt x="138" y="247"/>
                  </a:lnTo>
                  <a:lnTo>
                    <a:pt x="138" y="237"/>
                  </a:lnTo>
                  <a:lnTo>
                    <a:pt x="140" y="229"/>
                  </a:lnTo>
                  <a:lnTo>
                    <a:pt x="144" y="220"/>
                  </a:lnTo>
                  <a:lnTo>
                    <a:pt x="150" y="212"/>
                  </a:lnTo>
                  <a:lnTo>
                    <a:pt x="150" y="212"/>
                  </a:lnTo>
                  <a:close/>
                  <a:moveTo>
                    <a:pt x="56" y="227"/>
                  </a:moveTo>
                  <a:lnTo>
                    <a:pt x="56" y="227"/>
                  </a:lnTo>
                  <a:lnTo>
                    <a:pt x="66" y="220"/>
                  </a:lnTo>
                  <a:lnTo>
                    <a:pt x="76" y="216"/>
                  </a:lnTo>
                  <a:lnTo>
                    <a:pt x="88" y="216"/>
                  </a:lnTo>
                  <a:lnTo>
                    <a:pt x="100" y="216"/>
                  </a:lnTo>
                  <a:lnTo>
                    <a:pt x="100" y="216"/>
                  </a:lnTo>
                  <a:lnTo>
                    <a:pt x="98" y="229"/>
                  </a:lnTo>
                  <a:lnTo>
                    <a:pt x="96" y="239"/>
                  </a:lnTo>
                  <a:lnTo>
                    <a:pt x="96" y="251"/>
                  </a:lnTo>
                  <a:lnTo>
                    <a:pt x="98" y="263"/>
                  </a:lnTo>
                  <a:lnTo>
                    <a:pt x="102" y="275"/>
                  </a:lnTo>
                  <a:lnTo>
                    <a:pt x="106" y="287"/>
                  </a:lnTo>
                  <a:lnTo>
                    <a:pt x="114" y="301"/>
                  </a:lnTo>
                  <a:lnTo>
                    <a:pt x="122" y="313"/>
                  </a:lnTo>
                  <a:lnTo>
                    <a:pt x="122" y="313"/>
                  </a:lnTo>
                  <a:lnTo>
                    <a:pt x="140" y="337"/>
                  </a:lnTo>
                  <a:lnTo>
                    <a:pt x="158" y="361"/>
                  </a:lnTo>
                  <a:lnTo>
                    <a:pt x="166" y="375"/>
                  </a:lnTo>
                  <a:lnTo>
                    <a:pt x="172" y="389"/>
                  </a:lnTo>
                  <a:lnTo>
                    <a:pt x="176" y="403"/>
                  </a:lnTo>
                  <a:lnTo>
                    <a:pt x="180" y="417"/>
                  </a:lnTo>
                  <a:lnTo>
                    <a:pt x="180" y="417"/>
                  </a:lnTo>
                  <a:lnTo>
                    <a:pt x="178" y="419"/>
                  </a:lnTo>
                  <a:lnTo>
                    <a:pt x="176" y="421"/>
                  </a:lnTo>
                  <a:lnTo>
                    <a:pt x="176" y="421"/>
                  </a:lnTo>
                  <a:lnTo>
                    <a:pt x="144" y="431"/>
                  </a:lnTo>
                  <a:lnTo>
                    <a:pt x="120" y="439"/>
                  </a:lnTo>
                  <a:lnTo>
                    <a:pt x="120" y="439"/>
                  </a:lnTo>
                  <a:lnTo>
                    <a:pt x="118" y="439"/>
                  </a:lnTo>
                  <a:lnTo>
                    <a:pt x="118" y="439"/>
                  </a:lnTo>
                  <a:lnTo>
                    <a:pt x="118" y="435"/>
                  </a:lnTo>
                  <a:lnTo>
                    <a:pt x="118" y="435"/>
                  </a:lnTo>
                  <a:lnTo>
                    <a:pt x="124" y="423"/>
                  </a:lnTo>
                  <a:lnTo>
                    <a:pt x="128" y="403"/>
                  </a:lnTo>
                  <a:lnTo>
                    <a:pt x="130" y="393"/>
                  </a:lnTo>
                  <a:lnTo>
                    <a:pt x="130" y="383"/>
                  </a:lnTo>
                  <a:lnTo>
                    <a:pt x="128" y="371"/>
                  </a:lnTo>
                  <a:lnTo>
                    <a:pt x="124" y="361"/>
                  </a:lnTo>
                  <a:lnTo>
                    <a:pt x="124" y="361"/>
                  </a:lnTo>
                  <a:lnTo>
                    <a:pt x="100" y="371"/>
                  </a:lnTo>
                  <a:lnTo>
                    <a:pt x="100" y="371"/>
                  </a:lnTo>
                  <a:lnTo>
                    <a:pt x="94" y="357"/>
                  </a:lnTo>
                  <a:lnTo>
                    <a:pt x="84" y="343"/>
                  </a:lnTo>
                  <a:lnTo>
                    <a:pt x="70" y="325"/>
                  </a:lnTo>
                  <a:lnTo>
                    <a:pt x="58" y="307"/>
                  </a:lnTo>
                  <a:lnTo>
                    <a:pt x="48" y="287"/>
                  </a:lnTo>
                  <a:lnTo>
                    <a:pt x="44" y="277"/>
                  </a:lnTo>
                  <a:lnTo>
                    <a:pt x="42" y="267"/>
                  </a:lnTo>
                  <a:lnTo>
                    <a:pt x="42" y="257"/>
                  </a:lnTo>
                  <a:lnTo>
                    <a:pt x="44" y="247"/>
                  </a:lnTo>
                  <a:lnTo>
                    <a:pt x="50" y="237"/>
                  </a:lnTo>
                  <a:lnTo>
                    <a:pt x="56" y="227"/>
                  </a:lnTo>
                  <a:lnTo>
                    <a:pt x="56" y="2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sp>
          <p:nvSpPr>
            <p:cNvPr id="64" name="Freeform 45"/>
            <p:cNvSpPr>
              <a:spLocks/>
            </p:cNvSpPr>
            <p:nvPr/>
          </p:nvSpPr>
          <p:spPr bwMode="auto">
            <a:xfrm>
              <a:off x="80" y="2774"/>
              <a:ext cx="480" cy="70"/>
            </a:xfrm>
            <a:custGeom>
              <a:avLst/>
              <a:gdLst>
                <a:gd name="T0" fmla="*/ 6 w 480"/>
                <a:gd name="T1" fmla="*/ 0 h 70"/>
                <a:gd name="T2" fmla="*/ 6 w 480"/>
                <a:gd name="T3" fmla="*/ 0 h 70"/>
                <a:gd name="T4" fmla="*/ 2 w 480"/>
                <a:gd name="T5" fmla="*/ 2 h 70"/>
                <a:gd name="T6" fmla="*/ 0 w 480"/>
                <a:gd name="T7" fmla="*/ 6 h 70"/>
                <a:gd name="T8" fmla="*/ 0 w 480"/>
                <a:gd name="T9" fmla="*/ 64 h 70"/>
                <a:gd name="T10" fmla="*/ 0 w 480"/>
                <a:gd name="T11" fmla="*/ 64 h 70"/>
                <a:gd name="T12" fmla="*/ 2 w 480"/>
                <a:gd name="T13" fmla="*/ 68 h 70"/>
                <a:gd name="T14" fmla="*/ 6 w 480"/>
                <a:gd name="T15" fmla="*/ 70 h 70"/>
                <a:gd name="T16" fmla="*/ 474 w 480"/>
                <a:gd name="T17" fmla="*/ 70 h 70"/>
                <a:gd name="T18" fmla="*/ 474 w 480"/>
                <a:gd name="T19" fmla="*/ 70 h 70"/>
                <a:gd name="T20" fmla="*/ 478 w 480"/>
                <a:gd name="T21" fmla="*/ 68 h 70"/>
                <a:gd name="T22" fmla="*/ 480 w 480"/>
                <a:gd name="T23" fmla="*/ 64 h 70"/>
                <a:gd name="T24" fmla="*/ 480 w 480"/>
                <a:gd name="T25" fmla="*/ 6 h 70"/>
                <a:gd name="T26" fmla="*/ 480 w 480"/>
                <a:gd name="T27" fmla="*/ 6 h 70"/>
                <a:gd name="T28" fmla="*/ 478 w 480"/>
                <a:gd name="T29" fmla="*/ 2 h 70"/>
                <a:gd name="T30" fmla="*/ 474 w 480"/>
                <a:gd name="T31" fmla="*/ 0 h 70"/>
                <a:gd name="T32" fmla="*/ 6 w 480"/>
                <a:gd name="T33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0" h="70">
                  <a:moveTo>
                    <a:pt x="6" y="0"/>
                  </a:moveTo>
                  <a:lnTo>
                    <a:pt x="6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2" y="68"/>
                  </a:lnTo>
                  <a:lnTo>
                    <a:pt x="6" y="70"/>
                  </a:lnTo>
                  <a:lnTo>
                    <a:pt x="474" y="70"/>
                  </a:lnTo>
                  <a:lnTo>
                    <a:pt x="474" y="70"/>
                  </a:lnTo>
                  <a:lnTo>
                    <a:pt x="478" y="68"/>
                  </a:lnTo>
                  <a:lnTo>
                    <a:pt x="480" y="64"/>
                  </a:lnTo>
                  <a:lnTo>
                    <a:pt x="480" y="6"/>
                  </a:lnTo>
                  <a:lnTo>
                    <a:pt x="480" y="6"/>
                  </a:lnTo>
                  <a:lnTo>
                    <a:pt x="478" y="2"/>
                  </a:lnTo>
                  <a:lnTo>
                    <a:pt x="47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</p:grpSp>
      <p:sp>
        <p:nvSpPr>
          <p:cNvPr id="23" name="Title Placeholder 1"/>
          <p:cNvSpPr>
            <a:spLocks noGrp="1"/>
          </p:cNvSpPr>
          <p:nvPr>
            <p:ph type="title"/>
          </p:nvPr>
        </p:nvSpPr>
        <p:spPr>
          <a:xfrm>
            <a:off x="423863" y="431320"/>
            <a:ext cx="9487888" cy="62544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a-DK" dirty="0"/>
              <a:t>Tilføj overskrift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31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4" r:id="rId2"/>
    <p:sldLayoutId id="2147483726" r:id="rId3"/>
    <p:sldLayoutId id="2147483713" r:id="rId4"/>
    <p:sldLayoutId id="2147483689" r:id="rId5"/>
    <p:sldLayoutId id="2147483690" r:id="rId6"/>
    <p:sldLayoutId id="2147483680" r:id="rId7"/>
    <p:sldLayoutId id="2147483691" r:id="rId8"/>
    <p:sldLayoutId id="2147483678" r:id="rId9"/>
    <p:sldLayoutId id="2147483686" r:id="rId10"/>
    <p:sldLayoutId id="2147483681" r:id="rId11"/>
    <p:sldLayoutId id="2147483683" r:id="rId12"/>
    <p:sldLayoutId id="2147483667" r:id="rId13"/>
    <p:sldLayoutId id="2147483685" r:id="rId14"/>
    <p:sldLayoutId id="2147483687" r:id="rId15"/>
    <p:sldLayoutId id="2147483727" r:id="rId16"/>
    <p:sldLayoutId id="2147483716" r:id="rId17"/>
    <p:sldLayoutId id="2147483728" r:id="rId18"/>
    <p:sldLayoutId id="2147483729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60000" indent="-288000" algn="l" defTabSz="914400" rtl="0" eaLnBrk="1" latinLnBrk="0" hangingPunct="1">
        <a:lnSpc>
          <a:spcPct val="90000"/>
        </a:lnSpc>
        <a:spcBef>
          <a:spcPts val="100"/>
        </a:spcBef>
        <a:spcAft>
          <a:spcPts val="0"/>
        </a:spcAft>
        <a:buClr>
          <a:srgbClr val="0F78C8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8000" indent="-288000" algn="l" defTabSz="914400" rtl="0" eaLnBrk="1" latinLnBrk="0" hangingPunct="1">
        <a:lnSpc>
          <a:spcPct val="100000"/>
        </a:lnSpc>
        <a:spcBef>
          <a:spcPts val="180"/>
        </a:spcBef>
        <a:spcAft>
          <a:spcPts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7" userDrawn="1">
          <p15:clr>
            <a:srgbClr val="F26B43"/>
          </p15:clr>
        </p15:guide>
        <p15:guide id="2" pos="7413" userDrawn="1">
          <p15:clr>
            <a:srgbClr val="F26B43"/>
          </p15:clr>
        </p15:guide>
        <p15:guide id="3" orient="horz" pos="845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orient="horz" pos="5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SSIG 3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a-DK" dirty="0" smtClean="0"/>
              <a:t>Dennis Pipenbring, 16. </a:t>
            </a:r>
            <a:r>
              <a:rPr lang="da-DK" dirty="0" smtClean="0"/>
              <a:t>09.</a:t>
            </a:r>
            <a:r>
              <a:rPr lang="da-DK" dirty="0" smtClean="0"/>
              <a:t> 2026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75600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U</a:t>
            </a:r>
            <a:r>
              <a:rPr lang="da-DK" dirty="0" err="1" smtClean="0"/>
              <a:t>nderstanding</a:t>
            </a:r>
            <a:endParaRPr lang="da-DK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DB81F6EE-6D43-ECCA-83A4-2A523CF2666D}"/>
              </a:ext>
            </a:extLst>
          </p:cNvPr>
          <p:cNvSpPr/>
          <p:nvPr/>
        </p:nvSpPr>
        <p:spPr>
          <a:xfrm>
            <a:off x="7689374" y="2161310"/>
            <a:ext cx="1769424" cy="1054896"/>
          </a:xfrm>
          <a:prstGeom prst="rect">
            <a:avLst/>
          </a:prstGeom>
          <a:solidFill>
            <a:schemeClr val="accent4">
              <a:lumMod val="90000"/>
            </a:schemeClr>
          </a:solidFill>
          <a:ln>
            <a:solidFill>
              <a:schemeClr val="accent4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6B4C957C-A19C-5028-7C86-1DA0F92AAEF2}"/>
              </a:ext>
            </a:extLst>
          </p:cNvPr>
          <p:cNvSpPr/>
          <p:nvPr/>
        </p:nvSpPr>
        <p:spPr>
          <a:xfrm>
            <a:off x="5167807" y="2161310"/>
            <a:ext cx="2062702" cy="2085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B56B8B85-09A6-C059-39B7-DD073E1CBD28}"/>
              </a:ext>
            </a:extLst>
          </p:cNvPr>
          <p:cNvSpPr/>
          <p:nvPr/>
        </p:nvSpPr>
        <p:spPr>
          <a:xfrm>
            <a:off x="670956" y="2161310"/>
            <a:ext cx="4061361" cy="20857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11B07ACC-DDC1-7703-751D-A85AAF4F7B40}"/>
              </a:ext>
            </a:extLst>
          </p:cNvPr>
          <p:cNvSpPr txBox="1"/>
          <p:nvPr/>
        </p:nvSpPr>
        <p:spPr>
          <a:xfrm>
            <a:off x="2312039" y="3119067"/>
            <a:ext cx="2107870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Company B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79D0184D-B501-D119-B54F-A7CB060FC121}"/>
              </a:ext>
            </a:extLst>
          </p:cNvPr>
          <p:cNvSpPr txBox="1"/>
          <p:nvPr/>
        </p:nvSpPr>
        <p:spPr>
          <a:xfrm>
            <a:off x="5457700" y="2379023"/>
            <a:ext cx="155265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da-DK" dirty="0"/>
              <a:t>Domains </a:t>
            </a:r>
          </a:p>
          <a:p>
            <a:r>
              <a:rPr lang="da-DK" dirty="0" err="1" smtClean="0"/>
              <a:t>accessible</a:t>
            </a:r>
            <a:endParaRPr lang="da-DK" dirty="0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511F42D6-1707-0603-AB2B-02B706ABC7D0}"/>
              </a:ext>
            </a:extLst>
          </p:cNvPr>
          <p:cNvSpPr txBox="1"/>
          <p:nvPr/>
        </p:nvSpPr>
        <p:spPr>
          <a:xfrm>
            <a:off x="5457699" y="3451530"/>
            <a:ext cx="1552655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da-DK" dirty="0"/>
              <a:t>Domains </a:t>
            </a:r>
          </a:p>
          <a:p>
            <a:r>
              <a:rPr lang="da-DK" dirty="0" err="1"/>
              <a:t>inaccessible</a:t>
            </a:r>
            <a:endParaRPr lang="en-US" dirty="0"/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4CB77B83-C453-C6F2-15D9-563C0414B02B}"/>
              </a:ext>
            </a:extLst>
          </p:cNvPr>
          <p:cNvSpPr txBox="1"/>
          <p:nvPr/>
        </p:nvSpPr>
        <p:spPr>
          <a:xfrm>
            <a:off x="7990113" y="2517522"/>
            <a:ext cx="1073564" cy="36933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Webpage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E62FF252-A2D6-A3A1-3D8A-74A39F088793}"/>
              </a:ext>
            </a:extLst>
          </p:cNvPr>
          <p:cNvSpPr txBox="1"/>
          <p:nvPr/>
        </p:nvSpPr>
        <p:spPr>
          <a:xfrm>
            <a:off x="2312039" y="3590536"/>
            <a:ext cx="2107870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Company C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0A606728-F2BE-A31D-5CBB-01E6E233715E}"/>
              </a:ext>
            </a:extLst>
          </p:cNvPr>
          <p:cNvSpPr txBox="1"/>
          <p:nvPr/>
        </p:nvSpPr>
        <p:spPr>
          <a:xfrm>
            <a:off x="1037681" y="2379023"/>
            <a:ext cx="2107870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Company A</a:t>
            </a:r>
          </a:p>
        </p:txBody>
      </p:sp>
      <p:cxnSp>
        <p:nvCxnSpPr>
          <p:cNvPr id="13" name="Vinklet forbindelse 12">
            <a:extLst>
              <a:ext uri="{FF2B5EF4-FFF2-40B4-BE49-F238E27FC236}">
                <a16:creationId xmlns:a16="http://schemas.microsoft.com/office/drawing/2014/main" id="{DC1E8ACB-07CE-E2B6-CFCD-3628CF8B9766}"/>
              </a:ext>
            </a:extLst>
          </p:cNvPr>
          <p:cNvCxnSpPr>
            <a:stCxn id="12" idx="2"/>
            <a:endCxn id="7" idx="1"/>
          </p:cNvCxnSpPr>
          <p:nvPr/>
        </p:nvCxnSpPr>
        <p:spPr>
          <a:xfrm rot="16200000" flipH="1">
            <a:off x="1924138" y="2915832"/>
            <a:ext cx="555378" cy="220423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Vinklet forbindelse 13">
            <a:extLst>
              <a:ext uri="{FF2B5EF4-FFF2-40B4-BE49-F238E27FC236}">
                <a16:creationId xmlns:a16="http://schemas.microsoft.com/office/drawing/2014/main" id="{F64AB75C-EB97-3A8D-D48A-1B46A591BA54}"/>
              </a:ext>
            </a:extLst>
          </p:cNvPr>
          <p:cNvCxnSpPr>
            <a:stCxn id="12" idx="2"/>
            <a:endCxn id="11" idx="1"/>
          </p:cNvCxnSpPr>
          <p:nvPr/>
        </p:nvCxnSpPr>
        <p:spPr>
          <a:xfrm rot="16200000" flipH="1">
            <a:off x="1688404" y="3151566"/>
            <a:ext cx="1026847" cy="220423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Vinklet forbindelse 14">
            <a:extLst>
              <a:ext uri="{FF2B5EF4-FFF2-40B4-BE49-F238E27FC236}">
                <a16:creationId xmlns:a16="http://schemas.microsoft.com/office/drawing/2014/main" id="{6E9B8D93-5BF1-EFA9-361E-741BE57E787C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4732317" y="2702189"/>
            <a:ext cx="725383" cy="501985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Vinklet forbindelse 15">
            <a:extLst>
              <a:ext uri="{FF2B5EF4-FFF2-40B4-BE49-F238E27FC236}">
                <a16:creationId xmlns:a16="http://schemas.microsoft.com/office/drawing/2014/main" id="{13968011-85C3-D380-320D-9131183AEB49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4732317" y="3204174"/>
            <a:ext cx="725382" cy="570522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Vinklet forbindelse 16">
            <a:extLst>
              <a:ext uri="{FF2B5EF4-FFF2-40B4-BE49-F238E27FC236}">
                <a16:creationId xmlns:a16="http://schemas.microsoft.com/office/drawing/2014/main" id="{C260D8A6-0C79-BB6D-3E79-513888FA326B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7010356" y="2702188"/>
            <a:ext cx="979757" cy="1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kstfelt 17">
            <a:extLst>
              <a:ext uri="{FF2B5EF4-FFF2-40B4-BE49-F238E27FC236}">
                <a16:creationId xmlns:a16="http://schemas.microsoft.com/office/drawing/2014/main" id="{36EFFC3E-6694-7CA2-20AE-E13538865D18}"/>
              </a:ext>
            </a:extLst>
          </p:cNvPr>
          <p:cNvSpPr txBox="1"/>
          <p:nvPr/>
        </p:nvSpPr>
        <p:spPr>
          <a:xfrm>
            <a:off x="670956" y="1820744"/>
            <a:ext cx="1755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Business register</a:t>
            </a:r>
          </a:p>
        </p:txBody>
      </p:sp>
      <p:sp>
        <p:nvSpPr>
          <p:cNvPr id="19" name="Tekstfelt 18">
            <a:extLst>
              <a:ext uri="{FF2B5EF4-FFF2-40B4-BE49-F238E27FC236}">
                <a16:creationId xmlns:a16="http://schemas.microsoft.com/office/drawing/2014/main" id="{A5542CB4-B540-9E0D-5250-100B8C906D99}"/>
              </a:ext>
            </a:extLst>
          </p:cNvPr>
          <p:cNvSpPr txBox="1"/>
          <p:nvPr/>
        </p:nvSpPr>
        <p:spPr>
          <a:xfrm>
            <a:off x="5110705" y="1820744"/>
            <a:ext cx="1683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Domain register</a:t>
            </a: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AFC85FCB-5BCA-73D6-3EEC-996EB74066D6}"/>
              </a:ext>
            </a:extLst>
          </p:cNvPr>
          <p:cNvSpPr txBox="1"/>
          <p:nvPr/>
        </p:nvSpPr>
        <p:spPr>
          <a:xfrm>
            <a:off x="7662618" y="1820744"/>
            <a:ext cx="654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Web</a:t>
            </a:r>
            <a:endParaRPr lang="en-US" dirty="0"/>
          </a:p>
        </p:txBody>
      </p:sp>
      <p:sp>
        <p:nvSpPr>
          <p:cNvPr id="21" name="Stregbilledforklaring 3 (kant og fremhævningsstreg) 20">
            <a:extLst>
              <a:ext uri="{FF2B5EF4-FFF2-40B4-BE49-F238E27FC236}">
                <a16:creationId xmlns:a16="http://schemas.microsoft.com/office/drawing/2014/main" id="{4FD706D1-A5E8-3A10-075F-015A1CF20C65}"/>
              </a:ext>
            </a:extLst>
          </p:cNvPr>
          <p:cNvSpPr/>
          <p:nvPr/>
        </p:nvSpPr>
        <p:spPr>
          <a:xfrm>
            <a:off x="5110705" y="1201739"/>
            <a:ext cx="2643591" cy="554550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73285"/>
              <a:gd name="adj6" fmla="val -10902"/>
              <a:gd name="adj7" fmla="val 329456"/>
              <a:gd name="adj8" fmla="val -477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for legal ownership</a:t>
            </a:r>
          </a:p>
        </p:txBody>
      </p:sp>
      <p:sp>
        <p:nvSpPr>
          <p:cNvPr id="22" name="Stregbilledforklaring 3 (kant og fremhævningsstreg) 21">
            <a:extLst>
              <a:ext uri="{FF2B5EF4-FFF2-40B4-BE49-F238E27FC236}">
                <a16:creationId xmlns:a16="http://schemas.microsoft.com/office/drawing/2014/main" id="{0B735867-684A-4536-309C-F1AEDDA39E89}"/>
              </a:ext>
            </a:extLst>
          </p:cNvPr>
          <p:cNvSpPr/>
          <p:nvPr/>
        </p:nvSpPr>
        <p:spPr>
          <a:xfrm>
            <a:off x="5167807" y="4697626"/>
            <a:ext cx="2643591" cy="554550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2961"/>
              <a:gd name="adj5" fmla="val -38480"/>
              <a:gd name="adj6" fmla="val -9592"/>
              <a:gd name="adj7" fmla="val -93716"/>
              <a:gd name="adj8" fmla="val 31391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Alternative purpose / inactive / placeholder</a:t>
            </a:r>
          </a:p>
        </p:txBody>
      </p:sp>
      <p:sp>
        <p:nvSpPr>
          <p:cNvPr id="23" name="Stregbilledforklaring 3 (kant og fremhævningsstreg) 22">
            <a:extLst>
              <a:ext uri="{FF2B5EF4-FFF2-40B4-BE49-F238E27FC236}">
                <a16:creationId xmlns:a16="http://schemas.microsoft.com/office/drawing/2014/main" id="{F8C071E8-E724-D958-0978-802CCE11950E}"/>
              </a:ext>
            </a:extLst>
          </p:cNvPr>
          <p:cNvSpPr/>
          <p:nvPr/>
        </p:nvSpPr>
        <p:spPr>
          <a:xfrm>
            <a:off x="9229428" y="1308355"/>
            <a:ext cx="2643591" cy="697055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53555"/>
              <a:gd name="adj6" fmla="val -21608"/>
              <a:gd name="adj7" fmla="val 153352"/>
              <a:gd name="adj8" fmla="val -25628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Business segments?</a:t>
            </a:r>
          </a:p>
          <a:p>
            <a:pPr algn="ctr"/>
            <a:r>
              <a:rPr lang="da-DK" dirty="0">
                <a:solidFill>
                  <a:schemeClr val="tx1"/>
                </a:solidFill>
              </a:rPr>
              <a:t>Market </a:t>
            </a:r>
            <a:r>
              <a:rPr lang="da-DK">
                <a:solidFill>
                  <a:schemeClr val="tx1"/>
                </a:solidFill>
              </a:rPr>
              <a:t>segments?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Stregbilledforklaring 3 (kant og fremhævningsstreg) 23">
            <a:extLst>
              <a:ext uri="{FF2B5EF4-FFF2-40B4-BE49-F238E27FC236}">
                <a16:creationId xmlns:a16="http://schemas.microsoft.com/office/drawing/2014/main" id="{550F23BF-325F-D238-2A2D-9FF478620974}"/>
              </a:ext>
            </a:extLst>
          </p:cNvPr>
          <p:cNvSpPr/>
          <p:nvPr/>
        </p:nvSpPr>
        <p:spPr>
          <a:xfrm>
            <a:off x="9983511" y="2444806"/>
            <a:ext cx="1838375" cy="1054896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8939"/>
              <a:gd name="adj6" fmla="val -16849"/>
              <a:gd name="adj7" fmla="val 22251"/>
              <a:gd name="adj8" fmla="val -27035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the purpose of the webpage?</a:t>
            </a:r>
          </a:p>
        </p:txBody>
      </p:sp>
      <p:cxnSp>
        <p:nvCxnSpPr>
          <p:cNvPr id="25" name="Forbindelse: vinklet 64">
            <a:extLst>
              <a:ext uri="{FF2B5EF4-FFF2-40B4-BE49-F238E27FC236}">
                <a16:creationId xmlns:a16="http://schemas.microsoft.com/office/drawing/2014/main" id="{0FFF1E14-6695-6E76-06BB-D8239FE1B10B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 rot="5400000" flipH="1">
            <a:off x="4616505" y="-741375"/>
            <a:ext cx="12032" cy="7903130"/>
          </a:xfrm>
          <a:prstGeom prst="bentConnector4">
            <a:avLst>
              <a:gd name="adj1" fmla="val -10376887"/>
              <a:gd name="adj2" fmla="val 102893"/>
            </a:avLst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ktangel 25">
            <a:extLst>
              <a:ext uri="{FF2B5EF4-FFF2-40B4-BE49-F238E27FC236}">
                <a16:creationId xmlns:a16="http://schemas.microsoft.com/office/drawing/2014/main" id="{ACF9016A-36D3-E982-10A6-A00B14F7A8D2}"/>
              </a:ext>
            </a:extLst>
          </p:cNvPr>
          <p:cNvSpPr/>
          <p:nvPr/>
        </p:nvSpPr>
        <p:spPr>
          <a:xfrm>
            <a:off x="8661715" y="3827148"/>
            <a:ext cx="2643591" cy="6313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Who is the webpage referring to? </a:t>
            </a:r>
          </a:p>
        </p:txBody>
      </p:sp>
      <p:sp>
        <p:nvSpPr>
          <p:cNvPr id="27" name="Rektangel 26">
            <a:extLst>
              <a:ext uri="{FF2B5EF4-FFF2-40B4-BE49-F238E27FC236}">
                <a16:creationId xmlns:a16="http://schemas.microsoft.com/office/drawing/2014/main" id="{A5AA7386-D545-2FB9-0074-0CED086D9C09}"/>
              </a:ext>
            </a:extLst>
          </p:cNvPr>
          <p:cNvSpPr/>
          <p:nvPr/>
        </p:nvSpPr>
        <p:spPr>
          <a:xfrm>
            <a:off x="670956" y="4697626"/>
            <a:ext cx="4061361" cy="8842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kstfelt 27">
            <a:extLst>
              <a:ext uri="{FF2B5EF4-FFF2-40B4-BE49-F238E27FC236}">
                <a16:creationId xmlns:a16="http://schemas.microsoft.com/office/drawing/2014/main" id="{42E0153A-285D-343E-7BD4-29900DF71C3A}"/>
              </a:ext>
            </a:extLst>
          </p:cNvPr>
          <p:cNvSpPr txBox="1"/>
          <p:nvPr/>
        </p:nvSpPr>
        <p:spPr>
          <a:xfrm>
            <a:off x="1037681" y="4915339"/>
            <a:ext cx="2107870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Company D</a:t>
            </a:r>
          </a:p>
        </p:txBody>
      </p:sp>
      <p:cxnSp>
        <p:nvCxnSpPr>
          <p:cNvPr id="29" name="Forbindelse: vinklet 84">
            <a:extLst>
              <a:ext uri="{FF2B5EF4-FFF2-40B4-BE49-F238E27FC236}">
                <a16:creationId xmlns:a16="http://schemas.microsoft.com/office/drawing/2014/main" id="{3630358C-17B0-4B35-187D-23D554856B04}"/>
              </a:ext>
            </a:extLst>
          </p:cNvPr>
          <p:cNvCxnSpPr>
            <a:cxnSpLocks/>
            <a:stCxn id="4" idx="2"/>
            <a:endCxn id="27" idx="1"/>
          </p:cNvCxnSpPr>
          <p:nvPr/>
        </p:nvCxnSpPr>
        <p:spPr>
          <a:xfrm rot="5400000">
            <a:off x="3660756" y="226406"/>
            <a:ext cx="1923530" cy="7903130"/>
          </a:xfrm>
          <a:prstGeom prst="bentConnector4">
            <a:avLst>
              <a:gd name="adj1" fmla="val 65106"/>
              <a:gd name="adj2" fmla="val 102893"/>
            </a:avLst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kstfelt 29">
            <a:extLst>
              <a:ext uri="{FF2B5EF4-FFF2-40B4-BE49-F238E27FC236}">
                <a16:creationId xmlns:a16="http://schemas.microsoft.com/office/drawing/2014/main" id="{E7F60D5E-318C-A7B9-77A6-109C16088430}"/>
              </a:ext>
            </a:extLst>
          </p:cNvPr>
          <p:cNvSpPr txBox="1"/>
          <p:nvPr/>
        </p:nvSpPr>
        <p:spPr>
          <a:xfrm>
            <a:off x="3560690" y="2221077"/>
            <a:ext cx="1228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/>
              <a:t>Legal </a:t>
            </a:r>
            <a:r>
              <a:rPr lang="da-DK" sz="1400" dirty="0" err="1"/>
              <a:t>owner</a:t>
            </a:r>
            <a:endParaRPr lang="da-DK" sz="1400" dirty="0"/>
          </a:p>
        </p:txBody>
      </p:sp>
      <p:sp>
        <p:nvSpPr>
          <p:cNvPr id="31" name="Tekstfelt 30">
            <a:extLst>
              <a:ext uri="{FF2B5EF4-FFF2-40B4-BE49-F238E27FC236}">
                <a16:creationId xmlns:a16="http://schemas.microsoft.com/office/drawing/2014/main" id="{620BF2DC-5C40-540A-1037-2FAA41AB9B9B}"/>
              </a:ext>
            </a:extLst>
          </p:cNvPr>
          <p:cNvSpPr txBox="1"/>
          <p:nvPr/>
        </p:nvSpPr>
        <p:spPr>
          <a:xfrm>
            <a:off x="3245477" y="4759151"/>
            <a:ext cx="1543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 err="1"/>
              <a:t>Beneficial</a:t>
            </a:r>
            <a:r>
              <a:rPr lang="da-DK" sz="1400" dirty="0"/>
              <a:t> </a:t>
            </a:r>
            <a:r>
              <a:rPr lang="da-DK" sz="1400" dirty="0" err="1"/>
              <a:t>owner</a:t>
            </a:r>
            <a:endParaRPr lang="da-DK" sz="1400" dirty="0"/>
          </a:p>
          <a:p>
            <a:r>
              <a:rPr lang="da-DK" sz="1400" dirty="0"/>
              <a:t>≠ legal </a:t>
            </a:r>
            <a:r>
              <a:rPr lang="da-DK" sz="1400" dirty="0" err="1"/>
              <a:t>owner</a:t>
            </a:r>
            <a:endParaRPr lang="da-DK" sz="1400" dirty="0"/>
          </a:p>
        </p:txBody>
      </p:sp>
      <p:sp>
        <p:nvSpPr>
          <p:cNvPr id="32" name="Stregbilledforklaring 3 (kant og fremhævningsstreg) 67">
            <a:extLst>
              <a:ext uri="{FF2B5EF4-FFF2-40B4-BE49-F238E27FC236}">
                <a16:creationId xmlns:a16="http://schemas.microsoft.com/office/drawing/2014/main" id="{92BDA42F-F26C-E838-8470-325740BA15D2}"/>
              </a:ext>
            </a:extLst>
          </p:cNvPr>
          <p:cNvSpPr/>
          <p:nvPr/>
        </p:nvSpPr>
        <p:spPr>
          <a:xfrm>
            <a:off x="8661715" y="4697626"/>
            <a:ext cx="2643591" cy="554550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8637"/>
              <a:gd name="adj6" fmla="val -16667"/>
              <a:gd name="adj7" fmla="val -18162"/>
              <a:gd name="adj8" fmla="val -2280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for beneficial ownership</a:t>
            </a:r>
          </a:p>
        </p:txBody>
      </p:sp>
      <p:sp>
        <p:nvSpPr>
          <p:cNvPr id="33" name="Rektangel 32">
            <a:extLst>
              <a:ext uri="{FF2B5EF4-FFF2-40B4-BE49-F238E27FC236}">
                <a16:creationId xmlns:a16="http://schemas.microsoft.com/office/drawing/2014/main" id="{B80E5ED9-B3FF-1249-0DE9-F4145156FC70}"/>
              </a:ext>
            </a:extLst>
          </p:cNvPr>
          <p:cNvSpPr/>
          <p:nvPr/>
        </p:nvSpPr>
        <p:spPr>
          <a:xfrm>
            <a:off x="10657100" y="6134100"/>
            <a:ext cx="180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34" name="Rektangel 33">
            <a:extLst>
              <a:ext uri="{FF2B5EF4-FFF2-40B4-BE49-F238E27FC236}">
                <a16:creationId xmlns:a16="http://schemas.microsoft.com/office/drawing/2014/main" id="{2A0633F5-73C0-2221-4893-62BE6EC2921D}"/>
              </a:ext>
            </a:extLst>
          </p:cNvPr>
          <p:cNvSpPr/>
          <p:nvPr/>
        </p:nvSpPr>
        <p:spPr>
          <a:xfrm>
            <a:off x="10657100" y="6466500"/>
            <a:ext cx="180000" cy="1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35" name="Tekstfelt 34">
            <a:extLst>
              <a:ext uri="{FF2B5EF4-FFF2-40B4-BE49-F238E27FC236}">
                <a16:creationId xmlns:a16="http://schemas.microsoft.com/office/drawing/2014/main" id="{9B8B1E89-5663-C0E9-AF68-3C834B2C9880}"/>
              </a:ext>
            </a:extLst>
          </p:cNvPr>
          <p:cNvSpPr txBox="1"/>
          <p:nvPr/>
        </p:nvSpPr>
        <p:spPr>
          <a:xfrm>
            <a:off x="10902699" y="6085600"/>
            <a:ext cx="1164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 err="1"/>
              <a:t>Received</a:t>
            </a:r>
            <a:r>
              <a:rPr lang="da-DK" sz="1200" dirty="0"/>
              <a:t> data</a:t>
            </a:r>
          </a:p>
        </p:txBody>
      </p:sp>
      <p:sp>
        <p:nvSpPr>
          <p:cNvPr id="36" name="Tekstfelt 35">
            <a:extLst>
              <a:ext uri="{FF2B5EF4-FFF2-40B4-BE49-F238E27FC236}">
                <a16:creationId xmlns:a16="http://schemas.microsoft.com/office/drawing/2014/main" id="{DD22D987-1C02-BF09-5D13-869AF2B69DF0}"/>
              </a:ext>
            </a:extLst>
          </p:cNvPr>
          <p:cNvSpPr txBox="1"/>
          <p:nvPr/>
        </p:nvSpPr>
        <p:spPr>
          <a:xfrm>
            <a:off x="10902698" y="6418000"/>
            <a:ext cx="1175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 err="1"/>
              <a:t>Extracted</a:t>
            </a:r>
            <a:r>
              <a:rPr lang="da-DK" sz="1200" dirty="0"/>
              <a:t> data</a:t>
            </a:r>
          </a:p>
        </p:txBody>
      </p:sp>
      <p:sp>
        <p:nvSpPr>
          <p:cNvPr id="37" name="Tekstfelt 36">
            <a:extLst>
              <a:ext uri="{FF2B5EF4-FFF2-40B4-BE49-F238E27FC236}">
                <a16:creationId xmlns:a16="http://schemas.microsoft.com/office/drawing/2014/main" id="{37D6F9EB-C8F7-7BA9-CBF3-01D91D349C79}"/>
              </a:ext>
            </a:extLst>
          </p:cNvPr>
          <p:cNvSpPr txBox="1"/>
          <p:nvPr/>
        </p:nvSpPr>
        <p:spPr>
          <a:xfrm>
            <a:off x="670956" y="6024595"/>
            <a:ext cx="7319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Our</a:t>
            </a:r>
            <a:r>
              <a:rPr lang="da-DK" dirty="0"/>
              <a:t> </a:t>
            </a:r>
            <a:r>
              <a:rPr lang="da-DK" dirty="0" err="1"/>
              <a:t>terminology</a:t>
            </a:r>
            <a:r>
              <a:rPr lang="da-DK" dirty="0"/>
              <a:t>: Webpage </a:t>
            </a:r>
            <a:r>
              <a:rPr lang="da-DK" u="sng" dirty="0"/>
              <a:t>⊂</a:t>
            </a:r>
            <a:r>
              <a:rPr lang="da-DK" dirty="0"/>
              <a:t> domain (</a:t>
            </a:r>
            <a:r>
              <a:rPr lang="da-DK" dirty="0" err="1"/>
              <a:t>subset</a:t>
            </a:r>
            <a:r>
              <a:rPr lang="da-DK" dirty="0"/>
              <a:t>)</a:t>
            </a:r>
          </a:p>
          <a:p>
            <a:r>
              <a:rPr lang="da-DK" dirty="0"/>
              <a:t>Webpages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scraped</a:t>
            </a:r>
            <a:r>
              <a:rPr lang="da-DK" dirty="0"/>
              <a:t>, domains </a:t>
            </a:r>
            <a:r>
              <a:rPr lang="da-DK" dirty="0" err="1"/>
              <a:t>are</a:t>
            </a:r>
            <a:r>
              <a:rPr lang="da-DK" dirty="0"/>
              <a:t> not</a:t>
            </a:r>
          </a:p>
        </p:txBody>
      </p:sp>
    </p:spTree>
    <p:extLst>
      <p:ext uri="{BB962C8B-B14F-4D97-AF65-F5344CB8AC3E}">
        <p14:creationId xmlns:p14="http://schemas.microsoft.com/office/powerpoint/2010/main" val="1520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Use</a:t>
            </a:r>
            <a:endParaRPr lang="en-US" dirty="0"/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6F6994A8-8E9B-E318-2DD8-0173E98B3E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1811792"/>
              </p:ext>
            </p:extLst>
          </p:nvPr>
        </p:nvGraphicFramePr>
        <p:xfrm>
          <a:off x="423863" y="1341438"/>
          <a:ext cx="11344275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531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Tecnical</a:t>
            </a:r>
            <a:endParaRPr lang="en-US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03"/>
          <a:stretch/>
        </p:blipFill>
        <p:spPr>
          <a:xfrm>
            <a:off x="442031" y="1330036"/>
            <a:ext cx="10058400" cy="477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0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ST master">
  <a:themeElements>
    <a:clrScheme name="Brugerdefineret 2">
      <a:dk1>
        <a:srgbClr val="000000"/>
      </a:dk1>
      <a:lt1>
        <a:srgbClr val="FFFFFF"/>
      </a:lt1>
      <a:dk2>
        <a:srgbClr val="0F78C8"/>
      </a:dk2>
      <a:lt2>
        <a:srgbClr val="E7E6E6"/>
      </a:lt2>
      <a:accent1>
        <a:srgbClr val="0F78C8"/>
      </a:accent1>
      <a:accent2>
        <a:srgbClr val="00853A"/>
      </a:accent2>
      <a:accent3>
        <a:srgbClr val="ED7102"/>
      </a:accent3>
      <a:accent4>
        <a:srgbClr val="102D69"/>
      </a:accent4>
      <a:accent5>
        <a:srgbClr val="E7E6E6"/>
      </a:accent5>
      <a:accent6>
        <a:srgbClr val="75B6E5"/>
      </a:accent6>
      <a:hlink>
        <a:srgbClr val="0F78C8"/>
      </a:hlink>
      <a:folHlink>
        <a:srgbClr val="0090D3"/>
      </a:folHlink>
    </a:clrScheme>
    <a:fontScheme name="ds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iskrete udfyldning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ST_16_9_uk.pptx" id="{052EE261-D228-45DC-A770-A9CC64A915CD}" vid="{96A67B2D-7E95-4823-92A6-C48CDEBBCF99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DST_16-9_uk</Template>
  <TotalTime>18</TotalTime>
  <Words>107</Words>
  <Application>Microsoft Office PowerPoint</Application>
  <PresentationFormat>Widescreen</PresentationFormat>
  <Paragraphs>40</Paragraphs>
  <Slides>4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DST master</vt:lpstr>
      <vt:lpstr>SSIG 3</vt:lpstr>
      <vt:lpstr>Understanding</vt:lpstr>
      <vt:lpstr>Use</vt:lpstr>
      <vt:lpstr>Tecnical</vt:lpstr>
    </vt:vector>
  </TitlesOfParts>
  <Company>Danmarks Statistik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SSIG 3</dc:title>
  <dc:creator>Dennis Pipenbring</dc:creator>
  <cp:lastModifiedBy>Dennis Pipenbring</cp:lastModifiedBy>
  <cp:revision>2</cp:revision>
  <cp:lastPrinted>2020-10-06T15:05:39Z</cp:lastPrinted>
  <dcterms:created xsi:type="dcterms:W3CDTF">2026-09-14T13:23:54Z</dcterms:created>
  <dcterms:modified xsi:type="dcterms:W3CDTF">2026-09-14T13:42:18Z</dcterms:modified>
</cp:coreProperties>
</file>